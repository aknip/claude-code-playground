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48"/>
  </p:notesMasterIdLst>
  <p:sldIdLst>
    <p:sldId id="259" r:id="rId2"/>
    <p:sldId id="447" r:id="rId8"/>
    <p:sldId id="272" r:id="rId6"/>
    <p:sldId id="282" r:id="rId22"/>
    <p:sldId id="283" r:id="rId23"/>
    <p:sldId id="285" r:id="rId24"/>
    <p:sldId id="303" r:id="rId42"/>
    <p:sldId id="271" r:id="rId10"/>
    <p:sldId id="276" r:id="rId15"/>
    <p:sldId id="448" r:id="rId60"/>
    <p:sldId id="262" r:id="rId4"/>
  </p:sldIdLst>
  <p:sldSz cx="12192000" cy="6858000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Black" panose="02000000000000000000" pitchFamily="2" charset="0"/>
      <p:bold r:id="rId53"/>
      <p:italic r:id="rId54"/>
      <p:boldItalic r:id="rId55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 autoAdjust="0"/>
    <p:restoredTop sz="96534"/>
  </p:normalViewPr>
  <p:slideViewPr>
    <p:cSldViewPr snapToGrid="0">
      <p:cViewPr varScale="1">
        <p:scale>
          <a:sx n="147" d="100"/>
          <a:sy n="147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42" Type="http://schemas.openxmlformats.org/officeDocument/2006/relationships/slide" Target="slides/slide4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2" Type="http://schemas.openxmlformats.org/officeDocument/2006/relationships/slide" Target="slides/slide1.xml"/><Relationship Id="rId24" Type="http://schemas.openxmlformats.org/officeDocument/2006/relationships/slide" Target="slides/slide23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48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59" Type="http://schemas.openxmlformats.org/officeDocument/2006/relationships/tableStyles" Target="tableStyles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52" Type="http://schemas.openxmlformats.org/officeDocument/2006/relationships/font" Target="fonts/font4.fntdata"/><Relationship Id="rId60" Type="http://schemas.openxmlformats.org/officeDocument/2006/relationships/slide" Target="slides/slide4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27.01.26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27/01/2026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 xml:space="preserve"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Projektkonzept &amp; Angebot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HOWDEN Kfz Marktplatz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 xml:space="preserve"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 xml:space="preserve"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 xml:space="preserve"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 xml:space="preserve"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 xml:space="preserve"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 xml:space="preserve"> </a:t>
            </a:r>
            <a:r>
              <a:rPr lang="de-DE" sz="1000" dirty="0" err="1"/>
              <a:t>technology</a:t>
            </a:r>
            <a:r>
              <a:rPr lang="de-DE" sz="1000" dirty="0"/>
              <a:t xml:space="preserve"> </a:t>
            </a:r>
            <a:r>
              <a:rPr lang="de-DE" sz="1000" dirty="0" err="1"/>
              <a:t>partners</a:t>
            </a:r>
            <a:r>
              <a:rPr lang="de-DE" sz="1000" dirty="0"/>
              <a:t xml:space="preserve"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 xml:space="preserve"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 xml:space="preserve"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endParaRPr lang="de-DE" dirty="0"/>
            <a:p>
              <a:pPr algn="l">
                <a:lnSpc>
                  <a:spcPts val="3919"/>
                </a:lnSpc>
              </a:pPr>
              <a:r>
                <a:rPr lang="de-DE" sz="2799" dirty="0"/>
                <a:t>Kein CRM, keine Kundenkonten, keine Vertragsverwaltung erforderlich</a:t>
              </a:r>
            </a:p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commodo </a:t>
            </a:r>
            <a:r>
              <a:rPr lang="de-DE" dirty="0" err="1"/>
              <a:t>ligula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massa</a:t>
            </a:r>
            <a:r>
              <a:rPr lang="de-DE" dirty="0"/>
              <a:t xml:space="preserve">. Cum </a:t>
            </a:r>
            <a:r>
              <a:rPr lang="de-DE" dirty="0" err="1"/>
              <a:t>sociis</a:t>
            </a:r>
            <a:r>
              <a:rPr lang="de-DE" dirty="0"/>
              <a:t xml:space="preserve"> </a:t>
            </a:r>
            <a:r>
              <a:rPr lang="de-DE" dirty="0" err="1"/>
              <a:t>natoque</a:t>
            </a:r>
            <a:r>
              <a:rPr lang="de-DE" dirty="0"/>
              <a:t xml:space="preserve"> </a:t>
            </a:r>
            <a:r>
              <a:rPr lang="de-DE" dirty="0" err="1"/>
              <a:t>penatibus</a:t>
            </a:r>
            <a:r>
              <a:rPr lang="de-DE" dirty="0"/>
              <a:t xml:space="preserve"> et </a:t>
            </a:r>
            <a:r>
              <a:rPr lang="de-DE" dirty="0" err="1"/>
              <a:t>magnis</a:t>
            </a:r>
            <a:r>
              <a:rPr lang="de-DE" dirty="0"/>
              <a:t xml:space="preserve"> </a:t>
            </a:r>
            <a:r>
              <a:rPr lang="de-DE" dirty="0" err="1"/>
              <a:t>dis</a:t>
            </a:r>
            <a:r>
              <a:rPr lang="de-DE" dirty="0"/>
              <a:t xml:space="preserve"> </a:t>
            </a:r>
            <a:r>
              <a:rPr lang="de-DE" dirty="0" err="1"/>
              <a:t>parturient</a:t>
            </a:r>
            <a:r>
              <a:rPr lang="de-DE" dirty="0"/>
              <a:t xml:space="preserve"> </a:t>
            </a:r>
            <a:r>
              <a:rPr lang="de-DE" dirty="0" err="1"/>
              <a:t>montes</a:t>
            </a:r>
            <a:r>
              <a:rPr lang="de-DE" dirty="0"/>
              <a:t xml:space="preserve">, </a:t>
            </a:r>
            <a:r>
              <a:rPr lang="de-DE" dirty="0" err="1"/>
              <a:t>nascetur</a:t>
            </a:r>
            <a:r>
              <a:rPr lang="de-DE" dirty="0"/>
              <a:t xml:space="preserve"> </a:t>
            </a:r>
            <a:r>
              <a:rPr lang="de-DE" dirty="0" err="1"/>
              <a:t>ridiculus</a:t>
            </a:r>
            <a:r>
              <a:rPr lang="de-DE" dirty="0"/>
              <a:t xml:space="preserve"> </a:t>
            </a:r>
            <a:r>
              <a:rPr lang="de-DE" dirty="0" err="1"/>
              <a:t>mus</a:t>
            </a:r>
            <a:r>
              <a:rPr lang="de-DE" dirty="0"/>
              <a:t xml:space="preserve">. </a:t>
            </a:r>
            <a:r>
              <a:rPr lang="de-DE" dirty="0" err="1"/>
              <a:t>Donec</a:t>
            </a:r>
            <a:r>
              <a:rPr lang="de-DE" dirty="0"/>
              <a:t xml:space="preserve"> </a:t>
            </a:r>
            <a:r>
              <a:rPr lang="de-DE" dirty="0" err="1"/>
              <a:t>quam</a:t>
            </a:r>
            <a:r>
              <a:rPr lang="de-DE" dirty="0"/>
              <a:t xml:space="preserve"> </a:t>
            </a:r>
            <a:r>
              <a:rPr lang="de-DE" dirty="0" err="1"/>
              <a:t>felis</a:t>
            </a:r>
            <a:r>
              <a:rPr lang="de-DE" dirty="0"/>
              <a:t xml:space="preserve">, </a:t>
            </a:r>
            <a:r>
              <a:rPr lang="de-DE" dirty="0" err="1"/>
              <a:t>ultricies</a:t>
            </a:r>
            <a:r>
              <a:rPr lang="de-DE" dirty="0"/>
              <a:t xml:space="preserve"> </a:t>
            </a:r>
            <a:r>
              <a:rPr lang="de-DE" dirty="0" err="1"/>
              <a:t>nec</a:t>
            </a:r>
            <a:r>
              <a:rPr lang="de-DE" dirty="0"/>
              <a:t xml:space="preserve">, </a:t>
            </a:r>
            <a:r>
              <a:rPr lang="de-DE" dirty="0" err="1"/>
              <a:t>pellentesque</a:t>
            </a:r>
            <a:r>
              <a:rPr lang="de-DE" dirty="0"/>
              <a:t xml:space="preserve"> </a:t>
            </a:r>
            <a:r>
              <a:rPr lang="de-DE" dirty="0" err="1"/>
              <a:t>eu</a:t>
            </a:r>
            <a:r>
              <a:rPr lang="de-DE" dirty="0"/>
              <a:t xml:space="preserve">, </a:t>
            </a:r>
            <a:r>
              <a:rPr lang="de-DE" dirty="0" err="1"/>
              <a:t>pretium</a:t>
            </a:r>
            <a:r>
              <a:rPr lang="de-DE" dirty="0"/>
              <a:t xml:space="preserve"> </a:t>
            </a:r>
            <a:r>
              <a:rPr lang="de-DE" dirty="0" err="1"/>
              <a:t>quis</a:t>
            </a:r>
            <a:r>
              <a:rPr lang="de-DE" dirty="0"/>
              <a:t xml:space="preserve">, </a:t>
            </a:r>
            <a:r>
              <a:rPr lang="de-DE" dirty="0" err="1"/>
              <a:t>sem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 xml:space="preserve"> </a:t>
            </a:r>
            <a:r>
              <a:rPr lang="de-DE" dirty="0" err="1"/>
              <a:t>consequat</a:t>
            </a:r>
            <a:r>
              <a:rPr lang="de-DE" dirty="0"/>
              <a:t xml:space="preserve"> </a:t>
            </a:r>
            <a:r>
              <a:rPr lang="de-DE" dirty="0" err="1"/>
              <a:t>massa</a:t>
            </a:r>
            <a:r>
              <a:rPr lang="de-DE" dirty="0"/>
              <a:t xml:space="preserve"> </a:t>
            </a:r>
            <a:r>
              <a:rPr lang="de-DE" dirty="0" err="1"/>
              <a:t>quis</a:t>
            </a:r>
            <a:r>
              <a:rPr lang="de-DE" dirty="0"/>
              <a:t xml:space="preserve"> </a:t>
            </a:r>
            <a:r>
              <a:rPr lang="de-DE" dirty="0" err="1"/>
              <a:t>enim</a:t>
            </a:r>
            <a:r>
              <a:rPr lang="de-DE" dirty="0"/>
              <a:t xml:space="preserve">. </a:t>
            </a:r>
            <a:r>
              <a:rPr lang="de-DE" dirty="0" err="1"/>
              <a:t>Donec</a:t>
            </a:r>
            <a:r>
              <a:rPr lang="de-DE" dirty="0"/>
              <a:t xml:space="preserve"> </a:t>
            </a:r>
            <a:r>
              <a:rPr lang="de-DE" dirty="0" err="1"/>
              <a:t>pede</a:t>
            </a:r>
            <a:r>
              <a:rPr lang="de-DE" dirty="0"/>
              <a:t xml:space="preserve"> </a:t>
            </a:r>
            <a:r>
              <a:rPr lang="de-DE" dirty="0" err="1"/>
              <a:t>justo</a:t>
            </a:r>
            <a:r>
              <a:rPr lang="de-DE" dirty="0"/>
              <a:t xml:space="preserve">, </a:t>
            </a:r>
            <a:r>
              <a:rPr lang="de-DE" dirty="0" err="1"/>
              <a:t>fringilla</a:t>
            </a:r>
            <a:r>
              <a:rPr lang="de-DE" dirty="0"/>
              <a:t xml:space="preserve"> </a:t>
            </a:r>
            <a:r>
              <a:rPr lang="de-DE" dirty="0" err="1"/>
              <a:t>vel</a:t>
            </a:r>
            <a:r>
              <a:rPr lang="de-DE" dirty="0"/>
              <a:t xml:space="preserve">, </a:t>
            </a:r>
            <a:r>
              <a:rPr lang="de-DE" dirty="0" err="1"/>
              <a:t>aliquet</a:t>
            </a:r>
            <a:r>
              <a:rPr lang="de-DE" dirty="0"/>
              <a:t xml:space="preserve"> </a:t>
            </a:r>
            <a:r>
              <a:rPr lang="de-DE" dirty="0" err="1"/>
              <a:t>nec</a:t>
            </a:r>
            <a:r>
              <a:rPr lang="de-DE" dirty="0"/>
              <a:t xml:space="preserve">, </a:t>
            </a:r>
            <a:r>
              <a:rPr lang="de-DE" dirty="0" err="1"/>
              <a:t>vulputate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r>
              <a:rPr lang="de-DE" dirty="0"/>
              <a:t xml:space="preserve">, </a:t>
            </a:r>
            <a:r>
              <a:rPr lang="de-DE" dirty="0" err="1"/>
              <a:t>arcu</a:t>
            </a:r>
            <a:r>
              <a:rPr lang="de-DE" dirty="0"/>
              <a:t xml:space="preserve">. In </a:t>
            </a:r>
            <a:r>
              <a:rPr lang="de-DE" dirty="0" err="1"/>
              <a:t>enim</a:t>
            </a:r>
            <a:r>
              <a:rPr lang="de-DE" dirty="0"/>
              <a:t xml:space="preserve"> </a:t>
            </a:r>
            <a:r>
              <a:rPr lang="de-DE" dirty="0" err="1"/>
              <a:t>justo</a:t>
            </a:r>
            <a:r>
              <a:rPr lang="de-DE" dirty="0"/>
              <a:t xml:space="preserve">, </a:t>
            </a:r>
            <a:r>
              <a:rPr lang="de-DE" dirty="0" err="1"/>
              <a:t>rhoncus</a:t>
            </a:r>
            <a:r>
              <a:rPr lang="de-DE" dirty="0"/>
              <a:t xml:space="preserve"> </a:t>
            </a:r>
            <a:r>
              <a:rPr lang="de-DE" dirty="0" err="1"/>
              <a:t>ut</a:t>
            </a:r>
            <a:r>
              <a:rPr lang="de-DE" dirty="0"/>
              <a:t xml:space="preserve">, </a:t>
            </a:r>
            <a:r>
              <a:rPr lang="de-DE" dirty="0" err="1"/>
              <a:t>imperdiet</a:t>
            </a:r>
            <a:r>
              <a:rPr lang="de-DE" dirty="0"/>
              <a:t xml:space="preserve"> a, </a:t>
            </a:r>
            <a:r>
              <a:rPr lang="de-DE" dirty="0" err="1"/>
              <a:t>venenatis</a:t>
            </a:r>
            <a:r>
              <a:rPr lang="de-DE" dirty="0"/>
              <a:t xml:space="preserve"> </a:t>
            </a:r>
            <a:r>
              <a:rPr lang="de-DE" dirty="0" err="1"/>
              <a:t>vitae</a:t>
            </a:r>
            <a:r>
              <a:rPr lang="de-DE" dirty="0"/>
              <a:t xml:space="preserve">, </a:t>
            </a:r>
            <a:r>
              <a:rPr lang="de-DE" dirty="0" err="1"/>
              <a:t>justo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 xml:space="preserve"> </a:t>
            </a:r>
            <a:r>
              <a:rPr lang="de-DE" dirty="0" err="1"/>
              <a:t>dapibus</a:t>
            </a:r>
            <a:r>
              <a:rPr lang="de-DE" dirty="0"/>
              <a:t xml:space="preserve">. </a:t>
            </a:r>
            <a:r>
              <a:rPr lang="de-DE" dirty="0" err="1"/>
              <a:t>Vivamus</a:t>
            </a:r>
            <a:r>
              <a:rPr lang="de-DE" dirty="0"/>
              <a:t xml:space="preserve"> </a:t>
            </a:r>
            <a:r>
              <a:rPr lang="de-DE" dirty="0" err="1"/>
              <a:t>elementum</a:t>
            </a:r>
            <a:r>
              <a:rPr lang="de-DE" dirty="0"/>
              <a:t xml:space="preserve"> </a:t>
            </a:r>
            <a:r>
              <a:rPr lang="de-DE" dirty="0" err="1"/>
              <a:t>semper</a:t>
            </a:r>
            <a:r>
              <a:rPr lang="de-DE" dirty="0"/>
              <a:t xml:space="preserve"> </a:t>
            </a:r>
            <a:r>
              <a:rPr lang="de-DE" dirty="0" err="1"/>
              <a:t>nisi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vulputate</a:t>
            </a:r>
            <a:r>
              <a:rPr lang="de-DE" dirty="0"/>
              <a:t xml:space="preserve"> </a:t>
            </a:r>
            <a:r>
              <a:rPr lang="de-DE" dirty="0" err="1"/>
              <a:t>eleifend</a:t>
            </a:r>
            <a:r>
              <a:rPr lang="de-DE" dirty="0"/>
              <a:t xml:space="preserve"> </a:t>
            </a:r>
            <a:r>
              <a:rPr lang="de-DE" dirty="0" err="1"/>
              <a:t>tellus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leo</a:t>
            </a:r>
            <a:r>
              <a:rPr lang="de-DE" dirty="0"/>
              <a:t xml:space="preserve"> </a:t>
            </a:r>
            <a:r>
              <a:rPr lang="de-DE" dirty="0" err="1"/>
              <a:t>ligula</a:t>
            </a:r>
            <a:r>
              <a:rPr lang="de-DE" dirty="0"/>
              <a:t xml:space="preserve">, </a:t>
            </a:r>
            <a:r>
              <a:rPr lang="de-DE" dirty="0" err="1"/>
              <a:t>porttitor</a:t>
            </a:r>
            <a:r>
              <a:rPr lang="de-DE" dirty="0"/>
              <a:t xml:space="preserve"> </a:t>
            </a:r>
            <a:r>
              <a:rPr lang="de-DE" dirty="0" err="1"/>
              <a:t>eu</a:t>
            </a:r>
            <a:r>
              <a:rPr lang="de-DE" dirty="0"/>
              <a:t xml:space="preserve">, </a:t>
            </a:r>
            <a:r>
              <a:rPr lang="de-DE" dirty="0" err="1"/>
              <a:t>consequat</a:t>
            </a:r>
            <a:r>
              <a:rPr lang="de-DE" dirty="0"/>
              <a:t xml:space="preserve"> </a:t>
            </a:r>
            <a:r>
              <a:rPr lang="de-DE" dirty="0" err="1"/>
              <a:t>vitae</a:t>
            </a:r>
            <a:r>
              <a:rPr lang="de-DE" dirty="0"/>
              <a:t xml:space="preserve">, </a:t>
            </a:r>
            <a:r>
              <a:rPr lang="de-DE" dirty="0" err="1"/>
              <a:t>eleifend</a:t>
            </a:r>
            <a:r>
              <a:rPr lang="de-DE" dirty="0"/>
              <a:t xml:space="preserve"> </a:t>
            </a:r>
            <a:r>
              <a:rPr lang="de-DE" dirty="0" err="1"/>
              <a:t>ac</a:t>
            </a:r>
            <a:r>
              <a:rPr lang="de-DE" dirty="0"/>
              <a:t xml:space="preserve">, </a:t>
            </a:r>
            <a:r>
              <a:rPr lang="de-DE" dirty="0" err="1"/>
              <a:t>enim</a:t>
            </a:r>
            <a:r>
              <a:rPr lang="de-DE" dirty="0"/>
              <a:t xml:space="preserve"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 err="1"/>
              <a:t>Projektüberblick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Geschäftsmodell &amp; Architektur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ea typeface="Roboto" panose="02000000000000000000" pitchFamily="2" charset="0"/>
              </a:rPr>
              <a:t>Projektumfang (Scope)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Zeitplanung &amp; Aufwand</a:t>
            </a:r>
          </a:p>
          <a:p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Aufwandsschätzung — 122 Personentage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 xml:space="preserve"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 xml:space="preserve"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 xml:space="preserve"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 xml:space="preserve"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 xml:space="preserve"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815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5277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sser, Screenshot, Blau, Türkis enthält.  Automatisch generierte Beschreibung">
            <a:extLst>
              <a:ext uri="{FF2B5EF4-FFF2-40B4-BE49-F238E27FC236}">
                <a16:creationId xmlns:a16="http://schemas.microsoft.com/office/drawing/2014/main" id="{6BA83FF4-DC8A-702F-D617-9002EA1982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 xml:space="preserve"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 xml:space="preserve"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 xml:space="preserve"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 xml:space="preserve"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 xml:space="preserve"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 xml:space="preserve"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 xml:space="preserve"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258950" y="3429000"/>
            <a:ext cx="4076250" cy="28448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commodo </a:t>
            </a:r>
            <a:r>
              <a:rPr lang="de-DE" dirty="0" err="1"/>
              <a:t>ligula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massa</a:t>
            </a:r>
            <a:r>
              <a:rPr lang="de-DE" dirty="0"/>
              <a:t xml:space="preserve">. Cum </a:t>
            </a:r>
            <a:r>
              <a:rPr lang="de-DE" dirty="0" err="1"/>
              <a:t>sociis</a:t>
            </a:r>
            <a:r>
              <a:rPr lang="de-DE" dirty="0"/>
              <a:t xml:space="preserve"> </a:t>
            </a:r>
            <a:r>
              <a:rPr lang="de-DE" dirty="0" err="1"/>
              <a:t>natoque</a:t>
            </a:r>
            <a:r>
              <a:rPr lang="de-DE" dirty="0"/>
              <a:t xml:space="preserve"> </a:t>
            </a:r>
            <a:r>
              <a:rPr lang="de-DE" dirty="0" err="1"/>
              <a:t>penatibus</a:t>
            </a:r>
            <a:r>
              <a:rPr lang="de-DE" dirty="0"/>
              <a:t xml:space="preserve"> et </a:t>
            </a:r>
            <a:r>
              <a:rPr lang="de-DE" dirty="0" err="1"/>
              <a:t>magnis</a:t>
            </a:r>
            <a:r>
              <a:rPr lang="de-DE" dirty="0"/>
              <a:t xml:space="preserve"> </a:t>
            </a:r>
            <a:r>
              <a:rPr lang="de-DE" dirty="0" err="1"/>
              <a:t>dis</a:t>
            </a:r>
            <a:r>
              <a:rPr lang="de-DE" dirty="0"/>
              <a:t xml:space="preserve"> </a:t>
            </a:r>
            <a:r>
              <a:rPr lang="de-DE" dirty="0" err="1"/>
              <a:t>parturient</a:t>
            </a:r>
            <a:r>
              <a:rPr lang="de-DE" dirty="0"/>
              <a:t xml:space="preserve"> </a:t>
            </a:r>
            <a:r>
              <a:rPr lang="de-DE" dirty="0" err="1"/>
              <a:t>montes</a:t>
            </a:r>
            <a:r>
              <a:rPr lang="de-DE" dirty="0"/>
              <a:t xml:space="preserve">, </a:t>
            </a:r>
            <a:r>
              <a:rPr lang="de-DE" dirty="0" err="1"/>
              <a:t>nascetur</a:t>
            </a:r>
            <a:r>
              <a:rPr lang="de-DE" dirty="0"/>
              <a:t xml:space="preserve"> </a:t>
            </a:r>
            <a:r>
              <a:rPr lang="de-DE" dirty="0" err="1"/>
              <a:t>ridiculus</a:t>
            </a:r>
            <a:r>
              <a:rPr lang="de-DE" dirty="0"/>
              <a:t xml:space="preserve"> </a:t>
            </a:r>
            <a:r>
              <a:rPr lang="de-DE" dirty="0" err="1"/>
              <a:t>mus</a:t>
            </a:r>
            <a:r>
              <a:rPr lang="de-DE" dirty="0"/>
              <a:t xml:space="preserve">. </a:t>
            </a:r>
            <a:r>
              <a:rPr lang="de-DE" dirty="0" err="1"/>
              <a:t>Donec</a:t>
            </a:r>
            <a:r>
              <a:rPr lang="de-DE" dirty="0"/>
              <a:t xml:space="preserve"> quam </a:t>
            </a:r>
            <a:r>
              <a:rPr lang="de-DE" dirty="0" err="1"/>
              <a:t>felis</a:t>
            </a:r>
            <a:r>
              <a:rPr lang="de-DE" dirty="0"/>
              <a:t xml:space="preserve">, </a:t>
            </a:r>
            <a:r>
              <a:rPr lang="de-DE" dirty="0" err="1"/>
              <a:t>ultricies</a:t>
            </a:r>
            <a:r>
              <a:rPr lang="de-DE" dirty="0"/>
              <a:t xml:space="preserve"> </a:t>
            </a:r>
            <a:r>
              <a:rPr lang="de-DE" dirty="0" err="1"/>
              <a:t>nec</a:t>
            </a:r>
            <a:r>
              <a:rPr lang="de-DE" dirty="0"/>
              <a:t xml:space="preserve">, </a:t>
            </a:r>
            <a:r>
              <a:rPr lang="de-DE" dirty="0" err="1"/>
              <a:t>pellentesque</a:t>
            </a:r>
            <a:r>
              <a:rPr lang="de-DE" dirty="0"/>
              <a:t xml:space="preserve"> </a:t>
            </a:r>
            <a:r>
              <a:rPr lang="de-DE" dirty="0" err="1"/>
              <a:t>eu</a:t>
            </a:r>
            <a:r>
              <a:rPr lang="de-DE" dirty="0"/>
              <a:t xml:space="preserve">, </a:t>
            </a:r>
            <a:r>
              <a:rPr lang="de-DE" dirty="0" err="1"/>
              <a:t>pretium</a:t>
            </a:r>
            <a:r>
              <a:rPr lang="de-DE" dirty="0"/>
              <a:t xml:space="preserve"> </a:t>
            </a:r>
            <a:r>
              <a:rPr lang="de-DE" dirty="0" err="1"/>
              <a:t>quis</a:t>
            </a:r>
            <a:r>
              <a:rPr lang="de-DE" dirty="0"/>
              <a:t xml:space="preserve">, </a:t>
            </a:r>
            <a:r>
              <a:rPr lang="de-DE" dirty="0" err="1"/>
              <a:t>sem</a:t>
            </a:r>
            <a:r>
              <a:rPr lang="de-DE" dirty="0"/>
              <a:t xml:space="preserve"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8950" y="331304"/>
            <a:ext cx="3200224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409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 xml:space="preserve">Maecenas </a:t>
            </a:r>
            <a:r>
              <a:rPr lang="de-DE" dirty="0" err="1"/>
              <a:t>tempus</a:t>
            </a:r>
            <a:r>
              <a:rPr lang="de-DE" dirty="0"/>
              <a:t xml:space="preserve">, </a:t>
            </a:r>
            <a:r>
              <a:rPr lang="de-DE" dirty="0" err="1"/>
              <a:t>tellus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 xml:space="preserve"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 xml:space="preserve"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 xml:space="preserve"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772" y="2060848"/>
            <a:ext cx="1860564" cy="958976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714825" y="2060848"/>
            <a:ext cx="1869928" cy="958976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3679" y="2060848"/>
            <a:ext cx="1863684" cy="958974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733" y="2060848"/>
            <a:ext cx="1863685" cy="958974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3717838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5636771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555704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9474636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14" y="2060848"/>
            <a:ext cx="1855583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798905" y="2060847"/>
            <a:ext cx="1860563" cy="95032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 xml:space="preserve">Maecenas </a:t>
            </a:r>
            <a:r>
              <a:rPr lang="de-DE" dirty="0" err="1"/>
              <a:t>tempus</a:t>
            </a:r>
            <a:r>
              <a:rPr lang="de-DE" dirty="0"/>
              <a:t xml:space="preserve">, </a:t>
            </a:r>
            <a:r>
              <a:rPr lang="de-DE" dirty="0" err="1"/>
              <a:t>tellus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88D42-E262-F761-C971-74A00CA6DF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>
          <a:xfrm>
            <a:off x="179890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905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12675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 xml:space="preserve"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natoque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 xml:space="preserve"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nascetur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ridiculus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mus</a:t>
            </a:r>
            <a:r>
              <a:rPr lang="de-DE" sz="1000" dirty="0">
                <a:latin typeface="Roboto" panose="02000000000000000000" pitchFamily="2" charset="0"/>
              </a:rPr>
              <a:t xml:space="preserve"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2505225" y="3312641"/>
            <a:ext cx="399627" cy="333947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93" name="Rechteck 92"/>
          <p:cNvSpPr/>
          <p:nvPr/>
        </p:nvSpPr>
        <p:spPr>
          <a:xfrm>
            <a:off x="3720852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Textfeld 95"/>
          <p:cNvSpPr txBox="1"/>
          <p:nvPr/>
        </p:nvSpPr>
        <p:spPr>
          <a:xfrm>
            <a:off x="3717838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Aenean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commodo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3831608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quam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ultricies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pellentesque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sem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Nulla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fringilla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vel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aliquet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arcu</a:t>
            </a:r>
            <a:r>
              <a:rPr lang="de-DE" sz="1000" dirty="0">
                <a:latin typeface="Roboto" panose="02000000000000000000" pitchFamily="2" charset="0"/>
              </a:rPr>
              <a:t xml:space="preserve">. In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rhoncus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ut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imperdiet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642799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636771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750541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 xml:space="preserve"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756474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555704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7669474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 xml:space="preserve"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 xml:space="preserve"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Phasellus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26" name="Rechteck 125"/>
          <p:cNvSpPr/>
          <p:nvPr/>
        </p:nvSpPr>
        <p:spPr>
          <a:xfrm>
            <a:off x="9486691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Textfeld 128"/>
          <p:cNvSpPr txBox="1"/>
          <p:nvPr/>
        </p:nvSpPr>
        <p:spPr>
          <a:xfrm>
            <a:off x="9474636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Phasellus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viverra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 xml:space="preserve"> </a:t>
            </a:r>
          </a:p>
        </p:txBody>
      </p:sp>
      <p:sp>
        <p:nvSpPr>
          <p:cNvPr id="130" name="Textfeld 129"/>
          <p:cNvSpPr txBox="1"/>
          <p:nvPr/>
        </p:nvSpPr>
        <p:spPr>
          <a:xfrm>
            <a:off x="9588406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 xml:space="preserve"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 xml:space="preserve"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 xml:space="preserve"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4443687" y="3292993"/>
            <a:ext cx="356991" cy="377623"/>
            <a:chOff x="-1351103" y="2702234"/>
            <a:chExt cx="553011" cy="605875"/>
          </a:xfrm>
        </p:grpSpPr>
        <p:grpSp>
          <p:nvGrpSpPr>
            <p:cNvPr id="64" name="Gruppieren 63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71" name="Ellipse 7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72" name="Gruppieren 71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73" name="Freihandform 72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4" name="Freihandform 73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65" name="Gruppieren 64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69" name="Ellipse 6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0" name="Freihandform 69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67" name="Ellipse 6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Freihandform 67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2" name="Gruppieren 51"/>
          <p:cNvGrpSpPr/>
          <p:nvPr/>
        </p:nvGrpSpPr>
        <p:grpSpPr>
          <a:xfrm>
            <a:off x="8234673" y="3265890"/>
            <a:ext cx="394301" cy="380698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77045" y="3292556"/>
            <a:ext cx="385654" cy="374019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10206637" y="3193909"/>
            <a:ext cx="406203" cy="430072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16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 xml:space="preserve">Maecenas </a:t>
            </a:r>
            <a:r>
              <a:rPr lang="de-DE" dirty="0" err="1"/>
              <a:t>tempus</a:t>
            </a:r>
            <a:r>
              <a:rPr lang="de-DE" dirty="0"/>
              <a:t xml:space="preserve">, </a:t>
            </a:r>
            <a:r>
              <a:rPr lang="de-DE" dirty="0" err="1"/>
              <a:t>tellus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Cum.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 xml:space="preserve"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nato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 xml:space="preserve"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 xml:space="preserve"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 xml:space="preserve"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 xml:space="preserve"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 xml:space="preserve">. 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Zeitplanung — 16 Wochen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04A68-C108-469B-7327-3FE3B141F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1869394" y="3025844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1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1869394" y="3480725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2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1869394" y="3935606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3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1869394" y="4390487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4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1869394" y="4845368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5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1869394" y="5300249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6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1869394" y="5755131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Phase 7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 xml:space="preserve"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175377" y="4901314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9563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>
            <a:off x="212766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8843378" y="500487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32947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3224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8225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3683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91418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46002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40058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5517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975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643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 xml:space="preserve"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75047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2391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7278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18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261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84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73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306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bgerundetes Rechteck 116"/>
          <p:cNvSpPr>
            <a:spLocks/>
          </p:cNvSpPr>
          <p:nvPr/>
        </p:nvSpPr>
        <p:spPr>
          <a:xfrm>
            <a:off x="3304816" y="3078017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4092964" y="3532898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95760" y="5807304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665006" y="3987779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970180" y="4442660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93005" y="5352422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8119" y="5807304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4007809" y="317947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4836750" y="3634409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148391" y="407327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536201" y="4537423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91612" y="544729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9945" y="591335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000947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BUILD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100824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TEST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31640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SETUP</a:t>
            </a:r>
            <a:endParaRPr lang="de-DE" sz="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78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 xml:space="preserve"> </a:t>
            </a:r>
            <a:r>
              <a:rPr lang="de-DE" dirty="0" err="1"/>
              <a:t>ipsum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 </a:t>
            </a:r>
            <a:r>
              <a:rPr lang="de-DE" dirty="0" err="1"/>
              <a:t>sit</a:t>
            </a:r>
            <a:r>
              <a:rPr lang="de-DE" dirty="0"/>
              <a:t xml:space="preserve"> </a:t>
            </a:r>
            <a:r>
              <a:rPr lang="de-DE" dirty="0" err="1"/>
              <a:t>amet</a:t>
            </a:r>
            <a:r>
              <a:rPr lang="de-DE" dirty="0"/>
              <a:t xml:space="preserve">, </a:t>
            </a:r>
            <a:r>
              <a:rPr lang="de-DE" dirty="0" err="1"/>
              <a:t>consectetuer</a:t>
            </a:r>
            <a:r>
              <a:rPr lang="de-DE" dirty="0"/>
              <a:t xml:space="preserve"> </a:t>
            </a:r>
            <a:r>
              <a:rPr lang="de-DE" dirty="0" err="1"/>
              <a:t>adipiscing</a:t>
            </a:r>
            <a:r>
              <a:rPr lang="de-DE" dirty="0"/>
              <a:t xml:space="preserve"> </a:t>
            </a:r>
            <a:r>
              <a:rPr lang="de-DE" dirty="0" err="1"/>
              <a:t>elit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commodo </a:t>
            </a:r>
            <a:r>
              <a:rPr lang="de-DE" dirty="0" err="1"/>
              <a:t>ligula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r>
              <a:rPr lang="de-DE" dirty="0"/>
              <a:t xml:space="preserve"> </a:t>
            </a:r>
            <a:r>
              <a:rPr lang="de-DE" dirty="0" err="1"/>
              <a:t>dolor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massa</a:t>
            </a:r>
            <a:r>
              <a:rPr lang="de-DE" dirty="0"/>
              <a:t xml:space="preserve">. Cum </a:t>
            </a:r>
            <a:r>
              <a:rPr lang="de-DE" dirty="0" err="1"/>
              <a:t>sociis</a:t>
            </a:r>
            <a:r>
              <a:rPr lang="de-DE" dirty="0"/>
              <a:t xml:space="preserve"> </a:t>
            </a:r>
            <a:r>
              <a:rPr lang="de-DE" dirty="0" err="1"/>
              <a:t>natoque</a:t>
            </a:r>
            <a:r>
              <a:rPr lang="de-DE" dirty="0"/>
              <a:t xml:space="preserve"> </a:t>
            </a:r>
            <a:r>
              <a:rPr lang="de-DE" dirty="0" err="1"/>
              <a:t>penatibus</a:t>
            </a:r>
            <a:r>
              <a:rPr lang="de-DE" dirty="0"/>
              <a:t xml:space="preserve"> et </a:t>
            </a:r>
            <a:r>
              <a:rPr lang="de-DE" dirty="0" err="1"/>
              <a:t>magnis</a:t>
            </a:r>
            <a:r>
              <a:rPr lang="de-DE" dirty="0"/>
              <a:t xml:space="preserve"> </a:t>
            </a:r>
            <a:r>
              <a:rPr lang="de-DE" dirty="0" err="1"/>
              <a:t>dis</a:t>
            </a:r>
            <a:r>
              <a:rPr lang="de-DE" dirty="0"/>
              <a:t xml:space="preserve"> </a:t>
            </a:r>
            <a:r>
              <a:rPr lang="de-DE" dirty="0" err="1"/>
              <a:t>parturient</a:t>
            </a:r>
            <a:r>
              <a:rPr lang="de-DE" dirty="0"/>
              <a:t xml:space="preserve"> </a:t>
            </a:r>
            <a:r>
              <a:rPr lang="de-DE" dirty="0" err="1"/>
              <a:t>montes</a:t>
            </a:r>
            <a:r>
              <a:rPr lang="de-DE" dirty="0"/>
              <a:t xml:space="preserve">, </a:t>
            </a:r>
            <a:r>
              <a:rPr lang="de-DE" dirty="0" err="1"/>
              <a:t>nascetur</a:t>
            </a:r>
            <a:r>
              <a:rPr lang="de-DE" dirty="0"/>
              <a:t xml:space="preserve"> </a:t>
            </a:r>
            <a:r>
              <a:rPr lang="de-DE" dirty="0" err="1"/>
              <a:t>ridiculus</a:t>
            </a:r>
            <a:r>
              <a:rPr lang="de-DE" dirty="0"/>
              <a:t xml:space="preserve"> </a:t>
            </a:r>
            <a:r>
              <a:rPr lang="de-DE" dirty="0" err="1"/>
              <a:t>mus</a:t>
            </a:r>
            <a:r>
              <a:rPr lang="de-DE" dirty="0"/>
              <a:t xml:space="preserve">. </a:t>
            </a:r>
            <a:r>
              <a:rPr lang="de-DE" dirty="0" err="1"/>
              <a:t>Donec</a:t>
            </a:r>
            <a:r>
              <a:rPr lang="de-DE" dirty="0"/>
              <a:t xml:space="preserve"> </a:t>
            </a:r>
            <a:r>
              <a:rPr lang="de-DE" dirty="0" err="1"/>
              <a:t>quam</a:t>
            </a:r>
            <a:r>
              <a:rPr lang="de-DE" dirty="0"/>
              <a:t xml:space="preserve"> </a:t>
            </a:r>
            <a:r>
              <a:rPr lang="de-DE" dirty="0" err="1"/>
              <a:t>felis</a:t>
            </a:r>
            <a:r>
              <a:rPr lang="de-DE" dirty="0"/>
              <a:t xml:space="preserve">, </a:t>
            </a:r>
            <a:r>
              <a:rPr lang="de-DE" dirty="0" err="1"/>
              <a:t>ultricies</a:t>
            </a:r>
            <a:r>
              <a:rPr lang="de-DE" dirty="0"/>
              <a:t xml:space="preserve"> </a:t>
            </a:r>
            <a:r>
              <a:rPr lang="de-DE" dirty="0" err="1"/>
              <a:t>nec</a:t>
            </a:r>
            <a:r>
              <a:rPr lang="de-DE" dirty="0"/>
              <a:t xml:space="preserve">, </a:t>
            </a:r>
            <a:r>
              <a:rPr lang="de-DE" dirty="0" err="1"/>
              <a:t>pellentesque</a:t>
            </a:r>
            <a:r>
              <a:rPr lang="de-DE" dirty="0"/>
              <a:t xml:space="preserve"> </a:t>
            </a:r>
            <a:r>
              <a:rPr lang="de-DE" dirty="0" err="1"/>
              <a:t>eu</a:t>
            </a:r>
            <a:r>
              <a:rPr lang="de-DE" dirty="0"/>
              <a:t xml:space="preserve">, </a:t>
            </a:r>
            <a:r>
              <a:rPr lang="de-DE" dirty="0" err="1"/>
              <a:t>pretium</a:t>
            </a:r>
            <a:r>
              <a:rPr lang="de-DE" dirty="0"/>
              <a:t xml:space="preserve"> </a:t>
            </a:r>
            <a:r>
              <a:rPr lang="de-DE" dirty="0" err="1"/>
              <a:t>quis</a:t>
            </a:r>
            <a:r>
              <a:rPr lang="de-DE" dirty="0"/>
              <a:t xml:space="preserve">, </a:t>
            </a:r>
            <a:r>
              <a:rPr lang="de-DE" dirty="0" err="1"/>
              <a:t>sem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 xml:space="preserve"> </a:t>
            </a:r>
            <a:r>
              <a:rPr lang="de-DE" dirty="0" err="1"/>
              <a:t>consequat</a:t>
            </a:r>
            <a:r>
              <a:rPr lang="de-DE" dirty="0"/>
              <a:t xml:space="preserve"> </a:t>
            </a:r>
            <a:r>
              <a:rPr lang="de-DE" dirty="0" err="1"/>
              <a:t>massa</a:t>
            </a:r>
            <a:r>
              <a:rPr lang="de-DE" dirty="0"/>
              <a:t xml:space="preserve"> </a:t>
            </a:r>
            <a:r>
              <a:rPr lang="de-DE" dirty="0" err="1"/>
              <a:t>quis</a:t>
            </a:r>
            <a:r>
              <a:rPr lang="de-DE" dirty="0"/>
              <a:t xml:space="preserve"> </a:t>
            </a:r>
            <a:r>
              <a:rPr lang="de-DE" dirty="0" err="1"/>
              <a:t>enim</a:t>
            </a:r>
            <a:r>
              <a:rPr lang="de-DE" dirty="0"/>
              <a:t xml:space="preserve">. </a:t>
            </a:r>
            <a:r>
              <a:rPr lang="de-DE" dirty="0" err="1"/>
              <a:t>Donec</a:t>
            </a:r>
            <a:r>
              <a:rPr lang="de-DE" dirty="0"/>
              <a:t xml:space="preserve"> </a:t>
            </a:r>
            <a:r>
              <a:rPr lang="de-DE" dirty="0" err="1"/>
              <a:t>pede</a:t>
            </a:r>
            <a:r>
              <a:rPr lang="de-DE" dirty="0"/>
              <a:t xml:space="preserve"> </a:t>
            </a:r>
            <a:r>
              <a:rPr lang="de-DE" dirty="0" err="1"/>
              <a:t>justo</a:t>
            </a:r>
            <a:r>
              <a:rPr lang="de-DE" dirty="0"/>
              <a:t xml:space="preserve">, </a:t>
            </a:r>
            <a:r>
              <a:rPr lang="de-DE" dirty="0" err="1"/>
              <a:t>fringilla</a:t>
            </a:r>
            <a:r>
              <a:rPr lang="de-DE" dirty="0"/>
              <a:t xml:space="preserve"> </a:t>
            </a:r>
            <a:r>
              <a:rPr lang="de-DE" dirty="0" err="1"/>
              <a:t>vel</a:t>
            </a:r>
            <a:r>
              <a:rPr lang="de-DE" dirty="0"/>
              <a:t xml:space="preserve">, </a:t>
            </a:r>
            <a:r>
              <a:rPr lang="de-DE" dirty="0" err="1"/>
              <a:t>aliquet</a:t>
            </a:r>
            <a:r>
              <a:rPr lang="de-DE" dirty="0"/>
              <a:t xml:space="preserve"> </a:t>
            </a:r>
            <a:r>
              <a:rPr lang="de-DE" dirty="0" err="1"/>
              <a:t>nec</a:t>
            </a:r>
            <a:r>
              <a:rPr lang="de-DE" dirty="0"/>
              <a:t xml:space="preserve">, </a:t>
            </a:r>
            <a:r>
              <a:rPr lang="de-DE" dirty="0" err="1"/>
              <a:t>vulputate</a:t>
            </a:r>
            <a:r>
              <a:rPr lang="de-DE" dirty="0"/>
              <a:t xml:space="preserve"> </a:t>
            </a:r>
            <a:r>
              <a:rPr lang="de-DE" dirty="0" err="1"/>
              <a:t>eget</a:t>
            </a:r>
            <a:r>
              <a:rPr lang="de-DE" dirty="0"/>
              <a:t xml:space="preserve">, </a:t>
            </a:r>
            <a:r>
              <a:rPr lang="de-DE" dirty="0" err="1"/>
              <a:t>arcu</a:t>
            </a:r>
            <a:r>
              <a:rPr lang="de-DE" dirty="0"/>
              <a:t xml:space="preserve">. In </a:t>
            </a:r>
            <a:r>
              <a:rPr lang="de-DE" dirty="0" err="1"/>
              <a:t>enim</a:t>
            </a:r>
            <a:r>
              <a:rPr lang="de-DE" dirty="0"/>
              <a:t xml:space="preserve"> </a:t>
            </a:r>
            <a:r>
              <a:rPr lang="de-DE" dirty="0" err="1"/>
              <a:t>justo</a:t>
            </a:r>
            <a:r>
              <a:rPr lang="de-DE" dirty="0"/>
              <a:t xml:space="preserve">, </a:t>
            </a:r>
            <a:r>
              <a:rPr lang="de-DE" dirty="0" err="1"/>
              <a:t>rhoncus</a:t>
            </a:r>
            <a:r>
              <a:rPr lang="de-DE" dirty="0"/>
              <a:t xml:space="preserve"> </a:t>
            </a:r>
            <a:r>
              <a:rPr lang="de-DE" dirty="0" err="1"/>
              <a:t>ut</a:t>
            </a:r>
            <a:r>
              <a:rPr lang="de-DE" dirty="0"/>
              <a:t xml:space="preserve">, </a:t>
            </a:r>
            <a:r>
              <a:rPr lang="de-DE" dirty="0" err="1"/>
              <a:t>imperdiet</a:t>
            </a:r>
            <a:r>
              <a:rPr lang="de-DE" dirty="0"/>
              <a:t xml:space="preserve"> a, </a:t>
            </a:r>
            <a:r>
              <a:rPr lang="de-DE" dirty="0" err="1"/>
              <a:t>venenatis</a:t>
            </a:r>
            <a:r>
              <a:rPr lang="de-DE" dirty="0"/>
              <a:t xml:space="preserve"> </a:t>
            </a:r>
            <a:r>
              <a:rPr lang="de-DE" dirty="0" err="1"/>
              <a:t>vitae</a:t>
            </a:r>
            <a:r>
              <a:rPr lang="de-DE" dirty="0"/>
              <a:t xml:space="preserve">, </a:t>
            </a:r>
            <a:r>
              <a:rPr lang="de-DE" dirty="0" err="1"/>
              <a:t>justo</a:t>
            </a:r>
            <a:r>
              <a:rPr lang="de-DE" dirty="0"/>
              <a:t xml:space="preserve"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 xml:space="preserve"> </a:t>
            </a:r>
            <a:r>
              <a:rPr lang="de-DE" dirty="0" err="1"/>
              <a:t>dapibus</a:t>
            </a:r>
            <a:r>
              <a:rPr lang="de-DE" dirty="0"/>
              <a:t xml:space="preserve">. </a:t>
            </a:r>
            <a:r>
              <a:rPr lang="de-DE" dirty="0" err="1"/>
              <a:t>Vivamus</a:t>
            </a:r>
            <a:r>
              <a:rPr lang="de-DE" dirty="0"/>
              <a:t xml:space="preserve"> </a:t>
            </a:r>
            <a:r>
              <a:rPr lang="de-DE" dirty="0" err="1"/>
              <a:t>elementum</a:t>
            </a:r>
            <a:r>
              <a:rPr lang="de-DE" dirty="0"/>
              <a:t xml:space="preserve"> </a:t>
            </a:r>
            <a:r>
              <a:rPr lang="de-DE" dirty="0" err="1"/>
              <a:t>semper</a:t>
            </a:r>
            <a:r>
              <a:rPr lang="de-DE" dirty="0"/>
              <a:t xml:space="preserve"> </a:t>
            </a:r>
            <a:r>
              <a:rPr lang="de-DE" dirty="0" err="1"/>
              <a:t>nisi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vulputate</a:t>
            </a:r>
            <a:r>
              <a:rPr lang="de-DE" dirty="0"/>
              <a:t xml:space="preserve"> </a:t>
            </a:r>
            <a:r>
              <a:rPr lang="de-DE" dirty="0" err="1"/>
              <a:t>eleifend</a:t>
            </a:r>
            <a:r>
              <a:rPr lang="de-DE" dirty="0"/>
              <a:t xml:space="preserve"> </a:t>
            </a:r>
            <a:r>
              <a:rPr lang="de-DE" dirty="0" err="1"/>
              <a:t>tellus</a:t>
            </a:r>
            <a:r>
              <a:rPr lang="de-DE" dirty="0"/>
              <a:t xml:space="preserve">. </a:t>
            </a:r>
            <a:r>
              <a:rPr lang="de-DE" dirty="0" err="1"/>
              <a:t>Aenean</a:t>
            </a:r>
            <a:r>
              <a:rPr lang="de-DE" dirty="0"/>
              <a:t xml:space="preserve"> </a:t>
            </a:r>
            <a:r>
              <a:rPr lang="de-DE" dirty="0" err="1"/>
              <a:t>leo</a:t>
            </a:r>
            <a:r>
              <a:rPr lang="de-DE" dirty="0"/>
              <a:t xml:space="preserve"> </a:t>
            </a:r>
            <a:r>
              <a:rPr lang="de-DE" dirty="0" err="1"/>
              <a:t>ligula</a:t>
            </a:r>
            <a:r>
              <a:rPr lang="de-DE" dirty="0"/>
              <a:t xml:space="preserve">, </a:t>
            </a:r>
            <a:r>
              <a:rPr lang="de-DE" dirty="0" err="1"/>
              <a:t>porttitor</a:t>
            </a:r>
            <a:r>
              <a:rPr lang="de-DE" dirty="0"/>
              <a:t xml:space="preserve"> </a:t>
            </a:r>
            <a:r>
              <a:rPr lang="de-DE" dirty="0" err="1"/>
              <a:t>eu</a:t>
            </a:r>
            <a:r>
              <a:rPr lang="de-DE" dirty="0"/>
              <a:t xml:space="preserve">, </a:t>
            </a:r>
            <a:r>
              <a:rPr lang="de-DE" dirty="0" err="1"/>
              <a:t>consequat</a:t>
            </a:r>
            <a:r>
              <a:rPr lang="de-DE" dirty="0"/>
              <a:t xml:space="preserve"> </a:t>
            </a:r>
            <a:r>
              <a:rPr lang="de-DE" dirty="0" err="1"/>
              <a:t>vitae</a:t>
            </a:r>
            <a:r>
              <a:rPr lang="de-DE" dirty="0"/>
              <a:t xml:space="preserve">, </a:t>
            </a:r>
            <a:r>
              <a:rPr lang="de-DE" dirty="0" err="1"/>
              <a:t>eleifend</a:t>
            </a:r>
            <a:r>
              <a:rPr lang="de-DE" dirty="0"/>
              <a:t xml:space="preserve"> </a:t>
            </a:r>
            <a:r>
              <a:rPr lang="de-DE" dirty="0" err="1"/>
              <a:t>ac</a:t>
            </a:r>
            <a:r>
              <a:rPr lang="de-DE" dirty="0"/>
              <a:t xml:space="preserve">, </a:t>
            </a:r>
            <a:r>
              <a:rPr lang="de-DE" dirty="0" err="1"/>
              <a:t>enim</a:t>
            </a:r>
            <a:r>
              <a:rPr lang="de-DE" dirty="0"/>
              <a:t xml:space="preserve"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4640</Words>
  <Application>Microsoft Macintosh PowerPoint</Application>
  <PresentationFormat>Breitbild</PresentationFormat>
  <Paragraphs>496</Paragraphs>
  <Slides>46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2" baseType="lpstr">
      <vt:lpstr>Wingdings</vt:lpstr>
      <vt:lpstr>Roboto</vt:lpstr>
      <vt:lpstr>Roboto Black</vt:lpstr>
      <vt:lpstr>Arial</vt:lpstr>
      <vt:lpstr>Calibri</vt:lpstr>
      <vt:lpstr>mgm Master</vt:lpstr>
      <vt:lpstr>mgm tp/sp/ip title</vt:lpstr>
      <vt:lpstr>PowerPoint-Präsentation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231</cp:revision>
  <dcterms:created xsi:type="dcterms:W3CDTF">2023-03-17T12:25:06Z</dcterms:created>
  <dcterms:modified xsi:type="dcterms:W3CDTF">2026-01-27T12:58:24Z</dcterms:modified>
</cp:coreProperties>
</file>