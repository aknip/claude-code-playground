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24"/>
  </p:notesMasterIdLst>
  <p:sldIdLst>
    <p:sldId id="259" r:id="rId2"/>
    <p:sldId id="447" r:id="rId3"/>
    <p:sldId id="272" r:id="rId4"/>
    <p:sldId id="262" r:id="rId5"/>
    <p:sldId id="267" r:id="rId6"/>
    <p:sldId id="271" r:id="rId7"/>
    <p:sldId id="444" r:id="rId8"/>
    <p:sldId id="273" r:id="rId9"/>
    <p:sldId id="276" r:id="rId10"/>
    <p:sldId id="278" r:id="rId11"/>
    <p:sldId id="314" r:id="rId12"/>
    <p:sldId id="282" r:id="rId13"/>
    <p:sldId id="285" r:id="rId14"/>
    <p:sldId id="288" r:id="rId15"/>
    <p:sldId id="292" r:id="rId16"/>
    <p:sldId id="319" r:id="rId17"/>
    <p:sldId id="295" r:id="rId18"/>
    <p:sldId id="318" r:id="rId19"/>
    <p:sldId id="315" r:id="rId20"/>
    <p:sldId id="305" r:id="rId21"/>
    <p:sldId id="303" r:id="rId22"/>
    <p:sldId id="440" r:id="rId23"/>
  </p:sldIdLst>
  <p:sldSz cx="12192000" cy="6858000"/>
  <p:notesSz cx="6858000" cy="9144000"/>
  <p:embeddedFontLs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Black" panose="02000000000000000000" pitchFamily="2" charset="0"/>
      <p:bold r:id="rId29"/>
      <p:italic r:id="rId30"/>
      <p:boldItalic r:id="rId31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82" autoAdjust="0"/>
    <p:restoredTop sz="96534"/>
  </p:normalViewPr>
  <p:slideViewPr>
    <p:cSldViewPr snapToGrid="0">
      <p:cViewPr varScale="1">
        <p:scale>
          <a:sx n="124" d="100"/>
          <a:sy n="124" d="100"/>
        </p:scale>
        <p:origin x="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4BB62A-22F1-43D9-8539-C295205945F6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A5F14CB6-0792-41FB-BA4F-B93C28BA0311}">
      <dgm:prSet phldrT="[Text]" custT="1"/>
      <dgm:spPr/>
      <dgm:t>
        <a:bodyPr/>
        <a:lstStyle/>
        <a:p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Lorem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ipsum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dolor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sit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amet</a:t>
          </a:r>
          <a:endParaRPr lang="de-DE" sz="1400" b="0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7FFE30E0-4544-4E88-BFB2-5FCDB70A1AAF}" type="parTrans" cxnId="{F12573F0-4EAE-443F-8406-626EA132EAF8}">
      <dgm:prSet/>
      <dgm:spPr/>
      <dgm:t>
        <a:bodyPr/>
        <a:lstStyle/>
        <a:p>
          <a:endParaRPr lang="de-DE"/>
        </a:p>
      </dgm:t>
    </dgm:pt>
    <dgm:pt modelId="{20A5034A-30E6-405F-B9AE-BBE2D23E6A1F}" type="sibTrans" cxnId="{F12573F0-4EAE-443F-8406-626EA132EAF8}">
      <dgm:prSet/>
      <dgm:spPr/>
      <dgm:t>
        <a:bodyPr/>
        <a:lstStyle/>
        <a:p>
          <a:endParaRPr lang="de-DE"/>
        </a:p>
      </dgm:t>
    </dgm:pt>
    <dgm:pt modelId="{6D6FC491-43D4-4ED2-B961-5A532E51C830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02DAF732-6C5C-46AB-9C4B-62BD79AE58D4}" type="sibTrans" cxnId="{4B612754-0B40-46A2-B311-DDAA1252EA39}">
      <dgm:prSet/>
      <dgm:spPr/>
      <dgm:t>
        <a:bodyPr/>
        <a:lstStyle/>
        <a:p>
          <a:endParaRPr lang="de-DE"/>
        </a:p>
      </dgm:t>
    </dgm:pt>
    <dgm:pt modelId="{2D8BD595-4ADE-4AC8-8D86-0A990E898948}" type="parTrans" cxnId="{4B612754-0B40-46A2-B311-DDAA1252EA39}">
      <dgm:prSet/>
      <dgm:spPr>
        <a:ln w="152400" cap="rnd">
          <a:solidFill>
            <a:schemeClr val="accent6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497F13D7-855E-4363-8515-19D333D5AEC0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209B333A-4B41-467C-B38E-70B23F60B0EC}" type="sibTrans" cxnId="{637C96FA-248D-46AA-9936-45593931F4EC}">
      <dgm:prSet/>
      <dgm:spPr/>
      <dgm:t>
        <a:bodyPr/>
        <a:lstStyle/>
        <a:p>
          <a:endParaRPr lang="de-DE"/>
        </a:p>
      </dgm:t>
    </dgm:pt>
    <dgm:pt modelId="{9D49B16F-A672-40BF-BB40-90CF203E8193}" type="parTrans" cxnId="{637C96FA-248D-46AA-9936-45593931F4EC}">
      <dgm:prSet/>
      <dgm:spPr>
        <a:ln w="152400" cap="rnd">
          <a:solidFill>
            <a:schemeClr val="accent1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C1B54583-0707-4256-AD99-6F99D2125301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F5950D2F-AED5-49C3-8F29-93493C0097EA}" type="sibTrans" cxnId="{A51D1721-2DD3-430C-82FC-D0433C53559F}">
      <dgm:prSet/>
      <dgm:spPr/>
      <dgm:t>
        <a:bodyPr/>
        <a:lstStyle/>
        <a:p>
          <a:endParaRPr lang="de-DE"/>
        </a:p>
      </dgm:t>
    </dgm:pt>
    <dgm:pt modelId="{2946E056-E207-4CFB-A175-771BAC55187D}" type="parTrans" cxnId="{A51D1721-2DD3-430C-82FC-D0433C53559F}">
      <dgm:prSet/>
      <dgm:spPr>
        <a:ln w="152400" cap="rnd">
          <a:solidFill>
            <a:schemeClr val="bg2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E037AE21-508E-4DE0-92E2-70C4B2439A6B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1D6AE7D6-8586-4A46-847E-A03F8615649F}" type="sibTrans" cxnId="{BE2DD2EF-6304-404A-BEDF-7917A6CB41C0}">
      <dgm:prSet/>
      <dgm:spPr/>
      <dgm:t>
        <a:bodyPr/>
        <a:lstStyle/>
        <a:p>
          <a:endParaRPr lang="de-DE"/>
        </a:p>
      </dgm:t>
    </dgm:pt>
    <dgm:pt modelId="{1F5B7443-40E4-4331-B516-5D256EC4B335}" type="parTrans" cxnId="{BE2DD2EF-6304-404A-BEDF-7917A6CB41C0}">
      <dgm:prSet/>
      <dgm:spPr>
        <a:ln w="152400" cap="rnd">
          <a:solidFill>
            <a:schemeClr val="accent5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5BAE13F6-1AAF-4BE7-A084-D5C153B09C47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57A03DF1-5A67-4795-962B-CF46E2386AFE}" type="sibTrans" cxnId="{C5A0F70C-C241-4C3D-A81A-CDE7C4C6A5F0}">
      <dgm:prSet/>
      <dgm:spPr/>
      <dgm:t>
        <a:bodyPr/>
        <a:lstStyle/>
        <a:p>
          <a:endParaRPr lang="de-DE"/>
        </a:p>
      </dgm:t>
    </dgm:pt>
    <dgm:pt modelId="{53C20BB4-1F4D-406F-BC10-8EA0678A2B8E}" type="parTrans" cxnId="{C5A0F70C-C241-4C3D-A81A-CDE7C4C6A5F0}">
      <dgm:prSet/>
      <dgm:spPr>
        <a:ln w="152400" cap="rnd">
          <a:solidFill>
            <a:schemeClr val="accent3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6412EE4F-20CD-4D96-A103-E227115F222F}" type="pres">
      <dgm:prSet presAssocID="{734BB62A-22F1-43D9-8539-C295205945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CDA97F-F9FE-4F97-860D-D6AF129A0CF1}" type="pres">
      <dgm:prSet presAssocID="{A5F14CB6-0792-41FB-BA4F-B93C28BA0311}" presName="hierRoot1" presStyleCnt="0"/>
      <dgm:spPr/>
    </dgm:pt>
    <dgm:pt modelId="{1AD752C5-D992-4A8D-95EA-BF8B8911C148}" type="pres">
      <dgm:prSet presAssocID="{A5F14CB6-0792-41FB-BA4F-B93C28BA0311}" presName="composite" presStyleCnt="0"/>
      <dgm:spPr/>
    </dgm:pt>
    <dgm:pt modelId="{B53F5BE4-89F9-4FF0-8871-A55AEE08D50C}" type="pres">
      <dgm:prSet presAssocID="{A5F14CB6-0792-41FB-BA4F-B93C28BA0311}" presName="image" presStyleLbl="node0" presStyleIdx="0" presStyleCnt="1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092391E-78F5-44C2-BA81-4A7460309EA3}" type="pres">
      <dgm:prSet presAssocID="{A5F14CB6-0792-41FB-BA4F-B93C28BA0311}" presName="text" presStyleLbl="revTx" presStyleIdx="0" presStyleCnt="6">
        <dgm:presLayoutVars>
          <dgm:chPref val="3"/>
        </dgm:presLayoutVars>
      </dgm:prSet>
      <dgm:spPr/>
    </dgm:pt>
    <dgm:pt modelId="{843DD645-225B-4B02-A294-0E4E84EC323D}" type="pres">
      <dgm:prSet presAssocID="{A5F14CB6-0792-41FB-BA4F-B93C28BA0311}" presName="hierChild2" presStyleCnt="0"/>
      <dgm:spPr/>
    </dgm:pt>
    <dgm:pt modelId="{0F4817F7-0B29-478D-9EDB-5EC576AB5DDF}" type="pres">
      <dgm:prSet presAssocID="{2D8BD595-4ADE-4AC8-8D86-0A990E898948}" presName="Name10" presStyleLbl="parChTrans1D2" presStyleIdx="0" presStyleCnt="2"/>
      <dgm:spPr/>
    </dgm:pt>
    <dgm:pt modelId="{33890959-0CC3-4FE8-9E44-F93D8C875D80}" type="pres">
      <dgm:prSet presAssocID="{6D6FC491-43D4-4ED2-B961-5A532E51C830}" presName="hierRoot2" presStyleCnt="0"/>
      <dgm:spPr/>
    </dgm:pt>
    <dgm:pt modelId="{235CB2C6-9535-41B8-AF17-2E925BCE705B}" type="pres">
      <dgm:prSet presAssocID="{6D6FC491-43D4-4ED2-B961-5A532E51C830}" presName="composite2" presStyleCnt="0"/>
      <dgm:spPr/>
    </dgm:pt>
    <dgm:pt modelId="{E9EA8E35-7362-4F05-9C88-48F68ADEE3DC}" type="pres">
      <dgm:prSet presAssocID="{6D6FC491-43D4-4ED2-B961-5A532E51C830}" presName="image2" presStyleLbl="node2" presStyleIdx="0" presStyleCnt="2"/>
      <dgm:spPr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5D8F6D89-DD39-447E-8BF5-9F3375C23DD6}" type="pres">
      <dgm:prSet presAssocID="{6D6FC491-43D4-4ED2-B961-5A532E51C830}" presName="text2" presStyleLbl="revTx" presStyleIdx="1" presStyleCnt="6">
        <dgm:presLayoutVars>
          <dgm:chPref val="3"/>
        </dgm:presLayoutVars>
      </dgm:prSet>
      <dgm:spPr>
        <a:xfrm>
          <a:off x="2463085" y="2009440"/>
          <a:ext cx="1555633" cy="1037088"/>
        </a:xfrm>
        <a:prstGeom prst="rect">
          <a:avLst/>
        </a:prstGeom>
      </dgm:spPr>
    </dgm:pt>
    <dgm:pt modelId="{3D6125ED-5A4B-4EFA-9104-C3430CB027EE}" type="pres">
      <dgm:prSet presAssocID="{6D6FC491-43D4-4ED2-B961-5A532E51C830}" presName="hierChild3" presStyleCnt="0"/>
      <dgm:spPr/>
    </dgm:pt>
    <dgm:pt modelId="{4CC44E65-A38A-4CB0-8C30-C19504EA4E61}" type="pres">
      <dgm:prSet presAssocID="{9D49B16F-A672-40BF-BB40-90CF203E8193}" presName="Name17" presStyleLbl="parChTrans1D3" presStyleIdx="0" presStyleCnt="3"/>
      <dgm:spPr/>
    </dgm:pt>
    <dgm:pt modelId="{2ADE0813-3DF0-415B-88C5-13053431D6CF}" type="pres">
      <dgm:prSet presAssocID="{497F13D7-855E-4363-8515-19D333D5AEC0}" presName="hierRoot3" presStyleCnt="0"/>
      <dgm:spPr/>
    </dgm:pt>
    <dgm:pt modelId="{FF196CC1-64B7-4419-81E9-AA2CD34B33BC}" type="pres">
      <dgm:prSet presAssocID="{497F13D7-855E-4363-8515-19D333D5AEC0}" presName="composite3" presStyleCnt="0"/>
      <dgm:spPr/>
    </dgm:pt>
    <dgm:pt modelId="{3E760DE4-1A9C-40E2-A8CD-25A1B5E88EDC}" type="pres">
      <dgm:prSet presAssocID="{497F13D7-855E-4363-8515-19D333D5AEC0}" presName="image3" presStyleLbl="node3" presStyleIdx="0" presStyleCnt="3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7EC797DD-25E4-4988-849B-B80856A03D58}" type="pres">
      <dgm:prSet presAssocID="{497F13D7-855E-4363-8515-19D333D5AEC0}" presName="text3" presStyleLbl="revTx" presStyleIdx="2" presStyleCnt="6">
        <dgm:presLayoutVars>
          <dgm:chPref val="3"/>
        </dgm:presLayoutVars>
      </dgm:prSet>
      <dgm:spPr>
        <a:xfrm>
          <a:off x="1037088" y="3373211"/>
          <a:ext cx="1555633" cy="1037088"/>
        </a:xfrm>
        <a:prstGeom prst="rect">
          <a:avLst/>
        </a:prstGeom>
      </dgm:spPr>
    </dgm:pt>
    <dgm:pt modelId="{33CF3141-67F8-43C6-9952-9C841D873284}" type="pres">
      <dgm:prSet presAssocID="{497F13D7-855E-4363-8515-19D333D5AEC0}" presName="hierChild4" presStyleCnt="0"/>
      <dgm:spPr/>
    </dgm:pt>
    <dgm:pt modelId="{0D0CC0DF-4B8C-4AD7-9A05-8D0D8A857E57}" type="pres">
      <dgm:prSet presAssocID="{2946E056-E207-4CFB-A175-771BAC55187D}" presName="Name17" presStyleLbl="parChTrans1D3" presStyleIdx="1" presStyleCnt="3"/>
      <dgm:spPr/>
    </dgm:pt>
    <dgm:pt modelId="{29D019AA-43F2-4997-A42D-A58ABA1BF37F}" type="pres">
      <dgm:prSet presAssocID="{C1B54583-0707-4256-AD99-6F99D2125301}" presName="hierRoot3" presStyleCnt="0"/>
      <dgm:spPr/>
    </dgm:pt>
    <dgm:pt modelId="{025BFCAD-77FB-4F80-8D2E-1D2D21989351}" type="pres">
      <dgm:prSet presAssocID="{C1B54583-0707-4256-AD99-6F99D2125301}" presName="composite3" presStyleCnt="0"/>
      <dgm:spPr/>
    </dgm:pt>
    <dgm:pt modelId="{5C517494-0F8C-46B0-B3EA-E81302D706A8}" type="pres">
      <dgm:prSet presAssocID="{C1B54583-0707-4256-AD99-6F99D2125301}" presName="image3" presStyleLbl="node3" presStyleIdx="1" presStyleCnt="3"/>
      <dgm:spPr>
        <a:blipFill>
          <a:blip xmlns:r="http://schemas.openxmlformats.org/officeDocument/2006/relationships"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28DA397E-97D2-4611-817D-5EBDCC2CD0FE}" type="pres">
      <dgm:prSet presAssocID="{C1B54583-0707-4256-AD99-6F99D2125301}" presName="text3" presStyleLbl="revTx" presStyleIdx="3" presStyleCnt="6">
        <dgm:presLayoutVars>
          <dgm:chPref val="3"/>
        </dgm:presLayoutVars>
      </dgm:prSet>
      <dgm:spPr>
        <a:xfrm>
          <a:off x="3889082" y="3373211"/>
          <a:ext cx="1555633" cy="1037088"/>
        </a:xfrm>
        <a:prstGeom prst="rect">
          <a:avLst/>
        </a:prstGeom>
      </dgm:spPr>
    </dgm:pt>
    <dgm:pt modelId="{291813AE-7B61-44B7-A1BF-E367FF51704E}" type="pres">
      <dgm:prSet presAssocID="{C1B54583-0707-4256-AD99-6F99D2125301}" presName="hierChild4" presStyleCnt="0"/>
      <dgm:spPr/>
    </dgm:pt>
    <dgm:pt modelId="{A9110C0A-FAA1-4515-8BA5-A8C43D6C9838}" type="pres">
      <dgm:prSet presAssocID="{1F5B7443-40E4-4331-B516-5D256EC4B335}" presName="Name10" presStyleLbl="parChTrans1D2" presStyleIdx="1" presStyleCnt="2"/>
      <dgm:spPr/>
    </dgm:pt>
    <dgm:pt modelId="{83C4988A-F53D-4EBB-87BC-245A81F5E13A}" type="pres">
      <dgm:prSet presAssocID="{E037AE21-508E-4DE0-92E2-70C4B2439A6B}" presName="hierRoot2" presStyleCnt="0"/>
      <dgm:spPr/>
    </dgm:pt>
    <dgm:pt modelId="{C9DE30AF-F5BB-4490-BC06-4DFA0E4404EF}" type="pres">
      <dgm:prSet presAssocID="{E037AE21-508E-4DE0-92E2-70C4B2439A6B}" presName="composite2" presStyleCnt="0"/>
      <dgm:spPr/>
    </dgm:pt>
    <dgm:pt modelId="{8B818C02-FB39-433E-89D1-C0A6310840F8}" type="pres">
      <dgm:prSet presAssocID="{E037AE21-508E-4DE0-92E2-70C4B2439A6B}" presName="image2" presStyleLbl="node2" presStyleIdx="1" presStyleCnt="2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B7FD7E3-5734-40DD-A7DA-BEED016BC02B}" type="pres">
      <dgm:prSet presAssocID="{E037AE21-508E-4DE0-92E2-70C4B2439A6B}" presName="text2" presStyleLbl="revTx" presStyleIdx="4" presStyleCnt="6">
        <dgm:presLayoutVars>
          <dgm:chPref val="3"/>
        </dgm:presLayoutVars>
      </dgm:prSet>
      <dgm:spPr>
        <a:xfrm>
          <a:off x="6741076" y="2009440"/>
          <a:ext cx="1555633" cy="1037088"/>
        </a:xfrm>
        <a:prstGeom prst="rect">
          <a:avLst/>
        </a:prstGeom>
      </dgm:spPr>
    </dgm:pt>
    <dgm:pt modelId="{9E4B088E-DB9E-476B-86FA-F88863ACAC5B}" type="pres">
      <dgm:prSet presAssocID="{E037AE21-508E-4DE0-92E2-70C4B2439A6B}" presName="hierChild3" presStyleCnt="0"/>
      <dgm:spPr/>
    </dgm:pt>
    <dgm:pt modelId="{8A6ACABD-04C4-4D8D-8B1B-E27662394E86}" type="pres">
      <dgm:prSet presAssocID="{53C20BB4-1F4D-406F-BC10-8EA0678A2B8E}" presName="Name17" presStyleLbl="parChTrans1D3" presStyleIdx="2" presStyleCnt="3"/>
      <dgm:spPr/>
    </dgm:pt>
    <dgm:pt modelId="{40E1A4B7-3ED7-4298-B278-FFFD65EEE599}" type="pres">
      <dgm:prSet presAssocID="{5BAE13F6-1AAF-4BE7-A084-D5C153B09C47}" presName="hierRoot3" presStyleCnt="0"/>
      <dgm:spPr/>
    </dgm:pt>
    <dgm:pt modelId="{87664B22-E60C-461D-8E10-CC93BDA05D15}" type="pres">
      <dgm:prSet presAssocID="{5BAE13F6-1AAF-4BE7-A084-D5C153B09C47}" presName="composite3" presStyleCnt="0"/>
      <dgm:spPr/>
    </dgm:pt>
    <dgm:pt modelId="{35DF2C4E-F249-49DD-A012-075CACFECBAB}" type="pres">
      <dgm:prSet presAssocID="{5BAE13F6-1AAF-4BE7-A084-D5C153B09C47}" presName="image3" presStyleLbl="node3" presStyleIdx="2" presStyleCnt="3"/>
      <dgm:spPr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3A5F37EB-0DE0-49D6-8299-AD241A55C42C}" type="pres">
      <dgm:prSet presAssocID="{5BAE13F6-1AAF-4BE7-A084-D5C153B09C47}" presName="text3" presStyleLbl="revTx" presStyleIdx="5" presStyleCnt="6">
        <dgm:presLayoutVars>
          <dgm:chPref val="3"/>
        </dgm:presLayoutVars>
      </dgm:prSet>
      <dgm:spPr>
        <a:xfrm>
          <a:off x="6741076" y="3373211"/>
          <a:ext cx="1555633" cy="1037088"/>
        </a:xfrm>
        <a:prstGeom prst="rect">
          <a:avLst/>
        </a:prstGeom>
      </dgm:spPr>
    </dgm:pt>
    <dgm:pt modelId="{6553D710-D3C8-4D5B-9ACF-B14E70A54774}" type="pres">
      <dgm:prSet presAssocID="{5BAE13F6-1AAF-4BE7-A084-D5C153B09C47}" presName="hierChild4" presStyleCnt="0"/>
      <dgm:spPr/>
    </dgm:pt>
  </dgm:ptLst>
  <dgm:cxnLst>
    <dgm:cxn modelId="{6DEA170A-A3D1-4272-A91A-61F6E3DB089D}" type="presOf" srcId="{C1B54583-0707-4256-AD99-6F99D2125301}" destId="{28DA397E-97D2-4611-817D-5EBDCC2CD0FE}" srcOrd="0" destOrd="0" presId="urn:microsoft.com/office/officeart/2009/layout/CirclePictureHierarchy"/>
    <dgm:cxn modelId="{C5A0F70C-C241-4C3D-A81A-CDE7C4C6A5F0}" srcId="{E037AE21-508E-4DE0-92E2-70C4B2439A6B}" destId="{5BAE13F6-1AAF-4BE7-A084-D5C153B09C47}" srcOrd="0" destOrd="0" parTransId="{53C20BB4-1F4D-406F-BC10-8EA0678A2B8E}" sibTransId="{57A03DF1-5A67-4795-962B-CF46E2386AFE}"/>
    <dgm:cxn modelId="{014C8711-E216-410C-97B7-09CDB11F2443}" type="presOf" srcId="{497F13D7-855E-4363-8515-19D333D5AEC0}" destId="{7EC797DD-25E4-4988-849B-B80856A03D58}" srcOrd="0" destOrd="0" presId="urn:microsoft.com/office/officeart/2009/layout/CirclePictureHierarchy"/>
    <dgm:cxn modelId="{A51D1721-2DD3-430C-82FC-D0433C53559F}" srcId="{6D6FC491-43D4-4ED2-B961-5A532E51C830}" destId="{C1B54583-0707-4256-AD99-6F99D2125301}" srcOrd="1" destOrd="0" parTransId="{2946E056-E207-4CFB-A175-771BAC55187D}" sibTransId="{F5950D2F-AED5-49C3-8F29-93493C0097EA}"/>
    <dgm:cxn modelId="{C3EC552A-9F6C-4E18-A851-9B08D5C2C70F}" type="presOf" srcId="{53C20BB4-1F4D-406F-BC10-8EA0678A2B8E}" destId="{8A6ACABD-04C4-4D8D-8B1B-E27662394E86}" srcOrd="0" destOrd="0" presId="urn:microsoft.com/office/officeart/2009/layout/CirclePictureHierarchy"/>
    <dgm:cxn modelId="{19D8BF2B-DE5F-4A51-9C4C-91892DA865F1}" type="presOf" srcId="{6D6FC491-43D4-4ED2-B961-5A532E51C830}" destId="{5D8F6D89-DD39-447E-8BF5-9F3375C23DD6}" srcOrd="0" destOrd="0" presId="urn:microsoft.com/office/officeart/2009/layout/CirclePictureHierarchy"/>
    <dgm:cxn modelId="{AACFB142-DDE1-412C-A8FC-8CB74F81E21F}" type="presOf" srcId="{1F5B7443-40E4-4331-B516-5D256EC4B335}" destId="{A9110C0A-FAA1-4515-8BA5-A8C43D6C9838}" srcOrd="0" destOrd="0" presId="urn:microsoft.com/office/officeart/2009/layout/CirclePictureHierarchy"/>
    <dgm:cxn modelId="{96FD8946-4742-4450-BA1A-619418FE4530}" type="presOf" srcId="{E037AE21-508E-4DE0-92E2-70C4B2439A6B}" destId="{4B7FD7E3-5734-40DD-A7DA-BEED016BC02B}" srcOrd="0" destOrd="0" presId="urn:microsoft.com/office/officeart/2009/layout/CirclePictureHierarchy"/>
    <dgm:cxn modelId="{328DC149-86D2-4BC4-9BE5-6EAFDE8C8DCC}" type="presOf" srcId="{5BAE13F6-1AAF-4BE7-A084-D5C153B09C47}" destId="{3A5F37EB-0DE0-49D6-8299-AD241A55C42C}" srcOrd="0" destOrd="0" presId="urn:microsoft.com/office/officeart/2009/layout/CirclePictureHierarchy"/>
    <dgm:cxn modelId="{4E6E884D-26C4-40D8-86B8-CF097BC9F1B2}" type="presOf" srcId="{2946E056-E207-4CFB-A175-771BAC55187D}" destId="{0D0CC0DF-4B8C-4AD7-9A05-8D0D8A857E57}" srcOrd="0" destOrd="0" presId="urn:microsoft.com/office/officeart/2009/layout/CirclePictureHierarchy"/>
    <dgm:cxn modelId="{4B612754-0B40-46A2-B311-DDAA1252EA39}" srcId="{A5F14CB6-0792-41FB-BA4F-B93C28BA0311}" destId="{6D6FC491-43D4-4ED2-B961-5A532E51C830}" srcOrd="0" destOrd="0" parTransId="{2D8BD595-4ADE-4AC8-8D86-0A990E898948}" sibTransId="{02DAF732-6C5C-46AB-9C4B-62BD79AE58D4}"/>
    <dgm:cxn modelId="{7FB85B65-5638-4F9C-9318-DBC12C269AE6}" type="presOf" srcId="{734BB62A-22F1-43D9-8539-C295205945F6}" destId="{6412EE4F-20CD-4D96-A103-E227115F222F}" srcOrd="0" destOrd="0" presId="urn:microsoft.com/office/officeart/2009/layout/CirclePictureHierarchy"/>
    <dgm:cxn modelId="{61D286A8-EA0C-4E4D-A541-51112667F5A3}" type="presOf" srcId="{2D8BD595-4ADE-4AC8-8D86-0A990E898948}" destId="{0F4817F7-0B29-478D-9EDB-5EC576AB5DDF}" srcOrd="0" destOrd="0" presId="urn:microsoft.com/office/officeart/2009/layout/CirclePictureHierarchy"/>
    <dgm:cxn modelId="{2D3610B5-A008-408D-A345-F14AD711C0B1}" type="presOf" srcId="{A5F14CB6-0792-41FB-BA4F-B93C28BA0311}" destId="{4092391E-78F5-44C2-BA81-4A7460309EA3}" srcOrd="0" destOrd="0" presId="urn:microsoft.com/office/officeart/2009/layout/CirclePictureHierarchy"/>
    <dgm:cxn modelId="{80951FD9-FD8A-4D63-B330-A0F2A98A2B7F}" type="presOf" srcId="{9D49B16F-A672-40BF-BB40-90CF203E8193}" destId="{4CC44E65-A38A-4CB0-8C30-C19504EA4E61}" srcOrd="0" destOrd="0" presId="urn:microsoft.com/office/officeart/2009/layout/CirclePictureHierarchy"/>
    <dgm:cxn modelId="{BE2DD2EF-6304-404A-BEDF-7917A6CB41C0}" srcId="{A5F14CB6-0792-41FB-BA4F-B93C28BA0311}" destId="{E037AE21-508E-4DE0-92E2-70C4B2439A6B}" srcOrd="1" destOrd="0" parTransId="{1F5B7443-40E4-4331-B516-5D256EC4B335}" sibTransId="{1D6AE7D6-8586-4A46-847E-A03F8615649F}"/>
    <dgm:cxn modelId="{F12573F0-4EAE-443F-8406-626EA132EAF8}" srcId="{734BB62A-22F1-43D9-8539-C295205945F6}" destId="{A5F14CB6-0792-41FB-BA4F-B93C28BA0311}" srcOrd="0" destOrd="0" parTransId="{7FFE30E0-4544-4E88-BFB2-5FCDB70A1AAF}" sibTransId="{20A5034A-30E6-405F-B9AE-BBE2D23E6A1F}"/>
    <dgm:cxn modelId="{637C96FA-248D-46AA-9936-45593931F4EC}" srcId="{6D6FC491-43D4-4ED2-B961-5A532E51C830}" destId="{497F13D7-855E-4363-8515-19D333D5AEC0}" srcOrd="0" destOrd="0" parTransId="{9D49B16F-A672-40BF-BB40-90CF203E8193}" sibTransId="{209B333A-4B41-467C-B38E-70B23F60B0EC}"/>
    <dgm:cxn modelId="{DABA33BF-BACB-4AE3-8F54-BCCEDCF7EC70}" type="presParOf" srcId="{6412EE4F-20CD-4D96-A103-E227115F222F}" destId="{0ACDA97F-F9FE-4F97-860D-D6AF129A0CF1}" srcOrd="0" destOrd="0" presId="urn:microsoft.com/office/officeart/2009/layout/CirclePictureHierarchy"/>
    <dgm:cxn modelId="{E53D3DC0-8982-434B-B415-5BC5C51DB3B7}" type="presParOf" srcId="{0ACDA97F-F9FE-4F97-860D-D6AF129A0CF1}" destId="{1AD752C5-D992-4A8D-95EA-BF8B8911C148}" srcOrd="0" destOrd="0" presId="urn:microsoft.com/office/officeart/2009/layout/CirclePictureHierarchy"/>
    <dgm:cxn modelId="{75D339D1-633E-46FD-A076-9405BAD45A0D}" type="presParOf" srcId="{1AD752C5-D992-4A8D-95EA-BF8B8911C148}" destId="{B53F5BE4-89F9-4FF0-8871-A55AEE08D50C}" srcOrd="0" destOrd="0" presId="urn:microsoft.com/office/officeart/2009/layout/CirclePictureHierarchy"/>
    <dgm:cxn modelId="{CF551414-DAF9-4F9C-A2FA-E45514C777EE}" type="presParOf" srcId="{1AD752C5-D992-4A8D-95EA-BF8B8911C148}" destId="{4092391E-78F5-44C2-BA81-4A7460309EA3}" srcOrd="1" destOrd="0" presId="urn:microsoft.com/office/officeart/2009/layout/CirclePictureHierarchy"/>
    <dgm:cxn modelId="{E2CFD15A-780F-4568-97E2-32F4A4EE320F}" type="presParOf" srcId="{0ACDA97F-F9FE-4F97-860D-D6AF129A0CF1}" destId="{843DD645-225B-4B02-A294-0E4E84EC323D}" srcOrd="1" destOrd="0" presId="urn:microsoft.com/office/officeart/2009/layout/CirclePictureHierarchy"/>
    <dgm:cxn modelId="{40A93A05-582A-4ED3-BFC3-4B9A4241D5F6}" type="presParOf" srcId="{843DD645-225B-4B02-A294-0E4E84EC323D}" destId="{0F4817F7-0B29-478D-9EDB-5EC576AB5DDF}" srcOrd="0" destOrd="0" presId="urn:microsoft.com/office/officeart/2009/layout/CirclePictureHierarchy"/>
    <dgm:cxn modelId="{100FB49E-C2BC-4184-A609-723EAC9A4669}" type="presParOf" srcId="{843DD645-225B-4B02-A294-0E4E84EC323D}" destId="{33890959-0CC3-4FE8-9E44-F93D8C875D80}" srcOrd="1" destOrd="0" presId="urn:microsoft.com/office/officeart/2009/layout/CirclePictureHierarchy"/>
    <dgm:cxn modelId="{02535677-1B99-45D8-AD02-A8DBF20679F8}" type="presParOf" srcId="{33890959-0CC3-4FE8-9E44-F93D8C875D80}" destId="{235CB2C6-9535-41B8-AF17-2E925BCE705B}" srcOrd="0" destOrd="0" presId="urn:microsoft.com/office/officeart/2009/layout/CirclePictureHierarchy"/>
    <dgm:cxn modelId="{C35780CF-BD98-4A63-AFA8-DB01D94C2008}" type="presParOf" srcId="{235CB2C6-9535-41B8-AF17-2E925BCE705B}" destId="{E9EA8E35-7362-4F05-9C88-48F68ADEE3DC}" srcOrd="0" destOrd="0" presId="urn:microsoft.com/office/officeart/2009/layout/CirclePictureHierarchy"/>
    <dgm:cxn modelId="{323684F8-D673-4150-BE26-F48EC7361205}" type="presParOf" srcId="{235CB2C6-9535-41B8-AF17-2E925BCE705B}" destId="{5D8F6D89-DD39-447E-8BF5-9F3375C23DD6}" srcOrd="1" destOrd="0" presId="urn:microsoft.com/office/officeart/2009/layout/CirclePictureHierarchy"/>
    <dgm:cxn modelId="{E44ACCC4-D4B3-4E37-A8A3-069C77EAEBF9}" type="presParOf" srcId="{33890959-0CC3-4FE8-9E44-F93D8C875D80}" destId="{3D6125ED-5A4B-4EFA-9104-C3430CB027EE}" srcOrd="1" destOrd="0" presId="urn:microsoft.com/office/officeart/2009/layout/CirclePictureHierarchy"/>
    <dgm:cxn modelId="{4A8A5898-3FEC-402F-AD8B-4654772F0ED7}" type="presParOf" srcId="{3D6125ED-5A4B-4EFA-9104-C3430CB027EE}" destId="{4CC44E65-A38A-4CB0-8C30-C19504EA4E61}" srcOrd="0" destOrd="0" presId="urn:microsoft.com/office/officeart/2009/layout/CirclePictureHierarchy"/>
    <dgm:cxn modelId="{D156C38F-486F-4527-A989-C433DFFC3EAB}" type="presParOf" srcId="{3D6125ED-5A4B-4EFA-9104-C3430CB027EE}" destId="{2ADE0813-3DF0-415B-88C5-13053431D6CF}" srcOrd="1" destOrd="0" presId="urn:microsoft.com/office/officeart/2009/layout/CirclePictureHierarchy"/>
    <dgm:cxn modelId="{6767E5F3-D37D-49F8-8C17-0F169657FA7A}" type="presParOf" srcId="{2ADE0813-3DF0-415B-88C5-13053431D6CF}" destId="{FF196CC1-64B7-4419-81E9-AA2CD34B33BC}" srcOrd="0" destOrd="0" presId="urn:microsoft.com/office/officeart/2009/layout/CirclePictureHierarchy"/>
    <dgm:cxn modelId="{D0096769-EC21-439C-AE85-57F742596B20}" type="presParOf" srcId="{FF196CC1-64B7-4419-81E9-AA2CD34B33BC}" destId="{3E760DE4-1A9C-40E2-A8CD-25A1B5E88EDC}" srcOrd="0" destOrd="0" presId="urn:microsoft.com/office/officeart/2009/layout/CirclePictureHierarchy"/>
    <dgm:cxn modelId="{FD63BE36-110D-4C62-B612-EC4F1743972B}" type="presParOf" srcId="{FF196CC1-64B7-4419-81E9-AA2CD34B33BC}" destId="{7EC797DD-25E4-4988-849B-B80856A03D58}" srcOrd="1" destOrd="0" presId="urn:microsoft.com/office/officeart/2009/layout/CirclePictureHierarchy"/>
    <dgm:cxn modelId="{D72C7283-F86C-4DE7-9E4C-1918516C8789}" type="presParOf" srcId="{2ADE0813-3DF0-415B-88C5-13053431D6CF}" destId="{33CF3141-67F8-43C6-9952-9C841D873284}" srcOrd="1" destOrd="0" presId="urn:microsoft.com/office/officeart/2009/layout/CirclePictureHierarchy"/>
    <dgm:cxn modelId="{3057B981-F140-49DC-A116-386DDB3552D4}" type="presParOf" srcId="{3D6125ED-5A4B-4EFA-9104-C3430CB027EE}" destId="{0D0CC0DF-4B8C-4AD7-9A05-8D0D8A857E57}" srcOrd="2" destOrd="0" presId="urn:microsoft.com/office/officeart/2009/layout/CirclePictureHierarchy"/>
    <dgm:cxn modelId="{A7326357-FB27-435D-B471-905371E9288B}" type="presParOf" srcId="{3D6125ED-5A4B-4EFA-9104-C3430CB027EE}" destId="{29D019AA-43F2-4997-A42D-A58ABA1BF37F}" srcOrd="3" destOrd="0" presId="urn:microsoft.com/office/officeart/2009/layout/CirclePictureHierarchy"/>
    <dgm:cxn modelId="{3B624104-1D00-4C65-8B3E-068C9D08F371}" type="presParOf" srcId="{29D019AA-43F2-4997-A42D-A58ABA1BF37F}" destId="{025BFCAD-77FB-4F80-8D2E-1D2D21989351}" srcOrd="0" destOrd="0" presId="urn:microsoft.com/office/officeart/2009/layout/CirclePictureHierarchy"/>
    <dgm:cxn modelId="{F8D52DC4-1E5D-4FD0-AB0C-3BE00C4E5C37}" type="presParOf" srcId="{025BFCAD-77FB-4F80-8D2E-1D2D21989351}" destId="{5C517494-0F8C-46B0-B3EA-E81302D706A8}" srcOrd="0" destOrd="0" presId="urn:microsoft.com/office/officeart/2009/layout/CirclePictureHierarchy"/>
    <dgm:cxn modelId="{0D9B78BC-4EEA-4F78-B1D9-E453AB801C6F}" type="presParOf" srcId="{025BFCAD-77FB-4F80-8D2E-1D2D21989351}" destId="{28DA397E-97D2-4611-817D-5EBDCC2CD0FE}" srcOrd="1" destOrd="0" presId="urn:microsoft.com/office/officeart/2009/layout/CirclePictureHierarchy"/>
    <dgm:cxn modelId="{88508587-CF88-4260-B515-1D41E53236E7}" type="presParOf" srcId="{29D019AA-43F2-4997-A42D-A58ABA1BF37F}" destId="{291813AE-7B61-44B7-A1BF-E367FF51704E}" srcOrd="1" destOrd="0" presId="urn:microsoft.com/office/officeart/2009/layout/CirclePictureHierarchy"/>
    <dgm:cxn modelId="{DDD016B0-71AD-4703-A465-B7A9E60F0BC4}" type="presParOf" srcId="{843DD645-225B-4B02-A294-0E4E84EC323D}" destId="{A9110C0A-FAA1-4515-8BA5-A8C43D6C9838}" srcOrd="2" destOrd="0" presId="urn:microsoft.com/office/officeart/2009/layout/CirclePictureHierarchy"/>
    <dgm:cxn modelId="{3158234D-A804-4C04-B613-61EE93E2DDA8}" type="presParOf" srcId="{843DD645-225B-4B02-A294-0E4E84EC323D}" destId="{83C4988A-F53D-4EBB-87BC-245A81F5E13A}" srcOrd="3" destOrd="0" presId="urn:microsoft.com/office/officeart/2009/layout/CirclePictureHierarchy"/>
    <dgm:cxn modelId="{89C60CD1-FC33-4DBE-86AD-E8EF9FF1BF4A}" type="presParOf" srcId="{83C4988A-F53D-4EBB-87BC-245A81F5E13A}" destId="{C9DE30AF-F5BB-4490-BC06-4DFA0E4404EF}" srcOrd="0" destOrd="0" presId="urn:microsoft.com/office/officeart/2009/layout/CirclePictureHierarchy"/>
    <dgm:cxn modelId="{DCB004DD-083A-4DA5-A4CF-AEFBAE45537E}" type="presParOf" srcId="{C9DE30AF-F5BB-4490-BC06-4DFA0E4404EF}" destId="{8B818C02-FB39-433E-89D1-C0A6310840F8}" srcOrd="0" destOrd="0" presId="urn:microsoft.com/office/officeart/2009/layout/CirclePictureHierarchy"/>
    <dgm:cxn modelId="{A4865B29-3210-4ECD-881C-46423AB9F0EC}" type="presParOf" srcId="{C9DE30AF-F5BB-4490-BC06-4DFA0E4404EF}" destId="{4B7FD7E3-5734-40DD-A7DA-BEED016BC02B}" srcOrd="1" destOrd="0" presId="urn:microsoft.com/office/officeart/2009/layout/CirclePictureHierarchy"/>
    <dgm:cxn modelId="{0AB03357-49F5-4863-82E4-035FF4969417}" type="presParOf" srcId="{83C4988A-F53D-4EBB-87BC-245A81F5E13A}" destId="{9E4B088E-DB9E-476B-86FA-F88863ACAC5B}" srcOrd="1" destOrd="0" presId="urn:microsoft.com/office/officeart/2009/layout/CirclePictureHierarchy"/>
    <dgm:cxn modelId="{19317B20-A677-4AA0-B793-08CB929709A1}" type="presParOf" srcId="{9E4B088E-DB9E-476B-86FA-F88863ACAC5B}" destId="{8A6ACABD-04C4-4D8D-8B1B-E27662394E86}" srcOrd="0" destOrd="0" presId="urn:microsoft.com/office/officeart/2009/layout/CirclePictureHierarchy"/>
    <dgm:cxn modelId="{DB8D08D4-7D28-47AD-8EFC-D55DCF38D516}" type="presParOf" srcId="{9E4B088E-DB9E-476B-86FA-F88863ACAC5B}" destId="{40E1A4B7-3ED7-4298-B278-FFFD65EEE599}" srcOrd="1" destOrd="0" presId="urn:microsoft.com/office/officeart/2009/layout/CirclePictureHierarchy"/>
    <dgm:cxn modelId="{B2E2B2F6-BBC3-49E4-ACF1-AB1C97FBBE12}" type="presParOf" srcId="{40E1A4B7-3ED7-4298-B278-FFFD65EEE599}" destId="{87664B22-E60C-461D-8E10-CC93BDA05D15}" srcOrd="0" destOrd="0" presId="urn:microsoft.com/office/officeart/2009/layout/CirclePictureHierarchy"/>
    <dgm:cxn modelId="{9E1280B0-0813-4C2F-AE97-2B7E037D0C2F}" type="presParOf" srcId="{87664B22-E60C-461D-8E10-CC93BDA05D15}" destId="{35DF2C4E-F249-49DD-A012-075CACFECBAB}" srcOrd="0" destOrd="0" presId="urn:microsoft.com/office/officeart/2009/layout/CirclePictureHierarchy"/>
    <dgm:cxn modelId="{27A40E09-0C7E-4D7B-BE1F-9CE2AB7B7307}" type="presParOf" srcId="{87664B22-E60C-461D-8E10-CC93BDA05D15}" destId="{3A5F37EB-0DE0-49D6-8299-AD241A55C42C}" srcOrd="1" destOrd="0" presId="urn:microsoft.com/office/officeart/2009/layout/CirclePictureHierarchy"/>
    <dgm:cxn modelId="{D9EB3827-2D17-48EE-BEA6-304A350A73B9}" type="presParOf" srcId="{40E1A4B7-3ED7-4298-B278-FFFD65EEE599}" destId="{6553D710-D3C8-4D5B-9ACF-B14E70A54774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3DCF4-99A0-471B-B484-47139A67A451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4DB1BECE-EF69-4E80-B52E-66D4A07F8D5C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BAAF209E-D435-4360-BA46-C61EA4AE860E}" type="parTrans" cxnId="{50E57BD9-A89B-4523-B518-FCEA1600D745}">
      <dgm:prSet/>
      <dgm:spPr/>
      <dgm:t>
        <a:bodyPr/>
        <a:lstStyle/>
        <a:p>
          <a:endParaRPr lang="de-DE"/>
        </a:p>
      </dgm:t>
    </dgm:pt>
    <dgm:pt modelId="{5147B6C9-60B6-488A-8934-5F688AD66FAA}" type="sibTrans" cxnId="{50E57BD9-A89B-4523-B518-FCEA1600D745}">
      <dgm:prSet/>
      <dgm:spPr/>
      <dgm:t>
        <a:bodyPr/>
        <a:lstStyle/>
        <a:p>
          <a:endParaRPr lang="de-DE"/>
        </a:p>
      </dgm:t>
    </dgm:pt>
    <dgm:pt modelId="{35EE400B-B428-4B10-97A0-097E8DCF8845}">
      <dgm:prSet phldrT="[Text]" custT="1"/>
      <dgm:spPr>
        <a:solidFill>
          <a:srgbClr val="F0F2F4"/>
        </a:solidFill>
        <a:ln w="0">
          <a:noFill/>
        </a:ln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DB783B77-2DCA-47F9-8EA3-C1B9A011B871}" type="parTrans" cxnId="{8E6B1A92-D36A-4116-8517-7099F5F1497B}">
      <dgm:prSet/>
      <dgm:spPr/>
      <dgm:t>
        <a:bodyPr/>
        <a:lstStyle/>
        <a:p>
          <a:endParaRPr lang="de-DE"/>
        </a:p>
      </dgm:t>
    </dgm:pt>
    <dgm:pt modelId="{D060DC64-04A9-4EAA-89C8-5DB15FF97DE7}" type="sibTrans" cxnId="{8E6B1A92-D36A-4116-8517-7099F5F1497B}">
      <dgm:prSet/>
      <dgm:spPr/>
      <dgm:t>
        <a:bodyPr/>
        <a:lstStyle/>
        <a:p>
          <a:endParaRPr lang="de-DE"/>
        </a:p>
      </dgm:t>
    </dgm:pt>
    <dgm:pt modelId="{21B9463A-5106-4D6C-B3D4-5948A9AAF5FE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8CFBC5A1-3BAD-4B5E-A632-8EDBA5EAC359}" type="parTrans" cxnId="{3DF7452C-0BDD-472C-A73F-35E1E06CD685}">
      <dgm:prSet/>
      <dgm:spPr/>
      <dgm:t>
        <a:bodyPr/>
        <a:lstStyle/>
        <a:p>
          <a:endParaRPr lang="de-DE"/>
        </a:p>
      </dgm:t>
    </dgm:pt>
    <dgm:pt modelId="{5977B85B-959F-4980-9754-87DC465892A3}" type="sibTrans" cxnId="{3DF7452C-0BDD-472C-A73F-35E1E06CD685}">
      <dgm:prSet/>
      <dgm:spPr/>
      <dgm:t>
        <a:bodyPr/>
        <a:lstStyle/>
        <a:p>
          <a:endParaRPr lang="de-DE"/>
        </a:p>
      </dgm:t>
    </dgm:pt>
    <dgm:pt modelId="{34D8C35C-000E-4BCC-83A8-145C24885C0B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</a:p>
      </dgm:t>
    </dgm:pt>
    <dgm:pt modelId="{483F3A83-C92D-4BDD-B422-F074C746B5DA}" type="parTrans" cxnId="{C3F28CA3-C4D1-4A0B-83D6-82D24731CF83}">
      <dgm:prSet/>
      <dgm:spPr/>
      <dgm:t>
        <a:bodyPr/>
        <a:lstStyle/>
        <a:p>
          <a:endParaRPr lang="de-DE"/>
        </a:p>
      </dgm:t>
    </dgm:pt>
    <dgm:pt modelId="{7D919E95-BDF0-4252-8E62-5392F930B736}" type="sibTrans" cxnId="{C3F28CA3-C4D1-4A0B-83D6-82D24731CF83}">
      <dgm:prSet/>
      <dgm:spPr/>
      <dgm:t>
        <a:bodyPr/>
        <a:lstStyle/>
        <a:p>
          <a:endParaRPr lang="de-DE"/>
        </a:p>
      </dgm:t>
    </dgm:pt>
    <dgm:pt modelId="{7BB95A53-0AB7-4F47-B1D5-C0885CDE324E}" type="pres">
      <dgm:prSet presAssocID="{0353DCF4-99A0-471B-B484-47139A67A451}" presName="compositeShape" presStyleCnt="0">
        <dgm:presLayoutVars>
          <dgm:chMax val="7"/>
          <dgm:dir/>
          <dgm:resizeHandles val="exact"/>
        </dgm:presLayoutVars>
      </dgm:prSet>
      <dgm:spPr/>
    </dgm:pt>
    <dgm:pt modelId="{F9F94081-2C4C-4EA8-830C-08CC7DBF3C2E}" type="pres">
      <dgm:prSet presAssocID="{0353DCF4-99A0-471B-B484-47139A67A451}" presName="wedge1" presStyleLbl="node1" presStyleIdx="0" presStyleCnt="4"/>
      <dgm:spPr/>
    </dgm:pt>
    <dgm:pt modelId="{E754A0B3-4FDB-41EC-87ED-5BEF00309A34}" type="pres">
      <dgm:prSet presAssocID="{0353DCF4-99A0-471B-B484-47139A67A451}" presName="dummy1a" presStyleCnt="0"/>
      <dgm:spPr/>
    </dgm:pt>
    <dgm:pt modelId="{9ECDF4BF-65A8-4A97-8C69-6D0828BEB6C4}" type="pres">
      <dgm:prSet presAssocID="{0353DCF4-99A0-471B-B484-47139A67A451}" presName="dummy1b" presStyleCnt="0"/>
      <dgm:spPr/>
    </dgm:pt>
    <dgm:pt modelId="{ED8CC237-4F25-4A2E-AC80-11D0CCD6346A}" type="pres">
      <dgm:prSet presAssocID="{0353DCF4-99A0-471B-B484-47139A67A451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C8611C4-D1D0-4C8F-BE7E-0ECB03822EE5}" type="pres">
      <dgm:prSet presAssocID="{0353DCF4-99A0-471B-B484-47139A67A451}" presName="wedge2" presStyleLbl="node1" presStyleIdx="1" presStyleCnt="4"/>
      <dgm:spPr/>
    </dgm:pt>
    <dgm:pt modelId="{90275C1E-4B29-4EAC-933D-987570891927}" type="pres">
      <dgm:prSet presAssocID="{0353DCF4-99A0-471B-B484-47139A67A451}" presName="dummy2a" presStyleCnt="0"/>
      <dgm:spPr/>
    </dgm:pt>
    <dgm:pt modelId="{5C9A1AF0-F457-43A1-AF72-63CA4F388BE5}" type="pres">
      <dgm:prSet presAssocID="{0353DCF4-99A0-471B-B484-47139A67A451}" presName="dummy2b" presStyleCnt="0"/>
      <dgm:spPr/>
    </dgm:pt>
    <dgm:pt modelId="{8D40BF92-9BB7-435B-811F-8E4665AB900D}" type="pres">
      <dgm:prSet presAssocID="{0353DCF4-99A0-471B-B484-47139A67A451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1F3DB3-522A-48A6-B564-1C1C86C95BD4}" type="pres">
      <dgm:prSet presAssocID="{0353DCF4-99A0-471B-B484-47139A67A451}" presName="wedge3" presStyleLbl="node1" presStyleIdx="2" presStyleCnt="4"/>
      <dgm:spPr/>
    </dgm:pt>
    <dgm:pt modelId="{186F9923-B8B4-4B3C-9A51-C9B9057636E6}" type="pres">
      <dgm:prSet presAssocID="{0353DCF4-99A0-471B-B484-47139A67A451}" presName="dummy3a" presStyleCnt="0"/>
      <dgm:spPr/>
    </dgm:pt>
    <dgm:pt modelId="{BB302779-0794-44A3-9EB4-48236078DC51}" type="pres">
      <dgm:prSet presAssocID="{0353DCF4-99A0-471B-B484-47139A67A451}" presName="dummy3b" presStyleCnt="0"/>
      <dgm:spPr/>
    </dgm:pt>
    <dgm:pt modelId="{48D927AF-B072-4745-B37E-15DBB1717DD0}" type="pres">
      <dgm:prSet presAssocID="{0353DCF4-99A0-471B-B484-47139A67A451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31E3C66-B5D4-4388-974B-BE892916295B}" type="pres">
      <dgm:prSet presAssocID="{0353DCF4-99A0-471B-B484-47139A67A451}" presName="wedge4" presStyleLbl="node1" presStyleIdx="3" presStyleCnt="4"/>
      <dgm:spPr/>
    </dgm:pt>
    <dgm:pt modelId="{CDA2C714-B187-4D79-93ED-D28589F2B0B8}" type="pres">
      <dgm:prSet presAssocID="{0353DCF4-99A0-471B-B484-47139A67A451}" presName="dummy4a" presStyleCnt="0"/>
      <dgm:spPr/>
    </dgm:pt>
    <dgm:pt modelId="{713F1886-F60C-4A5F-9372-627EBF9561AA}" type="pres">
      <dgm:prSet presAssocID="{0353DCF4-99A0-471B-B484-47139A67A451}" presName="dummy4b" presStyleCnt="0"/>
      <dgm:spPr/>
    </dgm:pt>
    <dgm:pt modelId="{FB84583B-1993-47CB-B180-F41C2700A569}" type="pres">
      <dgm:prSet presAssocID="{0353DCF4-99A0-471B-B484-47139A67A451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ED91A1E4-B9DC-4C86-848E-257F8736A52C}" type="pres">
      <dgm:prSet presAssocID="{5147B6C9-60B6-488A-8934-5F688AD66FAA}" presName="arrowWedge1" presStyleLbl="fgSibTrans2D1" presStyleIdx="0" presStyleCnt="4"/>
      <dgm:spPr>
        <a:solidFill>
          <a:schemeClr val="accent1">
            <a:lumMod val="60000"/>
            <a:lumOff val="40000"/>
          </a:schemeClr>
        </a:solidFill>
        <a:ln w="63500">
          <a:solidFill>
            <a:schemeClr val="accent1">
              <a:lumMod val="60000"/>
              <a:lumOff val="40000"/>
            </a:schemeClr>
          </a:solidFill>
        </a:ln>
      </dgm:spPr>
    </dgm:pt>
    <dgm:pt modelId="{E9620B3D-FCD6-445B-AC40-FE2218168D6A}" type="pres">
      <dgm:prSet presAssocID="{D060DC64-04A9-4EAA-89C8-5DB15FF97DE7}" presName="arrowWedge2" presStyleLbl="fgSibTrans2D1" presStyleIdx="1" presStyleCnt="4"/>
      <dgm:spPr>
        <a:solidFill>
          <a:schemeClr val="accent3">
            <a:lumMod val="60000"/>
            <a:lumOff val="40000"/>
          </a:schemeClr>
        </a:solidFill>
        <a:ln w="63500">
          <a:solidFill>
            <a:schemeClr val="accent3">
              <a:lumMod val="60000"/>
              <a:lumOff val="40000"/>
            </a:schemeClr>
          </a:solidFill>
        </a:ln>
      </dgm:spPr>
    </dgm:pt>
    <dgm:pt modelId="{2997AA21-1FDE-434F-9DF6-44614FBE93E4}" type="pres">
      <dgm:prSet presAssocID="{5977B85B-959F-4980-9754-87DC465892A3}" presName="arrowWedge3" presStyleLbl="fgSibTrans2D1" presStyleIdx="2" presStyleCnt="4"/>
      <dgm:spPr>
        <a:solidFill>
          <a:schemeClr val="accent6">
            <a:lumMod val="60000"/>
            <a:lumOff val="40000"/>
          </a:schemeClr>
        </a:solidFill>
        <a:ln w="63500">
          <a:solidFill>
            <a:schemeClr val="accent6">
              <a:lumMod val="60000"/>
              <a:lumOff val="40000"/>
            </a:schemeClr>
          </a:solidFill>
        </a:ln>
      </dgm:spPr>
    </dgm:pt>
    <dgm:pt modelId="{18B2B1EE-8DB3-4BFE-8A10-CF38CDC2218B}" type="pres">
      <dgm:prSet presAssocID="{7D919E95-BDF0-4252-8E62-5392F930B736}" presName="arrowWedge4" presStyleLbl="fgSibTrans2D1" presStyleIdx="3" presStyleCnt="4"/>
      <dgm:spPr>
        <a:solidFill>
          <a:schemeClr val="tx2">
            <a:lumMod val="60000"/>
            <a:lumOff val="40000"/>
          </a:schemeClr>
        </a:solidFill>
        <a:ln w="63500">
          <a:solidFill>
            <a:schemeClr val="tx2">
              <a:lumMod val="60000"/>
              <a:lumOff val="40000"/>
            </a:schemeClr>
          </a:solidFill>
        </a:ln>
      </dgm:spPr>
    </dgm:pt>
  </dgm:ptLst>
  <dgm:cxnLst>
    <dgm:cxn modelId="{24EDA80C-03A5-4873-9096-214389D6A40D}" type="presOf" srcId="{21B9463A-5106-4D6C-B3D4-5948A9AAF5FE}" destId="{D31F3DB3-522A-48A6-B564-1C1C86C95BD4}" srcOrd="0" destOrd="0" presId="urn:microsoft.com/office/officeart/2005/8/layout/cycle8"/>
    <dgm:cxn modelId="{70218613-BFBD-4DA4-A623-713F41916F66}" type="presOf" srcId="{35EE400B-B428-4B10-97A0-097E8DCF8845}" destId="{9C8611C4-D1D0-4C8F-BE7E-0ECB03822EE5}" srcOrd="0" destOrd="0" presId="urn:microsoft.com/office/officeart/2005/8/layout/cycle8"/>
    <dgm:cxn modelId="{08471C2A-7E2C-4D47-9EC8-81591FE452C6}" type="presOf" srcId="{4DB1BECE-EF69-4E80-B52E-66D4A07F8D5C}" destId="{ED8CC237-4F25-4A2E-AC80-11D0CCD6346A}" srcOrd="1" destOrd="0" presId="urn:microsoft.com/office/officeart/2005/8/layout/cycle8"/>
    <dgm:cxn modelId="{3DF7452C-0BDD-472C-A73F-35E1E06CD685}" srcId="{0353DCF4-99A0-471B-B484-47139A67A451}" destId="{21B9463A-5106-4D6C-B3D4-5948A9AAF5FE}" srcOrd="2" destOrd="0" parTransId="{8CFBC5A1-3BAD-4B5E-A632-8EDBA5EAC359}" sibTransId="{5977B85B-959F-4980-9754-87DC465892A3}"/>
    <dgm:cxn modelId="{78BC4F51-E3E1-40B6-A4BF-DE3843BF8B54}" type="presOf" srcId="{34D8C35C-000E-4BCC-83A8-145C24885C0B}" destId="{FB84583B-1993-47CB-B180-F41C2700A569}" srcOrd="1" destOrd="0" presId="urn:microsoft.com/office/officeart/2005/8/layout/cycle8"/>
    <dgm:cxn modelId="{61E09A8F-4A59-4E26-9F3C-2DA77D6375A7}" type="presOf" srcId="{35EE400B-B428-4B10-97A0-097E8DCF8845}" destId="{8D40BF92-9BB7-435B-811F-8E4665AB900D}" srcOrd="1" destOrd="0" presId="urn:microsoft.com/office/officeart/2005/8/layout/cycle8"/>
    <dgm:cxn modelId="{8E6B1A92-D36A-4116-8517-7099F5F1497B}" srcId="{0353DCF4-99A0-471B-B484-47139A67A451}" destId="{35EE400B-B428-4B10-97A0-097E8DCF8845}" srcOrd="1" destOrd="0" parTransId="{DB783B77-2DCA-47F9-8EA3-C1B9A011B871}" sibTransId="{D060DC64-04A9-4EAA-89C8-5DB15FF97DE7}"/>
    <dgm:cxn modelId="{3A95499F-E183-4142-A74D-FDB8E5FE5410}" type="presOf" srcId="{21B9463A-5106-4D6C-B3D4-5948A9AAF5FE}" destId="{48D927AF-B072-4745-B37E-15DBB1717DD0}" srcOrd="1" destOrd="0" presId="urn:microsoft.com/office/officeart/2005/8/layout/cycle8"/>
    <dgm:cxn modelId="{C3F28CA3-C4D1-4A0B-83D6-82D24731CF83}" srcId="{0353DCF4-99A0-471B-B484-47139A67A451}" destId="{34D8C35C-000E-4BCC-83A8-145C24885C0B}" srcOrd="3" destOrd="0" parTransId="{483F3A83-C92D-4BDD-B422-F074C746B5DA}" sibTransId="{7D919E95-BDF0-4252-8E62-5392F930B736}"/>
    <dgm:cxn modelId="{16B84DC2-0ED0-490D-98A3-78B2D767FBAA}" type="presOf" srcId="{4DB1BECE-EF69-4E80-B52E-66D4A07F8D5C}" destId="{F9F94081-2C4C-4EA8-830C-08CC7DBF3C2E}" srcOrd="0" destOrd="0" presId="urn:microsoft.com/office/officeart/2005/8/layout/cycle8"/>
    <dgm:cxn modelId="{50E57BD9-A89B-4523-B518-FCEA1600D745}" srcId="{0353DCF4-99A0-471B-B484-47139A67A451}" destId="{4DB1BECE-EF69-4E80-B52E-66D4A07F8D5C}" srcOrd="0" destOrd="0" parTransId="{BAAF209E-D435-4360-BA46-C61EA4AE860E}" sibTransId="{5147B6C9-60B6-488A-8934-5F688AD66FAA}"/>
    <dgm:cxn modelId="{1B5C13EA-6009-49CA-97D6-CB39A112DBF1}" type="presOf" srcId="{0353DCF4-99A0-471B-B484-47139A67A451}" destId="{7BB95A53-0AB7-4F47-B1D5-C0885CDE324E}" srcOrd="0" destOrd="0" presId="urn:microsoft.com/office/officeart/2005/8/layout/cycle8"/>
    <dgm:cxn modelId="{DF8CCCED-CEC8-470F-B3E3-5CA3C08EEEBA}" type="presOf" srcId="{34D8C35C-000E-4BCC-83A8-145C24885C0B}" destId="{B31E3C66-B5D4-4388-974B-BE892916295B}" srcOrd="0" destOrd="0" presId="urn:microsoft.com/office/officeart/2005/8/layout/cycle8"/>
    <dgm:cxn modelId="{8214D75C-1A9C-4534-ABC7-C5D62B8E522D}" type="presParOf" srcId="{7BB95A53-0AB7-4F47-B1D5-C0885CDE324E}" destId="{F9F94081-2C4C-4EA8-830C-08CC7DBF3C2E}" srcOrd="0" destOrd="0" presId="urn:microsoft.com/office/officeart/2005/8/layout/cycle8"/>
    <dgm:cxn modelId="{A3531E36-B007-4C85-BE43-C8D3B287C796}" type="presParOf" srcId="{7BB95A53-0AB7-4F47-B1D5-C0885CDE324E}" destId="{E754A0B3-4FDB-41EC-87ED-5BEF00309A34}" srcOrd="1" destOrd="0" presId="urn:microsoft.com/office/officeart/2005/8/layout/cycle8"/>
    <dgm:cxn modelId="{95B42B3B-C69F-4411-AB22-FDB674F3F05F}" type="presParOf" srcId="{7BB95A53-0AB7-4F47-B1D5-C0885CDE324E}" destId="{9ECDF4BF-65A8-4A97-8C69-6D0828BEB6C4}" srcOrd="2" destOrd="0" presId="urn:microsoft.com/office/officeart/2005/8/layout/cycle8"/>
    <dgm:cxn modelId="{4E532580-842D-4CF5-8C56-75942D0859A3}" type="presParOf" srcId="{7BB95A53-0AB7-4F47-B1D5-C0885CDE324E}" destId="{ED8CC237-4F25-4A2E-AC80-11D0CCD6346A}" srcOrd="3" destOrd="0" presId="urn:microsoft.com/office/officeart/2005/8/layout/cycle8"/>
    <dgm:cxn modelId="{A5726F7F-5A83-4A98-8B3C-FCD6E8C48AF4}" type="presParOf" srcId="{7BB95A53-0AB7-4F47-B1D5-C0885CDE324E}" destId="{9C8611C4-D1D0-4C8F-BE7E-0ECB03822EE5}" srcOrd="4" destOrd="0" presId="urn:microsoft.com/office/officeart/2005/8/layout/cycle8"/>
    <dgm:cxn modelId="{699DAB65-C660-4DCF-BE00-60CB3184FE63}" type="presParOf" srcId="{7BB95A53-0AB7-4F47-B1D5-C0885CDE324E}" destId="{90275C1E-4B29-4EAC-933D-987570891927}" srcOrd="5" destOrd="0" presId="urn:microsoft.com/office/officeart/2005/8/layout/cycle8"/>
    <dgm:cxn modelId="{3929C489-22CE-4EDE-BE9F-68CA754C5A9D}" type="presParOf" srcId="{7BB95A53-0AB7-4F47-B1D5-C0885CDE324E}" destId="{5C9A1AF0-F457-43A1-AF72-63CA4F388BE5}" srcOrd="6" destOrd="0" presId="urn:microsoft.com/office/officeart/2005/8/layout/cycle8"/>
    <dgm:cxn modelId="{2200BE05-CD48-435D-8E9A-B84D25207882}" type="presParOf" srcId="{7BB95A53-0AB7-4F47-B1D5-C0885CDE324E}" destId="{8D40BF92-9BB7-435B-811F-8E4665AB900D}" srcOrd="7" destOrd="0" presId="urn:microsoft.com/office/officeart/2005/8/layout/cycle8"/>
    <dgm:cxn modelId="{4D4FEEDE-80CC-4938-9740-EB9F550F1533}" type="presParOf" srcId="{7BB95A53-0AB7-4F47-B1D5-C0885CDE324E}" destId="{D31F3DB3-522A-48A6-B564-1C1C86C95BD4}" srcOrd="8" destOrd="0" presId="urn:microsoft.com/office/officeart/2005/8/layout/cycle8"/>
    <dgm:cxn modelId="{36FA91B6-8A03-4798-909B-5C2929891F91}" type="presParOf" srcId="{7BB95A53-0AB7-4F47-B1D5-C0885CDE324E}" destId="{186F9923-B8B4-4B3C-9A51-C9B9057636E6}" srcOrd="9" destOrd="0" presId="urn:microsoft.com/office/officeart/2005/8/layout/cycle8"/>
    <dgm:cxn modelId="{685FB7FB-ACA4-4160-9834-033C241C6C56}" type="presParOf" srcId="{7BB95A53-0AB7-4F47-B1D5-C0885CDE324E}" destId="{BB302779-0794-44A3-9EB4-48236078DC51}" srcOrd="10" destOrd="0" presId="urn:microsoft.com/office/officeart/2005/8/layout/cycle8"/>
    <dgm:cxn modelId="{5E168CD1-0EE0-4AD3-98E4-E9834FFBE16D}" type="presParOf" srcId="{7BB95A53-0AB7-4F47-B1D5-C0885CDE324E}" destId="{48D927AF-B072-4745-B37E-15DBB1717DD0}" srcOrd="11" destOrd="0" presId="urn:microsoft.com/office/officeart/2005/8/layout/cycle8"/>
    <dgm:cxn modelId="{5D9C49E6-E672-4265-A522-EA01A02D2526}" type="presParOf" srcId="{7BB95A53-0AB7-4F47-B1D5-C0885CDE324E}" destId="{B31E3C66-B5D4-4388-974B-BE892916295B}" srcOrd="12" destOrd="0" presId="urn:microsoft.com/office/officeart/2005/8/layout/cycle8"/>
    <dgm:cxn modelId="{A5331FAF-677C-400E-951B-0E4BFC3E65E5}" type="presParOf" srcId="{7BB95A53-0AB7-4F47-B1D5-C0885CDE324E}" destId="{CDA2C714-B187-4D79-93ED-D28589F2B0B8}" srcOrd="13" destOrd="0" presId="urn:microsoft.com/office/officeart/2005/8/layout/cycle8"/>
    <dgm:cxn modelId="{AF21E120-F120-417D-8E41-0CFCB7205157}" type="presParOf" srcId="{7BB95A53-0AB7-4F47-B1D5-C0885CDE324E}" destId="{713F1886-F60C-4A5F-9372-627EBF9561AA}" srcOrd="14" destOrd="0" presId="urn:microsoft.com/office/officeart/2005/8/layout/cycle8"/>
    <dgm:cxn modelId="{D115B305-6559-438F-A2B7-D69E13E9B639}" type="presParOf" srcId="{7BB95A53-0AB7-4F47-B1D5-C0885CDE324E}" destId="{FB84583B-1993-47CB-B180-F41C2700A569}" srcOrd="15" destOrd="0" presId="urn:microsoft.com/office/officeart/2005/8/layout/cycle8"/>
    <dgm:cxn modelId="{D49B0667-5818-43F0-840B-1FAF2A0C4FC5}" type="presParOf" srcId="{7BB95A53-0AB7-4F47-B1D5-C0885CDE324E}" destId="{ED91A1E4-B9DC-4C86-848E-257F8736A52C}" srcOrd="16" destOrd="0" presId="urn:microsoft.com/office/officeart/2005/8/layout/cycle8"/>
    <dgm:cxn modelId="{8F5A9370-0B76-43E9-86C1-6FAFC2D21D1E}" type="presParOf" srcId="{7BB95A53-0AB7-4F47-B1D5-C0885CDE324E}" destId="{E9620B3D-FCD6-445B-AC40-FE2218168D6A}" srcOrd="17" destOrd="0" presId="urn:microsoft.com/office/officeart/2005/8/layout/cycle8"/>
    <dgm:cxn modelId="{D1ABEB2B-0FDD-42F5-AD45-6143F310A211}" type="presParOf" srcId="{7BB95A53-0AB7-4F47-B1D5-C0885CDE324E}" destId="{2997AA21-1FDE-434F-9DF6-44614FBE93E4}" srcOrd="18" destOrd="0" presId="urn:microsoft.com/office/officeart/2005/8/layout/cycle8"/>
    <dgm:cxn modelId="{5E4E6AAC-EDE8-4FED-B476-303C133DCF77}" type="presParOf" srcId="{7BB95A53-0AB7-4F47-B1D5-C0885CDE324E}" destId="{18B2B1EE-8DB3-4BFE-8A10-CF38CDC2218B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ACABD-04C4-4D8D-8B1B-E27662394E86}">
      <dsp:nvSpPr>
        <dsp:cNvPr id="0" name=""/>
        <dsp:cNvSpPr/>
      </dsp:nvSpPr>
      <dsp:spPr>
        <a:xfrm>
          <a:off x="6176812" y="3049121"/>
          <a:ext cx="91440" cy="3266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6682"/>
              </a:lnTo>
            </a:path>
          </a:pathLst>
        </a:custGeom>
        <a:noFill/>
        <a:ln w="152400" cap="rnd" cmpd="sng" algn="ctr">
          <a:solidFill>
            <a:schemeClr val="accent3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110C0A-FAA1-4515-8BA5-A8C43D6C9838}">
      <dsp:nvSpPr>
        <dsp:cNvPr id="0" name=""/>
        <dsp:cNvSpPr/>
      </dsp:nvSpPr>
      <dsp:spPr>
        <a:xfrm>
          <a:off x="4083536" y="1685350"/>
          <a:ext cx="2138995" cy="326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7"/>
              </a:lnTo>
              <a:lnTo>
                <a:pt x="2138995" y="164637"/>
              </a:lnTo>
              <a:lnTo>
                <a:pt x="2138995" y="326682"/>
              </a:lnTo>
            </a:path>
          </a:pathLst>
        </a:custGeom>
        <a:noFill/>
        <a:ln w="152400" cap="rnd" cmpd="sng" algn="ctr">
          <a:solidFill>
            <a:schemeClr val="accent5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0CC0DF-4B8C-4AD7-9A05-8D0D8A857E57}">
      <dsp:nvSpPr>
        <dsp:cNvPr id="0" name=""/>
        <dsp:cNvSpPr/>
      </dsp:nvSpPr>
      <dsp:spPr>
        <a:xfrm>
          <a:off x="1944541" y="3049121"/>
          <a:ext cx="1425997" cy="326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7"/>
              </a:lnTo>
              <a:lnTo>
                <a:pt x="1425997" y="164637"/>
              </a:lnTo>
              <a:lnTo>
                <a:pt x="1425997" y="326682"/>
              </a:lnTo>
            </a:path>
          </a:pathLst>
        </a:custGeom>
        <a:noFill/>
        <a:ln w="152400" cap="rnd" cmpd="sng" algn="ctr">
          <a:solidFill>
            <a:schemeClr val="bg2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C44E65-A38A-4CB0-8C30-C19504EA4E61}">
      <dsp:nvSpPr>
        <dsp:cNvPr id="0" name=""/>
        <dsp:cNvSpPr/>
      </dsp:nvSpPr>
      <dsp:spPr>
        <a:xfrm>
          <a:off x="518544" y="3049121"/>
          <a:ext cx="1425997" cy="326682"/>
        </a:xfrm>
        <a:custGeom>
          <a:avLst/>
          <a:gdLst/>
          <a:ahLst/>
          <a:cxnLst/>
          <a:rect l="0" t="0" r="0" b="0"/>
          <a:pathLst>
            <a:path>
              <a:moveTo>
                <a:pt x="1425997" y="0"/>
              </a:moveTo>
              <a:lnTo>
                <a:pt x="1425997" y="164637"/>
              </a:lnTo>
              <a:lnTo>
                <a:pt x="0" y="164637"/>
              </a:lnTo>
              <a:lnTo>
                <a:pt x="0" y="326682"/>
              </a:lnTo>
            </a:path>
          </a:pathLst>
        </a:custGeom>
        <a:noFill/>
        <a:ln w="152400" cap="rnd" cmpd="sng" algn="ctr">
          <a:solidFill>
            <a:schemeClr val="accent1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4817F7-0B29-478D-9EDB-5EC576AB5DDF}">
      <dsp:nvSpPr>
        <dsp:cNvPr id="0" name=""/>
        <dsp:cNvSpPr/>
      </dsp:nvSpPr>
      <dsp:spPr>
        <a:xfrm>
          <a:off x="1944541" y="1685350"/>
          <a:ext cx="2138995" cy="326682"/>
        </a:xfrm>
        <a:custGeom>
          <a:avLst/>
          <a:gdLst/>
          <a:ahLst/>
          <a:cxnLst/>
          <a:rect l="0" t="0" r="0" b="0"/>
          <a:pathLst>
            <a:path>
              <a:moveTo>
                <a:pt x="2138995" y="0"/>
              </a:moveTo>
              <a:lnTo>
                <a:pt x="2138995" y="164637"/>
              </a:lnTo>
              <a:lnTo>
                <a:pt x="0" y="164637"/>
              </a:lnTo>
              <a:lnTo>
                <a:pt x="0" y="326682"/>
              </a:lnTo>
            </a:path>
          </a:pathLst>
        </a:custGeom>
        <a:noFill/>
        <a:ln w="152400" cap="rnd" cmpd="sng" algn="ctr">
          <a:solidFill>
            <a:schemeClr val="accent6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F5BE4-89F9-4FF0-8871-A55AEE08D50C}">
      <dsp:nvSpPr>
        <dsp:cNvPr id="0" name=""/>
        <dsp:cNvSpPr/>
      </dsp:nvSpPr>
      <dsp:spPr>
        <a:xfrm>
          <a:off x="3564992" y="648261"/>
          <a:ext cx="1037088" cy="1037088"/>
        </a:xfrm>
        <a:prstGeom prst="ellipse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2391E-78F5-44C2-BA81-4A7460309EA3}">
      <dsp:nvSpPr>
        <dsp:cNvPr id="0" name=""/>
        <dsp:cNvSpPr/>
      </dsp:nvSpPr>
      <dsp:spPr>
        <a:xfrm>
          <a:off x="4602081" y="645668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Lorem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ipsum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dolor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sit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amet</a:t>
          </a:r>
          <a:endParaRPr lang="de-DE" sz="1400" b="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4602081" y="645668"/>
        <a:ext cx="1555633" cy="1037088"/>
      </dsp:txXfrm>
    </dsp:sp>
    <dsp:sp modelId="{E9EA8E35-7362-4F05-9C88-48F68ADEE3DC}">
      <dsp:nvSpPr>
        <dsp:cNvPr id="0" name=""/>
        <dsp:cNvSpPr/>
      </dsp:nvSpPr>
      <dsp:spPr>
        <a:xfrm>
          <a:off x="1425997" y="2012032"/>
          <a:ext cx="1037088" cy="1037088"/>
        </a:xfrm>
        <a:prstGeom prst="ellipse">
          <a:avLst/>
        </a:prstGeom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F6D89-DD39-447E-8BF5-9F3375C23DD6}">
      <dsp:nvSpPr>
        <dsp:cNvPr id="0" name=""/>
        <dsp:cNvSpPr/>
      </dsp:nvSpPr>
      <dsp:spPr>
        <a:xfrm>
          <a:off x="2463085" y="2009440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2463085" y="2009440"/>
        <a:ext cx="1555633" cy="1037088"/>
      </dsp:txXfrm>
    </dsp:sp>
    <dsp:sp modelId="{3E760DE4-1A9C-40E2-A8CD-25A1B5E88EDC}">
      <dsp:nvSpPr>
        <dsp:cNvPr id="0" name=""/>
        <dsp:cNvSpPr/>
      </dsp:nvSpPr>
      <dsp:spPr>
        <a:xfrm>
          <a:off x="0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797DD-25E4-4988-849B-B80856A03D58}">
      <dsp:nvSpPr>
        <dsp:cNvPr id="0" name=""/>
        <dsp:cNvSpPr/>
      </dsp:nvSpPr>
      <dsp:spPr>
        <a:xfrm>
          <a:off x="1037088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1037088" y="3373211"/>
        <a:ext cx="1555633" cy="1037088"/>
      </dsp:txXfrm>
    </dsp:sp>
    <dsp:sp modelId="{5C517494-0F8C-46B0-B3EA-E81302D706A8}">
      <dsp:nvSpPr>
        <dsp:cNvPr id="0" name=""/>
        <dsp:cNvSpPr/>
      </dsp:nvSpPr>
      <dsp:spPr>
        <a:xfrm>
          <a:off x="2851994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A397E-97D2-4611-817D-5EBDCC2CD0FE}">
      <dsp:nvSpPr>
        <dsp:cNvPr id="0" name=""/>
        <dsp:cNvSpPr/>
      </dsp:nvSpPr>
      <dsp:spPr>
        <a:xfrm>
          <a:off x="3889082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3889082" y="3373211"/>
        <a:ext cx="1555633" cy="1037088"/>
      </dsp:txXfrm>
    </dsp:sp>
    <dsp:sp modelId="{8B818C02-FB39-433E-89D1-C0A6310840F8}">
      <dsp:nvSpPr>
        <dsp:cNvPr id="0" name=""/>
        <dsp:cNvSpPr/>
      </dsp:nvSpPr>
      <dsp:spPr>
        <a:xfrm>
          <a:off x="5703988" y="2012032"/>
          <a:ext cx="1037088" cy="1037088"/>
        </a:xfrm>
        <a:prstGeom prst="ellipse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FD7E3-5734-40DD-A7DA-BEED016BC02B}">
      <dsp:nvSpPr>
        <dsp:cNvPr id="0" name=""/>
        <dsp:cNvSpPr/>
      </dsp:nvSpPr>
      <dsp:spPr>
        <a:xfrm>
          <a:off x="6741076" y="2009440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6741076" y="2009440"/>
        <a:ext cx="1555633" cy="1037088"/>
      </dsp:txXfrm>
    </dsp:sp>
    <dsp:sp modelId="{35DF2C4E-F249-49DD-A012-075CACFECBAB}">
      <dsp:nvSpPr>
        <dsp:cNvPr id="0" name=""/>
        <dsp:cNvSpPr/>
      </dsp:nvSpPr>
      <dsp:spPr>
        <a:xfrm>
          <a:off x="5703988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F37EB-0DE0-49D6-8299-AD241A55C42C}">
      <dsp:nvSpPr>
        <dsp:cNvPr id="0" name=""/>
        <dsp:cNvSpPr/>
      </dsp:nvSpPr>
      <dsp:spPr>
        <a:xfrm>
          <a:off x="6741076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6741076" y="3373211"/>
        <a:ext cx="1555633" cy="1037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94081-2C4C-4EA8-830C-08CC7DBF3C2E}">
      <dsp:nvSpPr>
        <dsp:cNvPr id="0" name=""/>
        <dsp:cNvSpPr/>
      </dsp:nvSpPr>
      <dsp:spPr>
        <a:xfrm>
          <a:off x="432314" y="265051"/>
          <a:ext cx="3607936" cy="3607936"/>
        </a:xfrm>
        <a:prstGeom prst="pie">
          <a:avLst>
            <a:gd name="adj1" fmla="val 16200000"/>
            <a:gd name="adj2" fmla="val 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2347528" y="1012839"/>
        <a:ext cx="1331500" cy="987887"/>
      </dsp:txXfrm>
    </dsp:sp>
    <dsp:sp modelId="{9C8611C4-D1D0-4C8F-BE7E-0ECB03822EE5}">
      <dsp:nvSpPr>
        <dsp:cNvPr id="0" name=""/>
        <dsp:cNvSpPr/>
      </dsp:nvSpPr>
      <dsp:spPr>
        <a:xfrm>
          <a:off x="432314" y="386174"/>
          <a:ext cx="3607936" cy="3607936"/>
        </a:xfrm>
        <a:prstGeom prst="pie">
          <a:avLst>
            <a:gd name="adj1" fmla="val 0"/>
            <a:gd name="adj2" fmla="val 5400000"/>
          </a:avLst>
        </a:prstGeom>
        <a:solidFill>
          <a:srgbClr val="F0F2F4"/>
        </a:solidFill>
        <a:ln w="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2347528" y="2258436"/>
        <a:ext cx="1331500" cy="987887"/>
      </dsp:txXfrm>
    </dsp:sp>
    <dsp:sp modelId="{D31F3DB3-522A-48A6-B564-1C1C86C95BD4}">
      <dsp:nvSpPr>
        <dsp:cNvPr id="0" name=""/>
        <dsp:cNvSpPr/>
      </dsp:nvSpPr>
      <dsp:spPr>
        <a:xfrm>
          <a:off x="311191" y="386174"/>
          <a:ext cx="3607936" cy="3607936"/>
        </a:xfrm>
        <a:prstGeom prst="pie">
          <a:avLst>
            <a:gd name="adj1" fmla="val 5400000"/>
            <a:gd name="adj2" fmla="val 1080000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672414" y="2258436"/>
        <a:ext cx="1331500" cy="987887"/>
      </dsp:txXfrm>
    </dsp:sp>
    <dsp:sp modelId="{B31E3C66-B5D4-4388-974B-BE892916295B}">
      <dsp:nvSpPr>
        <dsp:cNvPr id="0" name=""/>
        <dsp:cNvSpPr/>
      </dsp:nvSpPr>
      <dsp:spPr>
        <a:xfrm>
          <a:off x="311191" y="265051"/>
          <a:ext cx="3607936" cy="3607936"/>
        </a:xfrm>
        <a:prstGeom prst="pie">
          <a:avLst>
            <a:gd name="adj1" fmla="val 10800000"/>
            <a:gd name="adj2" fmla="val 1620000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</a:p>
      </dsp:txBody>
      <dsp:txXfrm>
        <a:off x="672414" y="1012839"/>
        <a:ext cx="1331500" cy="987887"/>
      </dsp:txXfrm>
    </dsp:sp>
    <dsp:sp modelId="{ED91A1E4-B9DC-4C86-848E-257F8736A52C}">
      <dsp:nvSpPr>
        <dsp:cNvPr id="0" name=""/>
        <dsp:cNvSpPr/>
      </dsp:nvSpPr>
      <dsp:spPr>
        <a:xfrm>
          <a:off x="208966" y="41702"/>
          <a:ext cx="4054633" cy="4054633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1">
            <a:lumMod val="60000"/>
            <a:lumOff val="40000"/>
          </a:schemeClr>
        </a:solidFill>
        <a:ln w="63500">
          <a:solidFill>
            <a:schemeClr val="accent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20B3D-FCD6-445B-AC40-FE2218168D6A}">
      <dsp:nvSpPr>
        <dsp:cNvPr id="0" name=""/>
        <dsp:cNvSpPr/>
      </dsp:nvSpPr>
      <dsp:spPr>
        <a:xfrm>
          <a:off x="208966" y="162826"/>
          <a:ext cx="4054633" cy="4054633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 w="63500">
          <a:solidFill>
            <a:schemeClr val="accent3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7AA21-1FDE-434F-9DF6-44614FBE93E4}">
      <dsp:nvSpPr>
        <dsp:cNvPr id="0" name=""/>
        <dsp:cNvSpPr/>
      </dsp:nvSpPr>
      <dsp:spPr>
        <a:xfrm>
          <a:off x="87842" y="162826"/>
          <a:ext cx="4054633" cy="4054633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6">
            <a:lumMod val="60000"/>
            <a:lumOff val="40000"/>
          </a:schemeClr>
        </a:solidFill>
        <a:ln w="63500">
          <a:solidFill>
            <a:schemeClr val="accent6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2B1EE-8DB3-4BFE-8A10-CF38CDC2218B}">
      <dsp:nvSpPr>
        <dsp:cNvPr id="0" name=""/>
        <dsp:cNvSpPr/>
      </dsp:nvSpPr>
      <dsp:spPr>
        <a:xfrm>
          <a:off x="87842" y="41702"/>
          <a:ext cx="4054633" cy="4054633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tx2">
            <a:lumMod val="60000"/>
            <a:lumOff val="40000"/>
          </a:schemeClr>
        </a:solidFill>
        <a:ln w="63500">
          <a:solidFill>
            <a:schemeClr val="tx2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13.03.26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13/03/2026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mgm-tp.com" TargetMode="External"/><Relationship Id="rId2" Type="http://schemas.openxmlformats.org/officeDocument/2006/relationships/hyperlink" Target="http://www.mgm-tp.com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reamlinehq.com/icons/core-line-fre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mgm </a:t>
            </a:r>
            <a:r>
              <a:rPr lang="de-DE" dirty="0" err="1"/>
              <a:t>tp</a:t>
            </a:r>
            <a:r>
              <a:rPr lang="de-DE" dirty="0"/>
              <a:t>/</a:t>
            </a:r>
            <a:r>
              <a:rPr lang="de-DE" dirty="0" err="1"/>
              <a:t>sp</a:t>
            </a:r>
            <a:r>
              <a:rPr lang="de-DE" dirty="0"/>
              <a:t>/</a:t>
            </a:r>
            <a:r>
              <a:rPr lang="de-DE" dirty="0" err="1"/>
              <a:t>ip</a:t>
            </a:r>
            <a:r>
              <a:rPr lang="de-DE" dirty="0"/>
              <a:t> title</a:t>
            </a:r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05C1BFD-6E1C-F71A-3790-C72C22CC2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702FE8A-0292-091C-2C1F-C5874431CFDA}"/>
              </a:ext>
            </a:extLst>
          </p:cNvPr>
          <p:cNvSpPr/>
          <p:nvPr/>
        </p:nvSpPr>
        <p:spPr>
          <a:xfrm>
            <a:off x="1668780" y="4239744"/>
            <a:ext cx="9661954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E147C9-A8EF-A1B6-DE5F-EA3B5B15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 err="1"/>
              <a:t>Introduction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ea typeface="Roboto" panose="02000000000000000000" pitchFamily="2" charset="0"/>
              </a:rPr>
              <a:t>Lorem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ipsum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dolor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sit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amet</a:t>
            </a:r>
            <a:r>
              <a:rPr lang="de-DE" dirty="0">
                <a:ea typeface="Roboto" panose="02000000000000000000" pitchFamily="2" charset="0"/>
              </a:rPr>
              <a:t>, </a:t>
            </a:r>
            <a:r>
              <a:rPr lang="de-DE" dirty="0" err="1">
                <a:ea typeface="Roboto" panose="02000000000000000000" pitchFamily="2" charset="0"/>
              </a:rPr>
              <a:t>consectetuer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adipiscing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elit</a:t>
            </a:r>
            <a:r>
              <a:rPr lang="de-DE" dirty="0">
                <a:ea typeface="Roboto" panose="020000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B3C59AA-F977-EAB4-E591-DB6E0C42E6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60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371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> </a:t>
            </a:r>
            <a:r>
              <a:rPr lang="de-DE" sz="1000" dirty="0" err="1"/>
              <a:t>technology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www.mgm-tp.com</a:t>
            </a:r>
            <a:r>
              <a:rPr lang="de-DE" sz="1000" dirty="0"/>
              <a:t> 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info@mgm-tp.com</a:t>
            </a:r>
            <a:r>
              <a:rPr lang="de-DE" sz="1000" dirty="0"/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Icons</a:t>
            </a:r>
          </a:p>
        </p:txBody>
      </p:sp>
      <p:sp>
        <p:nvSpPr>
          <p:cNvPr id="916" name="Inhaltsplatzhalter 915">
            <a:extLst>
              <a:ext uri="{FF2B5EF4-FFF2-40B4-BE49-F238E27FC236}">
                <a16:creationId xmlns:a16="http://schemas.microsoft.com/office/drawing/2014/main" id="{1C64C0DD-CCFB-B493-84BB-722699CD2F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4" name="Gruppieren 3"/>
          <p:cNvGrpSpPr/>
          <p:nvPr/>
        </p:nvGrpSpPr>
        <p:grpSpPr>
          <a:xfrm>
            <a:off x="5669426" y="2266959"/>
            <a:ext cx="301768" cy="171594"/>
            <a:chOff x="532607" y="3756980"/>
            <a:chExt cx="323850" cy="184150"/>
          </a:xfrm>
        </p:grpSpPr>
        <p:sp>
          <p:nvSpPr>
            <p:cNvPr id="5" name="Freeform 59"/>
            <p:cNvSpPr>
              <a:spLocks/>
            </p:cNvSpPr>
            <p:nvPr/>
          </p:nvSpPr>
          <p:spPr bwMode="auto">
            <a:xfrm>
              <a:off x="532607" y="3756980"/>
              <a:ext cx="323850" cy="184150"/>
            </a:xfrm>
            <a:custGeom>
              <a:avLst/>
              <a:gdLst>
                <a:gd name="T0" fmla="*/ 1020 w 1020"/>
                <a:gd name="T1" fmla="*/ 289 h 578"/>
                <a:gd name="T2" fmla="*/ 998 w 1020"/>
                <a:gd name="T3" fmla="*/ 315 h 578"/>
                <a:gd name="T4" fmla="*/ 958 w 1020"/>
                <a:gd name="T5" fmla="*/ 355 h 578"/>
                <a:gd name="T6" fmla="*/ 903 w 1020"/>
                <a:gd name="T7" fmla="*/ 406 h 578"/>
                <a:gd name="T8" fmla="*/ 835 w 1020"/>
                <a:gd name="T9" fmla="*/ 460 h 578"/>
                <a:gd name="T10" fmla="*/ 796 w 1020"/>
                <a:gd name="T11" fmla="*/ 486 h 578"/>
                <a:gd name="T12" fmla="*/ 753 w 1020"/>
                <a:gd name="T13" fmla="*/ 510 h 578"/>
                <a:gd name="T14" fmla="*/ 709 w 1020"/>
                <a:gd name="T15" fmla="*/ 532 h 578"/>
                <a:gd name="T16" fmla="*/ 662 w 1020"/>
                <a:gd name="T17" fmla="*/ 551 h 578"/>
                <a:gd name="T18" fmla="*/ 613 w 1020"/>
                <a:gd name="T19" fmla="*/ 565 h 578"/>
                <a:gd name="T20" fmla="*/ 562 w 1020"/>
                <a:gd name="T21" fmla="*/ 574 h 578"/>
                <a:gd name="T22" fmla="*/ 511 w 1020"/>
                <a:gd name="T23" fmla="*/ 578 h 578"/>
                <a:gd name="T24" fmla="*/ 484 w 1020"/>
                <a:gd name="T25" fmla="*/ 577 h 578"/>
                <a:gd name="T26" fmla="*/ 432 w 1020"/>
                <a:gd name="T27" fmla="*/ 570 h 578"/>
                <a:gd name="T28" fmla="*/ 383 w 1020"/>
                <a:gd name="T29" fmla="*/ 559 h 578"/>
                <a:gd name="T30" fmla="*/ 335 w 1020"/>
                <a:gd name="T31" fmla="*/ 542 h 578"/>
                <a:gd name="T32" fmla="*/ 290 w 1020"/>
                <a:gd name="T33" fmla="*/ 522 h 578"/>
                <a:gd name="T34" fmla="*/ 246 w 1020"/>
                <a:gd name="T35" fmla="*/ 498 h 578"/>
                <a:gd name="T36" fmla="*/ 206 w 1020"/>
                <a:gd name="T37" fmla="*/ 473 h 578"/>
                <a:gd name="T38" fmla="*/ 149 w 1020"/>
                <a:gd name="T39" fmla="*/ 433 h 578"/>
                <a:gd name="T40" fmla="*/ 88 w 1020"/>
                <a:gd name="T41" fmla="*/ 380 h 578"/>
                <a:gd name="T42" fmla="*/ 41 w 1020"/>
                <a:gd name="T43" fmla="*/ 334 h 578"/>
                <a:gd name="T44" fmla="*/ 10 w 1020"/>
                <a:gd name="T45" fmla="*/ 301 h 578"/>
                <a:gd name="T46" fmla="*/ 0 w 1020"/>
                <a:gd name="T47" fmla="*/ 289 h 578"/>
                <a:gd name="T48" fmla="*/ 23 w 1020"/>
                <a:gd name="T49" fmla="*/ 262 h 578"/>
                <a:gd name="T50" fmla="*/ 62 w 1020"/>
                <a:gd name="T51" fmla="*/ 222 h 578"/>
                <a:gd name="T52" fmla="*/ 117 w 1020"/>
                <a:gd name="T53" fmla="*/ 171 h 578"/>
                <a:gd name="T54" fmla="*/ 185 w 1020"/>
                <a:gd name="T55" fmla="*/ 117 h 578"/>
                <a:gd name="T56" fmla="*/ 225 w 1020"/>
                <a:gd name="T57" fmla="*/ 91 h 578"/>
                <a:gd name="T58" fmla="*/ 267 w 1020"/>
                <a:gd name="T59" fmla="*/ 66 h 578"/>
                <a:gd name="T60" fmla="*/ 312 w 1020"/>
                <a:gd name="T61" fmla="*/ 45 h 578"/>
                <a:gd name="T62" fmla="*/ 358 w 1020"/>
                <a:gd name="T63" fmla="*/ 26 h 578"/>
                <a:gd name="T64" fmla="*/ 407 w 1020"/>
                <a:gd name="T65" fmla="*/ 13 h 578"/>
                <a:gd name="T66" fmla="*/ 458 w 1020"/>
                <a:gd name="T67" fmla="*/ 4 h 578"/>
                <a:gd name="T68" fmla="*/ 511 w 1020"/>
                <a:gd name="T69" fmla="*/ 0 h 578"/>
                <a:gd name="T70" fmla="*/ 537 w 1020"/>
                <a:gd name="T71" fmla="*/ 0 h 578"/>
                <a:gd name="T72" fmla="*/ 588 w 1020"/>
                <a:gd name="T73" fmla="*/ 7 h 578"/>
                <a:gd name="T74" fmla="*/ 638 w 1020"/>
                <a:gd name="T75" fmla="*/ 19 h 578"/>
                <a:gd name="T76" fmla="*/ 686 w 1020"/>
                <a:gd name="T77" fmla="*/ 35 h 578"/>
                <a:gd name="T78" fmla="*/ 732 w 1020"/>
                <a:gd name="T79" fmla="*/ 55 h 578"/>
                <a:gd name="T80" fmla="*/ 774 w 1020"/>
                <a:gd name="T81" fmla="*/ 79 h 578"/>
                <a:gd name="T82" fmla="*/ 816 w 1020"/>
                <a:gd name="T83" fmla="*/ 104 h 578"/>
                <a:gd name="T84" fmla="*/ 871 w 1020"/>
                <a:gd name="T85" fmla="*/ 144 h 578"/>
                <a:gd name="T86" fmla="*/ 934 w 1020"/>
                <a:gd name="T87" fmla="*/ 197 h 578"/>
                <a:gd name="T88" fmla="*/ 981 w 1020"/>
                <a:gd name="T89" fmla="*/ 244 h 578"/>
                <a:gd name="T90" fmla="*/ 1010 w 1020"/>
                <a:gd name="T91" fmla="*/ 277 h 578"/>
                <a:gd name="T92" fmla="*/ 1020 w 1020"/>
                <a:gd name="T93" fmla="*/ 289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20" h="578">
                  <a:moveTo>
                    <a:pt x="1020" y="289"/>
                  </a:moveTo>
                  <a:lnTo>
                    <a:pt x="1020" y="289"/>
                  </a:lnTo>
                  <a:lnTo>
                    <a:pt x="1010" y="301"/>
                  </a:lnTo>
                  <a:lnTo>
                    <a:pt x="998" y="315"/>
                  </a:lnTo>
                  <a:lnTo>
                    <a:pt x="981" y="334"/>
                  </a:lnTo>
                  <a:lnTo>
                    <a:pt x="958" y="355"/>
                  </a:lnTo>
                  <a:lnTo>
                    <a:pt x="934" y="380"/>
                  </a:lnTo>
                  <a:lnTo>
                    <a:pt x="903" y="406"/>
                  </a:lnTo>
                  <a:lnTo>
                    <a:pt x="871" y="433"/>
                  </a:lnTo>
                  <a:lnTo>
                    <a:pt x="835" y="460"/>
                  </a:lnTo>
                  <a:lnTo>
                    <a:pt x="816" y="473"/>
                  </a:lnTo>
                  <a:lnTo>
                    <a:pt x="796" y="486"/>
                  </a:lnTo>
                  <a:lnTo>
                    <a:pt x="774" y="498"/>
                  </a:lnTo>
                  <a:lnTo>
                    <a:pt x="753" y="510"/>
                  </a:lnTo>
                  <a:lnTo>
                    <a:pt x="732" y="522"/>
                  </a:lnTo>
                  <a:lnTo>
                    <a:pt x="709" y="532"/>
                  </a:lnTo>
                  <a:lnTo>
                    <a:pt x="686" y="542"/>
                  </a:lnTo>
                  <a:lnTo>
                    <a:pt x="662" y="551"/>
                  </a:lnTo>
                  <a:lnTo>
                    <a:pt x="638" y="559"/>
                  </a:lnTo>
                  <a:lnTo>
                    <a:pt x="613" y="565"/>
                  </a:lnTo>
                  <a:lnTo>
                    <a:pt x="588" y="570"/>
                  </a:lnTo>
                  <a:lnTo>
                    <a:pt x="562" y="574"/>
                  </a:lnTo>
                  <a:lnTo>
                    <a:pt x="537" y="577"/>
                  </a:lnTo>
                  <a:lnTo>
                    <a:pt x="511" y="578"/>
                  </a:lnTo>
                  <a:lnTo>
                    <a:pt x="511" y="578"/>
                  </a:lnTo>
                  <a:lnTo>
                    <a:pt x="484" y="577"/>
                  </a:lnTo>
                  <a:lnTo>
                    <a:pt x="458" y="574"/>
                  </a:lnTo>
                  <a:lnTo>
                    <a:pt x="432" y="570"/>
                  </a:lnTo>
                  <a:lnTo>
                    <a:pt x="407" y="565"/>
                  </a:lnTo>
                  <a:lnTo>
                    <a:pt x="383" y="559"/>
                  </a:lnTo>
                  <a:lnTo>
                    <a:pt x="358" y="551"/>
                  </a:lnTo>
                  <a:lnTo>
                    <a:pt x="335" y="542"/>
                  </a:lnTo>
                  <a:lnTo>
                    <a:pt x="312" y="532"/>
                  </a:lnTo>
                  <a:lnTo>
                    <a:pt x="290" y="522"/>
                  </a:lnTo>
                  <a:lnTo>
                    <a:pt x="267" y="510"/>
                  </a:lnTo>
                  <a:lnTo>
                    <a:pt x="246" y="498"/>
                  </a:lnTo>
                  <a:lnTo>
                    <a:pt x="225" y="486"/>
                  </a:lnTo>
                  <a:lnTo>
                    <a:pt x="206" y="473"/>
                  </a:lnTo>
                  <a:lnTo>
                    <a:pt x="185" y="460"/>
                  </a:lnTo>
                  <a:lnTo>
                    <a:pt x="149" y="433"/>
                  </a:lnTo>
                  <a:lnTo>
                    <a:pt x="117" y="406"/>
                  </a:lnTo>
                  <a:lnTo>
                    <a:pt x="88" y="380"/>
                  </a:lnTo>
                  <a:lnTo>
                    <a:pt x="62" y="355"/>
                  </a:lnTo>
                  <a:lnTo>
                    <a:pt x="41" y="334"/>
                  </a:lnTo>
                  <a:lnTo>
                    <a:pt x="23" y="315"/>
                  </a:lnTo>
                  <a:lnTo>
                    <a:pt x="10" y="301"/>
                  </a:lnTo>
                  <a:lnTo>
                    <a:pt x="0" y="289"/>
                  </a:lnTo>
                  <a:lnTo>
                    <a:pt x="0" y="289"/>
                  </a:lnTo>
                  <a:lnTo>
                    <a:pt x="10" y="277"/>
                  </a:lnTo>
                  <a:lnTo>
                    <a:pt x="23" y="262"/>
                  </a:lnTo>
                  <a:lnTo>
                    <a:pt x="41" y="244"/>
                  </a:lnTo>
                  <a:lnTo>
                    <a:pt x="62" y="222"/>
                  </a:lnTo>
                  <a:lnTo>
                    <a:pt x="88" y="197"/>
                  </a:lnTo>
                  <a:lnTo>
                    <a:pt x="117" y="171"/>
                  </a:lnTo>
                  <a:lnTo>
                    <a:pt x="149" y="144"/>
                  </a:lnTo>
                  <a:lnTo>
                    <a:pt x="185" y="117"/>
                  </a:lnTo>
                  <a:lnTo>
                    <a:pt x="206" y="104"/>
                  </a:lnTo>
                  <a:lnTo>
                    <a:pt x="225" y="91"/>
                  </a:lnTo>
                  <a:lnTo>
                    <a:pt x="246" y="79"/>
                  </a:lnTo>
                  <a:lnTo>
                    <a:pt x="267" y="66"/>
                  </a:lnTo>
                  <a:lnTo>
                    <a:pt x="290" y="55"/>
                  </a:lnTo>
                  <a:lnTo>
                    <a:pt x="312" y="45"/>
                  </a:lnTo>
                  <a:lnTo>
                    <a:pt x="335" y="35"/>
                  </a:lnTo>
                  <a:lnTo>
                    <a:pt x="358" y="26"/>
                  </a:lnTo>
                  <a:lnTo>
                    <a:pt x="383" y="19"/>
                  </a:lnTo>
                  <a:lnTo>
                    <a:pt x="407" y="13"/>
                  </a:lnTo>
                  <a:lnTo>
                    <a:pt x="432" y="7"/>
                  </a:lnTo>
                  <a:lnTo>
                    <a:pt x="458" y="4"/>
                  </a:lnTo>
                  <a:lnTo>
                    <a:pt x="484" y="0"/>
                  </a:lnTo>
                  <a:lnTo>
                    <a:pt x="511" y="0"/>
                  </a:lnTo>
                  <a:lnTo>
                    <a:pt x="511" y="0"/>
                  </a:lnTo>
                  <a:lnTo>
                    <a:pt x="537" y="0"/>
                  </a:lnTo>
                  <a:lnTo>
                    <a:pt x="562" y="4"/>
                  </a:lnTo>
                  <a:lnTo>
                    <a:pt x="588" y="7"/>
                  </a:lnTo>
                  <a:lnTo>
                    <a:pt x="613" y="13"/>
                  </a:lnTo>
                  <a:lnTo>
                    <a:pt x="638" y="19"/>
                  </a:lnTo>
                  <a:lnTo>
                    <a:pt x="662" y="26"/>
                  </a:lnTo>
                  <a:lnTo>
                    <a:pt x="686" y="35"/>
                  </a:lnTo>
                  <a:lnTo>
                    <a:pt x="709" y="45"/>
                  </a:lnTo>
                  <a:lnTo>
                    <a:pt x="732" y="55"/>
                  </a:lnTo>
                  <a:lnTo>
                    <a:pt x="753" y="66"/>
                  </a:lnTo>
                  <a:lnTo>
                    <a:pt x="774" y="79"/>
                  </a:lnTo>
                  <a:lnTo>
                    <a:pt x="796" y="91"/>
                  </a:lnTo>
                  <a:lnTo>
                    <a:pt x="816" y="104"/>
                  </a:lnTo>
                  <a:lnTo>
                    <a:pt x="835" y="117"/>
                  </a:lnTo>
                  <a:lnTo>
                    <a:pt x="871" y="144"/>
                  </a:lnTo>
                  <a:lnTo>
                    <a:pt x="903" y="171"/>
                  </a:lnTo>
                  <a:lnTo>
                    <a:pt x="934" y="197"/>
                  </a:lnTo>
                  <a:lnTo>
                    <a:pt x="958" y="222"/>
                  </a:lnTo>
                  <a:lnTo>
                    <a:pt x="981" y="244"/>
                  </a:lnTo>
                  <a:lnTo>
                    <a:pt x="998" y="262"/>
                  </a:lnTo>
                  <a:lnTo>
                    <a:pt x="1010" y="277"/>
                  </a:lnTo>
                  <a:lnTo>
                    <a:pt x="1020" y="289"/>
                  </a:lnTo>
                  <a:lnTo>
                    <a:pt x="1020" y="2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" name="Freeform 60"/>
            <p:cNvSpPr>
              <a:spLocks/>
            </p:cNvSpPr>
            <p:nvPr/>
          </p:nvSpPr>
          <p:spPr bwMode="auto">
            <a:xfrm>
              <a:off x="637382" y="3793493"/>
              <a:ext cx="112713" cy="112713"/>
            </a:xfrm>
            <a:custGeom>
              <a:avLst/>
              <a:gdLst>
                <a:gd name="T0" fmla="*/ 355 w 355"/>
                <a:gd name="T1" fmla="*/ 178 h 355"/>
                <a:gd name="T2" fmla="*/ 352 w 355"/>
                <a:gd name="T3" fmla="*/ 214 h 355"/>
                <a:gd name="T4" fmla="*/ 340 w 355"/>
                <a:gd name="T5" fmla="*/ 246 h 355"/>
                <a:gd name="T6" fmla="*/ 325 w 355"/>
                <a:gd name="T7" fmla="*/ 277 h 355"/>
                <a:gd name="T8" fmla="*/ 302 w 355"/>
                <a:gd name="T9" fmla="*/ 303 h 355"/>
                <a:gd name="T10" fmla="*/ 276 w 355"/>
                <a:gd name="T11" fmla="*/ 325 h 355"/>
                <a:gd name="T12" fmla="*/ 246 w 355"/>
                <a:gd name="T13" fmla="*/ 341 h 355"/>
                <a:gd name="T14" fmla="*/ 214 w 355"/>
                <a:gd name="T15" fmla="*/ 352 h 355"/>
                <a:gd name="T16" fmla="*/ 178 w 355"/>
                <a:gd name="T17" fmla="*/ 355 h 355"/>
                <a:gd name="T18" fmla="*/ 160 w 355"/>
                <a:gd name="T19" fmla="*/ 354 h 355"/>
                <a:gd name="T20" fmla="*/ 125 w 355"/>
                <a:gd name="T21" fmla="*/ 348 h 355"/>
                <a:gd name="T22" fmla="*/ 92 w 355"/>
                <a:gd name="T23" fmla="*/ 334 h 355"/>
                <a:gd name="T24" fmla="*/ 64 w 355"/>
                <a:gd name="T25" fmla="*/ 315 h 355"/>
                <a:gd name="T26" fmla="*/ 41 w 355"/>
                <a:gd name="T27" fmla="*/ 290 h 355"/>
                <a:gd name="T28" fmla="*/ 22 w 355"/>
                <a:gd name="T29" fmla="*/ 262 h 355"/>
                <a:gd name="T30" fmla="*/ 8 w 355"/>
                <a:gd name="T31" fmla="*/ 231 h 355"/>
                <a:gd name="T32" fmla="*/ 0 w 355"/>
                <a:gd name="T33" fmla="*/ 196 h 355"/>
                <a:gd name="T34" fmla="*/ 0 w 355"/>
                <a:gd name="T35" fmla="*/ 178 h 355"/>
                <a:gd name="T36" fmla="*/ 4 w 355"/>
                <a:gd name="T37" fmla="*/ 142 h 355"/>
                <a:gd name="T38" fmla="*/ 14 w 355"/>
                <a:gd name="T39" fmla="*/ 108 h 355"/>
                <a:gd name="T40" fmla="*/ 31 w 355"/>
                <a:gd name="T41" fmla="*/ 78 h 355"/>
                <a:gd name="T42" fmla="*/ 52 w 355"/>
                <a:gd name="T43" fmla="*/ 52 h 355"/>
                <a:gd name="T44" fmla="*/ 78 w 355"/>
                <a:gd name="T45" fmla="*/ 31 h 355"/>
                <a:gd name="T46" fmla="*/ 108 w 355"/>
                <a:gd name="T47" fmla="*/ 14 h 355"/>
                <a:gd name="T48" fmla="*/ 142 w 355"/>
                <a:gd name="T49" fmla="*/ 4 h 355"/>
                <a:gd name="T50" fmla="*/ 178 w 355"/>
                <a:gd name="T51" fmla="*/ 0 h 355"/>
                <a:gd name="T52" fmla="*/ 196 w 355"/>
                <a:gd name="T53" fmla="*/ 0 h 355"/>
                <a:gd name="T54" fmla="*/ 230 w 355"/>
                <a:gd name="T55" fmla="*/ 8 h 355"/>
                <a:gd name="T56" fmla="*/ 262 w 355"/>
                <a:gd name="T57" fmla="*/ 22 h 355"/>
                <a:gd name="T58" fmla="*/ 290 w 355"/>
                <a:gd name="T59" fmla="*/ 41 h 355"/>
                <a:gd name="T60" fmla="*/ 315 w 355"/>
                <a:gd name="T61" fmla="*/ 64 h 355"/>
                <a:gd name="T62" fmla="*/ 334 w 355"/>
                <a:gd name="T63" fmla="*/ 93 h 355"/>
                <a:gd name="T64" fmla="*/ 347 w 355"/>
                <a:gd name="T65" fmla="*/ 125 h 355"/>
                <a:gd name="T66" fmla="*/ 354 w 355"/>
                <a:gd name="T67" fmla="*/ 160 h 355"/>
                <a:gd name="T68" fmla="*/ 355 w 355"/>
                <a:gd name="T69" fmla="*/ 178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5" h="355">
                  <a:moveTo>
                    <a:pt x="355" y="178"/>
                  </a:moveTo>
                  <a:lnTo>
                    <a:pt x="355" y="178"/>
                  </a:lnTo>
                  <a:lnTo>
                    <a:pt x="354" y="196"/>
                  </a:lnTo>
                  <a:lnTo>
                    <a:pt x="352" y="214"/>
                  </a:lnTo>
                  <a:lnTo>
                    <a:pt x="347" y="231"/>
                  </a:lnTo>
                  <a:lnTo>
                    <a:pt x="340" y="246"/>
                  </a:lnTo>
                  <a:lnTo>
                    <a:pt x="334" y="262"/>
                  </a:lnTo>
                  <a:lnTo>
                    <a:pt x="325" y="277"/>
                  </a:lnTo>
                  <a:lnTo>
                    <a:pt x="315" y="290"/>
                  </a:lnTo>
                  <a:lnTo>
                    <a:pt x="302" y="303"/>
                  </a:lnTo>
                  <a:lnTo>
                    <a:pt x="290" y="315"/>
                  </a:lnTo>
                  <a:lnTo>
                    <a:pt x="276" y="325"/>
                  </a:lnTo>
                  <a:lnTo>
                    <a:pt x="262" y="334"/>
                  </a:lnTo>
                  <a:lnTo>
                    <a:pt x="246" y="341"/>
                  </a:lnTo>
                  <a:lnTo>
                    <a:pt x="230" y="348"/>
                  </a:lnTo>
                  <a:lnTo>
                    <a:pt x="214" y="352"/>
                  </a:lnTo>
                  <a:lnTo>
                    <a:pt x="196" y="354"/>
                  </a:lnTo>
                  <a:lnTo>
                    <a:pt x="178" y="355"/>
                  </a:lnTo>
                  <a:lnTo>
                    <a:pt x="178" y="355"/>
                  </a:lnTo>
                  <a:lnTo>
                    <a:pt x="160" y="354"/>
                  </a:lnTo>
                  <a:lnTo>
                    <a:pt x="142" y="352"/>
                  </a:lnTo>
                  <a:lnTo>
                    <a:pt x="125" y="348"/>
                  </a:lnTo>
                  <a:lnTo>
                    <a:pt x="108" y="341"/>
                  </a:lnTo>
                  <a:lnTo>
                    <a:pt x="92" y="334"/>
                  </a:lnTo>
                  <a:lnTo>
                    <a:pt x="78" y="325"/>
                  </a:lnTo>
                  <a:lnTo>
                    <a:pt x="64" y="315"/>
                  </a:lnTo>
                  <a:lnTo>
                    <a:pt x="52" y="303"/>
                  </a:lnTo>
                  <a:lnTo>
                    <a:pt x="41" y="290"/>
                  </a:lnTo>
                  <a:lnTo>
                    <a:pt x="31" y="277"/>
                  </a:lnTo>
                  <a:lnTo>
                    <a:pt x="22" y="262"/>
                  </a:lnTo>
                  <a:lnTo>
                    <a:pt x="14" y="246"/>
                  </a:lnTo>
                  <a:lnTo>
                    <a:pt x="8" y="231"/>
                  </a:lnTo>
                  <a:lnTo>
                    <a:pt x="4" y="214"/>
                  </a:lnTo>
                  <a:lnTo>
                    <a:pt x="0" y="196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60"/>
                  </a:lnTo>
                  <a:lnTo>
                    <a:pt x="4" y="142"/>
                  </a:lnTo>
                  <a:lnTo>
                    <a:pt x="8" y="125"/>
                  </a:lnTo>
                  <a:lnTo>
                    <a:pt x="14" y="108"/>
                  </a:lnTo>
                  <a:lnTo>
                    <a:pt x="22" y="93"/>
                  </a:lnTo>
                  <a:lnTo>
                    <a:pt x="31" y="78"/>
                  </a:lnTo>
                  <a:lnTo>
                    <a:pt x="41" y="64"/>
                  </a:lnTo>
                  <a:lnTo>
                    <a:pt x="52" y="52"/>
                  </a:lnTo>
                  <a:lnTo>
                    <a:pt x="64" y="41"/>
                  </a:lnTo>
                  <a:lnTo>
                    <a:pt x="78" y="31"/>
                  </a:lnTo>
                  <a:lnTo>
                    <a:pt x="92" y="22"/>
                  </a:lnTo>
                  <a:lnTo>
                    <a:pt x="108" y="14"/>
                  </a:lnTo>
                  <a:lnTo>
                    <a:pt x="125" y="8"/>
                  </a:lnTo>
                  <a:lnTo>
                    <a:pt x="142" y="4"/>
                  </a:lnTo>
                  <a:lnTo>
                    <a:pt x="160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6" y="0"/>
                  </a:lnTo>
                  <a:lnTo>
                    <a:pt x="214" y="4"/>
                  </a:lnTo>
                  <a:lnTo>
                    <a:pt x="230" y="8"/>
                  </a:lnTo>
                  <a:lnTo>
                    <a:pt x="246" y="14"/>
                  </a:lnTo>
                  <a:lnTo>
                    <a:pt x="262" y="22"/>
                  </a:lnTo>
                  <a:lnTo>
                    <a:pt x="276" y="31"/>
                  </a:lnTo>
                  <a:lnTo>
                    <a:pt x="290" y="41"/>
                  </a:lnTo>
                  <a:lnTo>
                    <a:pt x="302" y="52"/>
                  </a:lnTo>
                  <a:lnTo>
                    <a:pt x="315" y="64"/>
                  </a:lnTo>
                  <a:lnTo>
                    <a:pt x="325" y="78"/>
                  </a:lnTo>
                  <a:lnTo>
                    <a:pt x="334" y="93"/>
                  </a:lnTo>
                  <a:lnTo>
                    <a:pt x="340" y="108"/>
                  </a:lnTo>
                  <a:lnTo>
                    <a:pt x="347" y="125"/>
                  </a:lnTo>
                  <a:lnTo>
                    <a:pt x="352" y="142"/>
                  </a:lnTo>
                  <a:lnTo>
                    <a:pt x="354" y="160"/>
                  </a:lnTo>
                  <a:lnTo>
                    <a:pt x="355" y="178"/>
                  </a:lnTo>
                  <a:lnTo>
                    <a:pt x="355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5299932" y="4071819"/>
            <a:ext cx="297331" cy="297331"/>
            <a:chOff x="599282" y="3248980"/>
            <a:chExt cx="319088" cy="319088"/>
          </a:xfrm>
        </p:grpSpPr>
        <p:sp>
          <p:nvSpPr>
            <p:cNvPr id="8" name="Freeform 61"/>
            <p:cNvSpPr>
              <a:spLocks/>
            </p:cNvSpPr>
            <p:nvPr/>
          </p:nvSpPr>
          <p:spPr bwMode="auto">
            <a:xfrm>
              <a:off x="599282" y="3248980"/>
              <a:ext cx="319088" cy="319088"/>
            </a:xfrm>
            <a:custGeom>
              <a:avLst/>
              <a:gdLst>
                <a:gd name="T0" fmla="*/ 288 w 1006"/>
                <a:gd name="T1" fmla="*/ 939 h 1007"/>
                <a:gd name="T2" fmla="*/ 0 w 1006"/>
                <a:gd name="T3" fmla="*/ 1007 h 1007"/>
                <a:gd name="T4" fmla="*/ 68 w 1006"/>
                <a:gd name="T5" fmla="*/ 719 h 1007"/>
                <a:gd name="T6" fmla="*/ 760 w 1006"/>
                <a:gd name="T7" fmla="*/ 27 h 1007"/>
                <a:gd name="T8" fmla="*/ 760 w 1006"/>
                <a:gd name="T9" fmla="*/ 27 h 1007"/>
                <a:gd name="T10" fmla="*/ 767 w 1006"/>
                <a:gd name="T11" fmla="*/ 20 h 1007"/>
                <a:gd name="T12" fmla="*/ 773 w 1006"/>
                <a:gd name="T13" fmla="*/ 16 h 1007"/>
                <a:gd name="T14" fmla="*/ 781 w 1006"/>
                <a:gd name="T15" fmla="*/ 11 h 1007"/>
                <a:gd name="T16" fmla="*/ 789 w 1006"/>
                <a:gd name="T17" fmla="*/ 7 h 1007"/>
                <a:gd name="T18" fmla="*/ 797 w 1006"/>
                <a:gd name="T19" fmla="*/ 4 h 1007"/>
                <a:gd name="T20" fmla="*/ 806 w 1006"/>
                <a:gd name="T21" fmla="*/ 2 h 1007"/>
                <a:gd name="T22" fmla="*/ 814 w 1006"/>
                <a:gd name="T23" fmla="*/ 1 h 1007"/>
                <a:gd name="T24" fmla="*/ 823 w 1006"/>
                <a:gd name="T25" fmla="*/ 0 h 1007"/>
                <a:gd name="T26" fmla="*/ 831 w 1006"/>
                <a:gd name="T27" fmla="*/ 1 h 1007"/>
                <a:gd name="T28" fmla="*/ 840 w 1006"/>
                <a:gd name="T29" fmla="*/ 2 h 1007"/>
                <a:gd name="T30" fmla="*/ 847 w 1006"/>
                <a:gd name="T31" fmla="*/ 4 h 1007"/>
                <a:gd name="T32" fmla="*/ 855 w 1006"/>
                <a:gd name="T33" fmla="*/ 7 h 1007"/>
                <a:gd name="T34" fmla="*/ 863 w 1006"/>
                <a:gd name="T35" fmla="*/ 11 h 1007"/>
                <a:gd name="T36" fmla="*/ 871 w 1006"/>
                <a:gd name="T37" fmla="*/ 16 h 1007"/>
                <a:gd name="T38" fmla="*/ 879 w 1006"/>
                <a:gd name="T39" fmla="*/ 20 h 1007"/>
                <a:gd name="T40" fmla="*/ 886 w 1006"/>
                <a:gd name="T41" fmla="*/ 27 h 1007"/>
                <a:gd name="T42" fmla="*/ 979 w 1006"/>
                <a:gd name="T43" fmla="*/ 121 h 1007"/>
                <a:gd name="T44" fmla="*/ 979 w 1006"/>
                <a:gd name="T45" fmla="*/ 121 h 1007"/>
                <a:gd name="T46" fmla="*/ 985 w 1006"/>
                <a:gd name="T47" fmla="*/ 128 h 1007"/>
                <a:gd name="T48" fmla="*/ 991 w 1006"/>
                <a:gd name="T49" fmla="*/ 135 h 1007"/>
                <a:gd name="T50" fmla="*/ 996 w 1006"/>
                <a:gd name="T51" fmla="*/ 143 h 1007"/>
                <a:gd name="T52" fmla="*/ 999 w 1006"/>
                <a:gd name="T53" fmla="*/ 151 h 1007"/>
                <a:gd name="T54" fmla="*/ 1001 w 1006"/>
                <a:gd name="T55" fmla="*/ 158 h 1007"/>
                <a:gd name="T56" fmla="*/ 1003 w 1006"/>
                <a:gd name="T57" fmla="*/ 166 h 1007"/>
                <a:gd name="T58" fmla="*/ 1005 w 1006"/>
                <a:gd name="T59" fmla="*/ 175 h 1007"/>
                <a:gd name="T60" fmla="*/ 1006 w 1006"/>
                <a:gd name="T61" fmla="*/ 183 h 1007"/>
                <a:gd name="T62" fmla="*/ 1005 w 1006"/>
                <a:gd name="T63" fmla="*/ 192 h 1007"/>
                <a:gd name="T64" fmla="*/ 1003 w 1006"/>
                <a:gd name="T65" fmla="*/ 200 h 1007"/>
                <a:gd name="T66" fmla="*/ 1001 w 1006"/>
                <a:gd name="T67" fmla="*/ 209 h 1007"/>
                <a:gd name="T68" fmla="*/ 999 w 1006"/>
                <a:gd name="T69" fmla="*/ 217 h 1007"/>
                <a:gd name="T70" fmla="*/ 996 w 1006"/>
                <a:gd name="T71" fmla="*/ 225 h 1007"/>
                <a:gd name="T72" fmla="*/ 991 w 1006"/>
                <a:gd name="T73" fmla="*/ 233 h 1007"/>
                <a:gd name="T74" fmla="*/ 985 w 1006"/>
                <a:gd name="T75" fmla="*/ 239 h 1007"/>
                <a:gd name="T76" fmla="*/ 979 w 1006"/>
                <a:gd name="T77" fmla="*/ 246 h 1007"/>
                <a:gd name="T78" fmla="*/ 288 w 1006"/>
                <a:gd name="T79" fmla="*/ 939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06" h="1007">
                  <a:moveTo>
                    <a:pt x="288" y="939"/>
                  </a:moveTo>
                  <a:lnTo>
                    <a:pt x="0" y="1007"/>
                  </a:lnTo>
                  <a:lnTo>
                    <a:pt x="68" y="719"/>
                  </a:lnTo>
                  <a:lnTo>
                    <a:pt x="760" y="27"/>
                  </a:lnTo>
                  <a:lnTo>
                    <a:pt x="760" y="27"/>
                  </a:lnTo>
                  <a:lnTo>
                    <a:pt x="767" y="20"/>
                  </a:lnTo>
                  <a:lnTo>
                    <a:pt x="773" y="16"/>
                  </a:lnTo>
                  <a:lnTo>
                    <a:pt x="781" y="11"/>
                  </a:lnTo>
                  <a:lnTo>
                    <a:pt x="789" y="7"/>
                  </a:lnTo>
                  <a:lnTo>
                    <a:pt x="797" y="4"/>
                  </a:lnTo>
                  <a:lnTo>
                    <a:pt x="806" y="2"/>
                  </a:lnTo>
                  <a:lnTo>
                    <a:pt x="814" y="1"/>
                  </a:lnTo>
                  <a:lnTo>
                    <a:pt x="823" y="0"/>
                  </a:lnTo>
                  <a:lnTo>
                    <a:pt x="831" y="1"/>
                  </a:lnTo>
                  <a:lnTo>
                    <a:pt x="840" y="2"/>
                  </a:lnTo>
                  <a:lnTo>
                    <a:pt x="847" y="4"/>
                  </a:lnTo>
                  <a:lnTo>
                    <a:pt x="855" y="7"/>
                  </a:lnTo>
                  <a:lnTo>
                    <a:pt x="863" y="11"/>
                  </a:lnTo>
                  <a:lnTo>
                    <a:pt x="871" y="16"/>
                  </a:lnTo>
                  <a:lnTo>
                    <a:pt x="879" y="20"/>
                  </a:lnTo>
                  <a:lnTo>
                    <a:pt x="886" y="27"/>
                  </a:lnTo>
                  <a:lnTo>
                    <a:pt x="979" y="121"/>
                  </a:lnTo>
                  <a:lnTo>
                    <a:pt x="979" y="121"/>
                  </a:lnTo>
                  <a:lnTo>
                    <a:pt x="985" y="128"/>
                  </a:lnTo>
                  <a:lnTo>
                    <a:pt x="991" y="135"/>
                  </a:lnTo>
                  <a:lnTo>
                    <a:pt x="996" y="143"/>
                  </a:lnTo>
                  <a:lnTo>
                    <a:pt x="999" y="151"/>
                  </a:lnTo>
                  <a:lnTo>
                    <a:pt x="1001" y="158"/>
                  </a:lnTo>
                  <a:lnTo>
                    <a:pt x="1003" y="166"/>
                  </a:lnTo>
                  <a:lnTo>
                    <a:pt x="1005" y="175"/>
                  </a:lnTo>
                  <a:lnTo>
                    <a:pt x="1006" y="183"/>
                  </a:lnTo>
                  <a:lnTo>
                    <a:pt x="1005" y="192"/>
                  </a:lnTo>
                  <a:lnTo>
                    <a:pt x="1003" y="200"/>
                  </a:lnTo>
                  <a:lnTo>
                    <a:pt x="1001" y="209"/>
                  </a:lnTo>
                  <a:lnTo>
                    <a:pt x="999" y="217"/>
                  </a:lnTo>
                  <a:lnTo>
                    <a:pt x="996" y="225"/>
                  </a:lnTo>
                  <a:lnTo>
                    <a:pt x="991" y="233"/>
                  </a:lnTo>
                  <a:lnTo>
                    <a:pt x="985" y="239"/>
                  </a:lnTo>
                  <a:lnTo>
                    <a:pt x="979" y="246"/>
                  </a:lnTo>
                  <a:lnTo>
                    <a:pt x="288" y="93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 flipH="1" flipV="1">
              <a:off x="831057" y="3266443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 flipH="1" flipV="1">
              <a:off x="810420" y="3287080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 flipH="1" flipV="1">
              <a:off x="624682" y="3472818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12" name="Freeform 69"/>
          <p:cNvSpPr>
            <a:spLocks/>
          </p:cNvSpPr>
          <p:nvPr/>
        </p:nvSpPr>
        <p:spPr bwMode="auto">
          <a:xfrm>
            <a:off x="5909036" y="2834979"/>
            <a:ext cx="301768" cy="278100"/>
          </a:xfrm>
          <a:custGeom>
            <a:avLst/>
            <a:gdLst>
              <a:gd name="T0" fmla="*/ 1020 w 1020"/>
              <a:gd name="T1" fmla="*/ 439 h 944"/>
              <a:gd name="T2" fmla="*/ 1010 w 1020"/>
              <a:gd name="T3" fmla="*/ 501 h 944"/>
              <a:gd name="T4" fmla="*/ 990 w 1020"/>
              <a:gd name="T5" fmla="*/ 560 h 944"/>
              <a:gd name="T6" fmla="*/ 958 w 1020"/>
              <a:gd name="T7" fmla="*/ 616 h 944"/>
              <a:gd name="T8" fmla="*/ 919 w 1020"/>
              <a:gd name="T9" fmla="*/ 667 h 944"/>
              <a:gd name="T10" fmla="*/ 871 w 1020"/>
              <a:gd name="T11" fmla="*/ 712 h 944"/>
              <a:gd name="T12" fmla="*/ 816 w 1020"/>
              <a:gd name="T13" fmla="*/ 751 h 944"/>
              <a:gd name="T14" fmla="*/ 753 w 1020"/>
              <a:gd name="T15" fmla="*/ 783 h 944"/>
              <a:gd name="T16" fmla="*/ 686 w 1020"/>
              <a:gd name="T17" fmla="*/ 808 h 944"/>
              <a:gd name="T18" fmla="*/ 613 w 1020"/>
              <a:gd name="T19" fmla="*/ 825 h 944"/>
              <a:gd name="T20" fmla="*/ 536 w 1020"/>
              <a:gd name="T21" fmla="*/ 833 h 944"/>
              <a:gd name="T22" fmla="*/ 487 w 1020"/>
              <a:gd name="T23" fmla="*/ 833 h 944"/>
              <a:gd name="T24" fmla="*/ 419 w 1020"/>
              <a:gd name="T25" fmla="*/ 827 h 944"/>
              <a:gd name="T26" fmla="*/ 352 w 1020"/>
              <a:gd name="T27" fmla="*/ 814 h 944"/>
              <a:gd name="T28" fmla="*/ 153 w 1020"/>
              <a:gd name="T29" fmla="*/ 715 h 944"/>
              <a:gd name="T30" fmla="*/ 119 w 1020"/>
              <a:gd name="T31" fmla="*/ 685 h 944"/>
              <a:gd name="T32" fmla="*/ 76 w 1020"/>
              <a:gd name="T33" fmla="*/ 635 h 944"/>
              <a:gd name="T34" fmla="*/ 42 w 1020"/>
              <a:gd name="T35" fmla="*/ 581 h 944"/>
              <a:gd name="T36" fmla="*/ 17 w 1020"/>
              <a:gd name="T37" fmla="*/ 523 h 944"/>
              <a:gd name="T38" fmla="*/ 2 w 1020"/>
              <a:gd name="T39" fmla="*/ 460 h 944"/>
              <a:gd name="T40" fmla="*/ 0 w 1020"/>
              <a:gd name="T41" fmla="*/ 417 h 944"/>
              <a:gd name="T42" fmla="*/ 6 w 1020"/>
              <a:gd name="T43" fmla="*/ 353 h 944"/>
              <a:gd name="T44" fmla="*/ 22 w 1020"/>
              <a:gd name="T45" fmla="*/ 294 h 944"/>
              <a:gd name="T46" fmla="*/ 51 w 1020"/>
              <a:gd name="T47" fmla="*/ 236 h 944"/>
              <a:gd name="T48" fmla="*/ 88 w 1020"/>
              <a:gd name="T49" fmla="*/ 185 h 944"/>
              <a:gd name="T50" fmla="*/ 132 w 1020"/>
              <a:gd name="T51" fmla="*/ 137 h 944"/>
              <a:gd name="T52" fmla="*/ 185 w 1020"/>
              <a:gd name="T53" fmla="*/ 96 h 944"/>
              <a:gd name="T54" fmla="*/ 246 w 1020"/>
              <a:gd name="T55" fmla="*/ 61 h 944"/>
              <a:gd name="T56" fmla="*/ 312 w 1020"/>
              <a:gd name="T57" fmla="*/ 33 h 944"/>
              <a:gd name="T58" fmla="*/ 383 w 1020"/>
              <a:gd name="T59" fmla="*/ 14 h 944"/>
              <a:gd name="T60" fmla="*/ 458 w 1020"/>
              <a:gd name="T61" fmla="*/ 3 h 944"/>
              <a:gd name="T62" fmla="*/ 511 w 1020"/>
              <a:gd name="T63" fmla="*/ 0 h 944"/>
              <a:gd name="T64" fmla="*/ 588 w 1020"/>
              <a:gd name="T65" fmla="*/ 5 h 944"/>
              <a:gd name="T66" fmla="*/ 662 w 1020"/>
              <a:gd name="T67" fmla="*/ 19 h 944"/>
              <a:gd name="T68" fmla="*/ 732 w 1020"/>
              <a:gd name="T69" fmla="*/ 42 h 944"/>
              <a:gd name="T70" fmla="*/ 796 w 1020"/>
              <a:gd name="T71" fmla="*/ 71 h 944"/>
              <a:gd name="T72" fmla="*/ 853 w 1020"/>
              <a:gd name="T73" fmla="*/ 108 h 944"/>
              <a:gd name="T74" fmla="*/ 903 w 1020"/>
              <a:gd name="T75" fmla="*/ 152 h 944"/>
              <a:gd name="T76" fmla="*/ 946 w 1020"/>
              <a:gd name="T77" fmla="*/ 201 h 944"/>
              <a:gd name="T78" fmla="*/ 981 w 1020"/>
              <a:gd name="T79" fmla="*/ 255 h 944"/>
              <a:gd name="T80" fmla="*/ 1004 w 1020"/>
              <a:gd name="T81" fmla="*/ 313 h 944"/>
              <a:gd name="T82" fmla="*/ 1018 w 1020"/>
              <a:gd name="T83" fmla="*/ 374 h 944"/>
              <a:gd name="T84" fmla="*/ 1020 w 1020"/>
              <a:gd name="T85" fmla="*/ 417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20" h="944">
                <a:moveTo>
                  <a:pt x="1020" y="417"/>
                </a:moveTo>
                <a:lnTo>
                  <a:pt x="1020" y="417"/>
                </a:lnTo>
                <a:lnTo>
                  <a:pt x="1020" y="439"/>
                </a:lnTo>
                <a:lnTo>
                  <a:pt x="1018" y="460"/>
                </a:lnTo>
                <a:lnTo>
                  <a:pt x="1014" y="480"/>
                </a:lnTo>
                <a:lnTo>
                  <a:pt x="1010" y="501"/>
                </a:lnTo>
                <a:lnTo>
                  <a:pt x="1004" y="522"/>
                </a:lnTo>
                <a:lnTo>
                  <a:pt x="998" y="541"/>
                </a:lnTo>
                <a:lnTo>
                  <a:pt x="990" y="560"/>
                </a:lnTo>
                <a:lnTo>
                  <a:pt x="981" y="579"/>
                </a:lnTo>
                <a:lnTo>
                  <a:pt x="970" y="598"/>
                </a:lnTo>
                <a:lnTo>
                  <a:pt x="958" y="616"/>
                </a:lnTo>
                <a:lnTo>
                  <a:pt x="946" y="633"/>
                </a:lnTo>
                <a:lnTo>
                  <a:pt x="934" y="650"/>
                </a:lnTo>
                <a:lnTo>
                  <a:pt x="919" y="667"/>
                </a:lnTo>
                <a:lnTo>
                  <a:pt x="903" y="682"/>
                </a:lnTo>
                <a:lnTo>
                  <a:pt x="888" y="697"/>
                </a:lnTo>
                <a:lnTo>
                  <a:pt x="871" y="712"/>
                </a:lnTo>
                <a:lnTo>
                  <a:pt x="853" y="725"/>
                </a:lnTo>
                <a:lnTo>
                  <a:pt x="835" y="739"/>
                </a:lnTo>
                <a:lnTo>
                  <a:pt x="816" y="751"/>
                </a:lnTo>
                <a:lnTo>
                  <a:pt x="796" y="762"/>
                </a:lnTo>
                <a:lnTo>
                  <a:pt x="774" y="773"/>
                </a:lnTo>
                <a:lnTo>
                  <a:pt x="753" y="783"/>
                </a:lnTo>
                <a:lnTo>
                  <a:pt x="732" y="792"/>
                </a:lnTo>
                <a:lnTo>
                  <a:pt x="709" y="801"/>
                </a:lnTo>
                <a:lnTo>
                  <a:pt x="686" y="808"/>
                </a:lnTo>
                <a:lnTo>
                  <a:pt x="662" y="815"/>
                </a:lnTo>
                <a:lnTo>
                  <a:pt x="637" y="821"/>
                </a:lnTo>
                <a:lnTo>
                  <a:pt x="613" y="825"/>
                </a:lnTo>
                <a:lnTo>
                  <a:pt x="588" y="830"/>
                </a:lnTo>
                <a:lnTo>
                  <a:pt x="562" y="832"/>
                </a:lnTo>
                <a:lnTo>
                  <a:pt x="536" y="833"/>
                </a:lnTo>
                <a:lnTo>
                  <a:pt x="511" y="834"/>
                </a:lnTo>
                <a:lnTo>
                  <a:pt x="511" y="834"/>
                </a:lnTo>
                <a:lnTo>
                  <a:pt x="487" y="833"/>
                </a:lnTo>
                <a:lnTo>
                  <a:pt x="463" y="832"/>
                </a:lnTo>
                <a:lnTo>
                  <a:pt x="441" y="830"/>
                </a:lnTo>
                <a:lnTo>
                  <a:pt x="419" y="827"/>
                </a:lnTo>
                <a:lnTo>
                  <a:pt x="396" y="823"/>
                </a:lnTo>
                <a:lnTo>
                  <a:pt x="374" y="818"/>
                </a:lnTo>
                <a:lnTo>
                  <a:pt x="352" y="814"/>
                </a:lnTo>
                <a:lnTo>
                  <a:pt x="331" y="807"/>
                </a:lnTo>
                <a:lnTo>
                  <a:pt x="38" y="944"/>
                </a:lnTo>
                <a:lnTo>
                  <a:pt x="153" y="715"/>
                </a:lnTo>
                <a:lnTo>
                  <a:pt x="153" y="715"/>
                </a:lnTo>
                <a:lnTo>
                  <a:pt x="136" y="700"/>
                </a:lnTo>
                <a:lnTo>
                  <a:pt x="119" y="685"/>
                </a:lnTo>
                <a:lnTo>
                  <a:pt x="104" y="669"/>
                </a:lnTo>
                <a:lnTo>
                  <a:pt x="90" y="653"/>
                </a:lnTo>
                <a:lnTo>
                  <a:pt x="76" y="635"/>
                </a:lnTo>
                <a:lnTo>
                  <a:pt x="63" y="618"/>
                </a:lnTo>
                <a:lnTo>
                  <a:pt x="52" y="600"/>
                </a:lnTo>
                <a:lnTo>
                  <a:pt x="42" y="581"/>
                </a:lnTo>
                <a:lnTo>
                  <a:pt x="31" y="562"/>
                </a:lnTo>
                <a:lnTo>
                  <a:pt x="24" y="543"/>
                </a:lnTo>
                <a:lnTo>
                  <a:pt x="17" y="523"/>
                </a:lnTo>
                <a:lnTo>
                  <a:pt x="11" y="503"/>
                </a:lnTo>
                <a:lnTo>
                  <a:pt x="6" y="481"/>
                </a:lnTo>
                <a:lnTo>
                  <a:pt x="2" y="460"/>
                </a:lnTo>
                <a:lnTo>
                  <a:pt x="1" y="439"/>
                </a:lnTo>
                <a:lnTo>
                  <a:pt x="0" y="417"/>
                </a:lnTo>
                <a:lnTo>
                  <a:pt x="0" y="417"/>
                </a:lnTo>
                <a:lnTo>
                  <a:pt x="1" y="396"/>
                </a:lnTo>
                <a:lnTo>
                  <a:pt x="2" y="374"/>
                </a:lnTo>
                <a:lnTo>
                  <a:pt x="6" y="353"/>
                </a:lnTo>
                <a:lnTo>
                  <a:pt x="10" y="333"/>
                </a:lnTo>
                <a:lnTo>
                  <a:pt x="16" y="313"/>
                </a:lnTo>
                <a:lnTo>
                  <a:pt x="22" y="294"/>
                </a:lnTo>
                <a:lnTo>
                  <a:pt x="31" y="273"/>
                </a:lnTo>
                <a:lnTo>
                  <a:pt x="40" y="255"/>
                </a:lnTo>
                <a:lnTo>
                  <a:pt x="51" y="236"/>
                </a:lnTo>
                <a:lnTo>
                  <a:pt x="62" y="218"/>
                </a:lnTo>
                <a:lnTo>
                  <a:pt x="74" y="201"/>
                </a:lnTo>
                <a:lnTo>
                  <a:pt x="88" y="185"/>
                </a:lnTo>
                <a:lnTo>
                  <a:pt x="101" y="168"/>
                </a:lnTo>
                <a:lnTo>
                  <a:pt x="117" y="152"/>
                </a:lnTo>
                <a:lnTo>
                  <a:pt x="132" y="137"/>
                </a:lnTo>
                <a:lnTo>
                  <a:pt x="149" y="123"/>
                </a:lnTo>
                <a:lnTo>
                  <a:pt x="167" y="108"/>
                </a:lnTo>
                <a:lnTo>
                  <a:pt x="185" y="96"/>
                </a:lnTo>
                <a:lnTo>
                  <a:pt x="205" y="84"/>
                </a:lnTo>
                <a:lnTo>
                  <a:pt x="224" y="71"/>
                </a:lnTo>
                <a:lnTo>
                  <a:pt x="246" y="61"/>
                </a:lnTo>
                <a:lnTo>
                  <a:pt x="267" y="51"/>
                </a:lnTo>
                <a:lnTo>
                  <a:pt x="290" y="42"/>
                </a:lnTo>
                <a:lnTo>
                  <a:pt x="312" y="33"/>
                </a:lnTo>
                <a:lnTo>
                  <a:pt x="334" y="25"/>
                </a:lnTo>
                <a:lnTo>
                  <a:pt x="358" y="19"/>
                </a:lnTo>
                <a:lnTo>
                  <a:pt x="383" y="14"/>
                </a:lnTo>
                <a:lnTo>
                  <a:pt x="407" y="9"/>
                </a:lnTo>
                <a:lnTo>
                  <a:pt x="432" y="5"/>
                </a:lnTo>
                <a:lnTo>
                  <a:pt x="458" y="3"/>
                </a:lnTo>
                <a:lnTo>
                  <a:pt x="484" y="0"/>
                </a:lnTo>
                <a:lnTo>
                  <a:pt x="511" y="0"/>
                </a:lnTo>
                <a:lnTo>
                  <a:pt x="511" y="0"/>
                </a:lnTo>
                <a:lnTo>
                  <a:pt x="536" y="0"/>
                </a:lnTo>
                <a:lnTo>
                  <a:pt x="562" y="3"/>
                </a:lnTo>
                <a:lnTo>
                  <a:pt x="588" y="5"/>
                </a:lnTo>
                <a:lnTo>
                  <a:pt x="613" y="9"/>
                </a:lnTo>
                <a:lnTo>
                  <a:pt x="637" y="14"/>
                </a:lnTo>
                <a:lnTo>
                  <a:pt x="662" y="19"/>
                </a:lnTo>
                <a:lnTo>
                  <a:pt x="686" y="25"/>
                </a:lnTo>
                <a:lnTo>
                  <a:pt x="709" y="33"/>
                </a:lnTo>
                <a:lnTo>
                  <a:pt x="732" y="42"/>
                </a:lnTo>
                <a:lnTo>
                  <a:pt x="753" y="51"/>
                </a:lnTo>
                <a:lnTo>
                  <a:pt x="774" y="61"/>
                </a:lnTo>
                <a:lnTo>
                  <a:pt x="796" y="71"/>
                </a:lnTo>
                <a:lnTo>
                  <a:pt x="816" y="84"/>
                </a:lnTo>
                <a:lnTo>
                  <a:pt x="835" y="96"/>
                </a:lnTo>
                <a:lnTo>
                  <a:pt x="853" y="108"/>
                </a:lnTo>
                <a:lnTo>
                  <a:pt x="871" y="123"/>
                </a:lnTo>
                <a:lnTo>
                  <a:pt x="888" y="137"/>
                </a:lnTo>
                <a:lnTo>
                  <a:pt x="903" y="152"/>
                </a:lnTo>
                <a:lnTo>
                  <a:pt x="919" y="168"/>
                </a:lnTo>
                <a:lnTo>
                  <a:pt x="934" y="185"/>
                </a:lnTo>
                <a:lnTo>
                  <a:pt x="946" y="201"/>
                </a:lnTo>
                <a:lnTo>
                  <a:pt x="958" y="218"/>
                </a:lnTo>
                <a:lnTo>
                  <a:pt x="970" y="236"/>
                </a:lnTo>
                <a:lnTo>
                  <a:pt x="981" y="255"/>
                </a:lnTo>
                <a:lnTo>
                  <a:pt x="990" y="273"/>
                </a:lnTo>
                <a:lnTo>
                  <a:pt x="998" y="294"/>
                </a:lnTo>
                <a:lnTo>
                  <a:pt x="1004" y="313"/>
                </a:lnTo>
                <a:lnTo>
                  <a:pt x="1010" y="333"/>
                </a:lnTo>
                <a:lnTo>
                  <a:pt x="1014" y="353"/>
                </a:lnTo>
                <a:lnTo>
                  <a:pt x="1018" y="374"/>
                </a:lnTo>
                <a:lnTo>
                  <a:pt x="1020" y="396"/>
                </a:lnTo>
                <a:lnTo>
                  <a:pt x="1020" y="417"/>
                </a:lnTo>
                <a:lnTo>
                  <a:pt x="1020" y="4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3" name="Freeform 70"/>
          <p:cNvSpPr>
            <a:spLocks/>
          </p:cNvSpPr>
          <p:nvPr/>
        </p:nvSpPr>
        <p:spPr bwMode="auto">
          <a:xfrm>
            <a:off x="6377834" y="2843114"/>
            <a:ext cx="301768" cy="261829"/>
          </a:xfrm>
          <a:custGeom>
            <a:avLst/>
            <a:gdLst>
              <a:gd name="T0" fmla="*/ 1020 w 1020"/>
              <a:gd name="T1" fmla="*/ 710 h 888"/>
              <a:gd name="T2" fmla="*/ 488 w 1020"/>
              <a:gd name="T3" fmla="*/ 710 h 888"/>
              <a:gd name="T4" fmla="*/ 309 w 1020"/>
              <a:gd name="T5" fmla="*/ 888 h 888"/>
              <a:gd name="T6" fmla="*/ 309 w 1020"/>
              <a:gd name="T7" fmla="*/ 710 h 888"/>
              <a:gd name="T8" fmla="*/ 0 w 1020"/>
              <a:gd name="T9" fmla="*/ 710 h 888"/>
              <a:gd name="T10" fmla="*/ 0 w 1020"/>
              <a:gd name="T11" fmla="*/ 0 h 888"/>
              <a:gd name="T12" fmla="*/ 1020 w 1020"/>
              <a:gd name="T13" fmla="*/ 0 h 888"/>
              <a:gd name="T14" fmla="*/ 1020 w 1020"/>
              <a:gd name="T15" fmla="*/ 71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0" h="888">
                <a:moveTo>
                  <a:pt x="1020" y="710"/>
                </a:moveTo>
                <a:lnTo>
                  <a:pt x="488" y="710"/>
                </a:lnTo>
                <a:lnTo>
                  <a:pt x="309" y="888"/>
                </a:lnTo>
                <a:lnTo>
                  <a:pt x="309" y="710"/>
                </a:lnTo>
                <a:lnTo>
                  <a:pt x="0" y="710"/>
                </a:lnTo>
                <a:lnTo>
                  <a:pt x="0" y="0"/>
                </a:lnTo>
                <a:lnTo>
                  <a:pt x="1020" y="0"/>
                </a:lnTo>
                <a:lnTo>
                  <a:pt x="1020" y="71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4" name="Freeform 79"/>
          <p:cNvSpPr>
            <a:spLocks/>
          </p:cNvSpPr>
          <p:nvPr/>
        </p:nvSpPr>
        <p:spPr bwMode="auto">
          <a:xfrm>
            <a:off x="1832186" y="1587419"/>
            <a:ext cx="301768" cy="301768"/>
          </a:xfrm>
          <a:custGeom>
            <a:avLst/>
            <a:gdLst>
              <a:gd name="T0" fmla="*/ 1020 w 1020"/>
              <a:gd name="T1" fmla="*/ 1021 h 1021"/>
              <a:gd name="T2" fmla="*/ 1014 w 1020"/>
              <a:gd name="T3" fmla="*/ 965 h 1021"/>
              <a:gd name="T4" fmla="*/ 996 w 1020"/>
              <a:gd name="T5" fmla="*/ 891 h 1021"/>
              <a:gd name="T6" fmla="*/ 976 w 1020"/>
              <a:gd name="T7" fmla="*/ 842 h 1021"/>
              <a:gd name="T8" fmla="*/ 958 w 1020"/>
              <a:gd name="T9" fmla="*/ 817 h 1021"/>
              <a:gd name="T10" fmla="*/ 914 w 1020"/>
              <a:gd name="T11" fmla="*/ 784 h 1021"/>
              <a:gd name="T12" fmla="*/ 853 w 1020"/>
              <a:gd name="T13" fmla="*/ 753 h 1021"/>
              <a:gd name="T14" fmla="*/ 620 w 1020"/>
              <a:gd name="T15" fmla="*/ 664 h 1021"/>
              <a:gd name="T16" fmla="*/ 631 w 1020"/>
              <a:gd name="T17" fmla="*/ 523 h 1021"/>
              <a:gd name="T18" fmla="*/ 661 w 1020"/>
              <a:gd name="T19" fmla="*/ 488 h 1021"/>
              <a:gd name="T20" fmla="*/ 676 w 1020"/>
              <a:gd name="T21" fmla="*/ 455 h 1021"/>
              <a:gd name="T22" fmla="*/ 686 w 1020"/>
              <a:gd name="T23" fmla="*/ 414 h 1021"/>
              <a:gd name="T24" fmla="*/ 691 w 1020"/>
              <a:gd name="T25" fmla="*/ 396 h 1021"/>
              <a:gd name="T26" fmla="*/ 703 w 1020"/>
              <a:gd name="T27" fmla="*/ 383 h 1021"/>
              <a:gd name="T28" fmla="*/ 711 w 1020"/>
              <a:gd name="T29" fmla="*/ 360 h 1021"/>
              <a:gd name="T30" fmla="*/ 712 w 1020"/>
              <a:gd name="T31" fmla="*/ 332 h 1021"/>
              <a:gd name="T32" fmla="*/ 706 w 1020"/>
              <a:gd name="T33" fmla="*/ 305 h 1021"/>
              <a:gd name="T34" fmla="*/ 688 w 1020"/>
              <a:gd name="T35" fmla="*/ 287 h 1021"/>
              <a:gd name="T36" fmla="*/ 697 w 1020"/>
              <a:gd name="T37" fmla="*/ 260 h 1021"/>
              <a:gd name="T38" fmla="*/ 725 w 1020"/>
              <a:gd name="T39" fmla="*/ 179 h 1021"/>
              <a:gd name="T40" fmla="*/ 734 w 1020"/>
              <a:gd name="T41" fmla="*/ 132 h 1021"/>
              <a:gd name="T42" fmla="*/ 731 w 1020"/>
              <a:gd name="T43" fmla="*/ 87 h 1021"/>
              <a:gd name="T44" fmla="*/ 725 w 1020"/>
              <a:gd name="T45" fmla="*/ 67 h 1021"/>
              <a:gd name="T46" fmla="*/ 702 w 1020"/>
              <a:gd name="T47" fmla="*/ 42 h 1021"/>
              <a:gd name="T48" fmla="*/ 670 w 1020"/>
              <a:gd name="T49" fmla="*/ 24 h 1021"/>
              <a:gd name="T50" fmla="*/ 630 w 1020"/>
              <a:gd name="T51" fmla="*/ 10 h 1021"/>
              <a:gd name="T52" fmla="*/ 554 w 1020"/>
              <a:gd name="T53" fmla="*/ 0 h 1021"/>
              <a:gd name="T54" fmla="*/ 464 w 1020"/>
              <a:gd name="T55" fmla="*/ 8 h 1021"/>
              <a:gd name="T56" fmla="*/ 426 w 1020"/>
              <a:gd name="T57" fmla="*/ 19 h 1021"/>
              <a:gd name="T58" fmla="*/ 397 w 1020"/>
              <a:gd name="T59" fmla="*/ 35 h 1021"/>
              <a:gd name="T60" fmla="*/ 380 w 1020"/>
              <a:gd name="T61" fmla="*/ 56 h 1021"/>
              <a:gd name="T62" fmla="*/ 364 w 1020"/>
              <a:gd name="T63" fmla="*/ 64 h 1021"/>
              <a:gd name="T64" fmla="*/ 336 w 1020"/>
              <a:gd name="T65" fmla="*/ 73 h 1021"/>
              <a:gd name="T66" fmla="*/ 318 w 1020"/>
              <a:gd name="T67" fmla="*/ 89 h 1021"/>
              <a:gd name="T68" fmla="*/ 307 w 1020"/>
              <a:gd name="T69" fmla="*/ 111 h 1021"/>
              <a:gd name="T70" fmla="*/ 304 w 1020"/>
              <a:gd name="T71" fmla="*/ 149 h 1021"/>
              <a:gd name="T72" fmla="*/ 312 w 1020"/>
              <a:gd name="T73" fmla="*/ 208 h 1021"/>
              <a:gd name="T74" fmla="*/ 332 w 1020"/>
              <a:gd name="T75" fmla="*/ 281 h 1021"/>
              <a:gd name="T76" fmla="*/ 325 w 1020"/>
              <a:gd name="T77" fmla="*/ 291 h 1021"/>
              <a:gd name="T78" fmla="*/ 311 w 1020"/>
              <a:gd name="T79" fmla="*/ 313 h 1021"/>
              <a:gd name="T80" fmla="*/ 307 w 1020"/>
              <a:gd name="T81" fmla="*/ 341 h 1021"/>
              <a:gd name="T82" fmla="*/ 311 w 1020"/>
              <a:gd name="T83" fmla="*/ 368 h 1021"/>
              <a:gd name="T84" fmla="*/ 321 w 1020"/>
              <a:gd name="T85" fmla="*/ 389 h 1021"/>
              <a:gd name="T86" fmla="*/ 332 w 1020"/>
              <a:gd name="T87" fmla="*/ 397 h 1021"/>
              <a:gd name="T88" fmla="*/ 335 w 1020"/>
              <a:gd name="T89" fmla="*/ 428 h 1021"/>
              <a:gd name="T90" fmla="*/ 348 w 1020"/>
              <a:gd name="T91" fmla="*/ 468 h 1021"/>
              <a:gd name="T92" fmla="*/ 366 w 1020"/>
              <a:gd name="T93" fmla="*/ 497 h 1021"/>
              <a:gd name="T94" fmla="*/ 399 w 1020"/>
              <a:gd name="T95" fmla="*/ 531 h 1021"/>
              <a:gd name="T96" fmla="*/ 274 w 1020"/>
              <a:gd name="T97" fmla="*/ 710 h 1021"/>
              <a:gd name="T98" fmla="*/ 144 w 1020"/>
              <a:gd name="T99" fmla="*/ 763 h 1021"/>
              <a:gd name="T100" fmla="*/ 88 w 1020"/>
              <a:gd name="T101" fmla="*/ 795 h 1021"/>
              <a:gd name="T102" fmla="*/ 51 w 1020"/>
              <a:gd name="T103" fmla="*/ 829 h 1021"/>
              <a:gd name="T104" fmla="*/ 37 w 1020"/>
              <a:gd name="T105" fmla="*/ 859 h 1021"/>
              <a:gd name="T106" fmla="*/ 19 w 1020"/>
              <a:gd name="T107" fmla="*/ 907 h 1021"/>
              <a:gd name="T108" fmla="*/ 2 w 1020"/>
              <a:gd name="T109" fmla="*/ 988 h 1021"/>
              <a:gd name="T110" fmla="*/ 510 w 1020"/>
              <a:gd name="T111" fmla="*/ 1021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20" h="1021">
                <a:moveTo>
                  <a:pt x="510" y="1021"/>
                </a:moveTo>
                <a:lnTo>
                  <a:pt x="1020" y="1021"/>
                </a:lnTo>
                <a:lnTo>
                  <a:pt x="1020" y="1021"/>
                </a:lnTo>
                <a:lnTo>
                  <a:pt x="1020" y="1006"/>
                </a:lnTo>
                <a:lnTo>
                  <a:pt x="1018" y="988"/>
                </a:lnTo>
                <a:lnTo>
                  <a:pt x="1014" y="965"/>
                </a:lnTo>
                <a:lnTo>
                  <a:pt x="1010" y="937"/>
                </a:lnTo>
                <a:lnTo>
                  <a:pt x="1002" y="907"/>
                </a:lnTo>
                <a:lnTo>
                  <a:pt x="996" y="891"/>
                </a:lnTo>
                <a:lnTo>
                  <a:pt x="991" y="874"/>
                </a:lnTo>
                <a:lnTo>
                  <a:pt x="984" y="859"/>
                </a:lnTo>
                <a:lnTo>
                  <a:pt x="976" y="842"/>
                </a:lnTo>
                <a:lnTo>
                  <a:pt x="976" y="842"/>
                </a:lnTo>
                <a:lnTo>
                  <a:pt x="968" y="829"/>
                </a:lnTo>
                <a:lnTo>
                  <a:pt x="958" y="817"/>
                </a:lnTo>
                <a:lnTo>
                  <a:pt x="946" y="806"/>
                </a:lnTo>
                <a:lnTo>
                  <a:pt x="931" y="795"/>
                </a:lnTo>
                <a:lnTo>
                  <a:pt x="914" y="784"/>
                </a:lnTo>
                <a:lnTo>
                  <a:pt x="895" y="773"/>
                </a:lnTo>
                <a:lnTo>
                  <a:pt x="875" y="763"/>
                </a:lnTo>
                <a:lnTo>
                  <a:pt x="853" y="753"/>
                </a:lnTo>
                <a:lnTo>
                  <a:pt x="802" y="732"/>
                </a:lnTo>
                <a:lnTo>
                  <a:pt x="746" y="710"/>
                </a:lnTo>
                <a:lnTo>
                  <a:pt x="620" y="664"/>
                </a:lnTo>
                <a:lnTo>
                  <a:pt x="620" y="531"/>
                </a:lnTo>
                <a:lnTo>
                  <a:pt x="620" y="531"/>
                </a:lnTo>
                <a:lnTo>
                  <a:pt x="631" y="523"/>
                </a:lnTo>
                <a:lnTo>
                  <a:pt x="642" y="511"/>
                </a:lnTo>
                <a:lnTo>
                  <a:pt x="654" y="497"/>
                </a:lnTo>
                <a:lnTo>
                  <a:pt x="661" y="488"/>
                </a:lnTo>
                <a:lnTo>
                  <a:pt x="666" y="479"/>
                </a:lnTo>
                <a:lnTo>
                  <a:pt x="672" y="468"/>
                </a:lnTo>
                <a:lnTo>
                  <a:pt x="676" y="455"/>
                </a:lnTo>
                <a:lnTo>
                  <a:pt x="681" y="443"/>
                </a:lnTo>
                <a:lnTo>
                  <a:pt x="684" y="428"/>
                </a:lnTo>
                <a:lnTo>
                  <a:pt x="686" y="414"/>
                </a:lnTo>
                <a:lnTo>
                  <a:pt x="688" y="397"/>
                </a:lnTo>
                <a:lnTo>
                  <a:pt x="688" y="397"/>
                </a:lnTo>
                <a:lnTo>
                  <a:pt x="691" y="396"/>
                </a:lnTo>
                <a:lnTo>
                  <a:pt x="695" y="393"/>
                </a:lnTo>
                <a:lnTo>
                  <a:pt x="699" y="389"/>
                </a:lnTo>
                <a:lnTo>
                  <a:pt x="703" y="383"/>
                </a:lnTo>
                <a:lnTo>
                  <a:pt x="706" y="375"/>
                </a:lnTo>
                <a:lnTo>
                  <a:pt x="709" y="368"/>
                </a:lnTo>
                <a:lnTo>
                  <a:pt x="711" y="360"/>
                </a:lnTo>
                <a:lnTo>
                  <a:pt x="712" y="350"/>
                </a:lnTo>
                <a:lnTo>
                  <a:pt x="713" y="341"/>
                </a:lnTo>
                <a:lnTo>
                  <a:pt x="712" y="332"/>
                </a:lnTo>
                <a:lnTo>
                  <a:pt x="711" y="322"/>
                </a:lnTo>
                <a:lnTo>
                  <a:pt x="709" y="313"/>
                </a:lnTo>
                <a:lnTo>
                  <a:pt x="706" y="305"/>
                </a:lnTo>
                <a:lnTo>
                  <a:pt x="701" y="297"/>
                </a:lnTo>
                <a:lnTo>
                  <a:pt x="694" y="291"/>
                </a:lnTo>
                <a:lnTo>
                  <a:pt x="688" y="287"/>
                </a:lnTo>
                <a:lnTo>
                  <a:pt x="688" y="287"/>
                </a:lnTo>
                <a:lnTo>
                  <a:pt x="690" y="277"/>
                </a:lnTo>
                <a:lnTo>
                  <a:pt x="697" y="260"/>
                </a:lnTo>
                <a:lnTo>
                  <a:pt x="706" y="237"/>
                </a:lnTo>
                <a:lnTo>
                  <a:pt x="715" y="209"/>
                </a:lnTo>
                <a:lnTo>
                  <a:pt x="725" y="179"/>
                </a:lnTo>
                <a:lnTo>
                  <a:pt x="728" y="163"/>
                </a:lnTo>
                <a:lnTo>
                  <a:pt x="731" y="147"/>
                </a:lnTo>
                <a:lnTo>
                  <a:pt x="734" y="132"/>
                </a:lnTo>
                <a:lnTo>
                  <a:pt x="734" y="116"/>
                </a:lnTo>
                <a:lnTo>
                  <a:pt x="734" y="101"/>
                </a:lnTo>
                <a:lnTo>
                  <a:pt x="731" y="87"/>
                </a:lnTo>
                <a:lnTo>
                  <a:pt x="731" y="87"/>
                </a:lnTo>
                <a:lnTo>
                  <a:pt x="729" y="77"/>
                </a:lnTo>
                <a:lnTo>
                  <a:pt x="725" y="67"/>
                </a:lnTo>
                <a:lnTo>
                  <a:pt x="718" y="58"/>
                </a:lnTo>
                <a:lnTo>
                  <a:pt x="711" y="50"/>
                </a:lnTo>
                <a:lnTo>
                  <a:pt x="702" y="42"/>
                </a:lnTo>
                <a:lnTo>
                  <a:pt x="692" y="35"/>
                </a:lnTo>
                <a:lnTo>
                  <a:pt x="682" y="29"/>
                </a:lnTo>
                <a:lnTo>
                  <a:pt x="670" y="24"/>
                </a:lnTo>
                <a:lnTo>
                  <a:pt x="657" y="18"/>
                </a:lnTo>
                <a:lnTo>
                  <a:pt x="644" y="14"/>
                </a:lnTo>
                <a:lnTo>
                  <a:pt x="630" y="10"/>
                </a:lnTo>
                <a:lnTo>
                  <a:pt x="616" y="7"/>
                </a:lnTo>
                <a:lnTo>
                  <a:pt x="585" y="2"/>
                </a:lnTo>
                <a:lnTo>
                  <a:pt x="554" y="0"/>
                </a:lnTo>
                <a:lnTo>
                  <a:pt x="523" y="0"/>
                </a:lnTo>
                <a:lnTo>
                  <a:pt x="493" y="2"/>
                </a:lnTo>
                <a:lnTo>
                  <a:pt x="464" y="8"/>
                </a:lnTo>
                <a:lnTo>
                  <a:pt x="451" y="10"/>
                </a:lnTo>
                <a:lnTo>
                  <a:pt x="438" y="15"/>
                </a:lnTo>
                <a:lnTo>
                  <a:pt x="426" y="19"/>
                </a:lnTo>
                <a:lnTo>
                  <a:pt x="416" y="24"/>
                </a:lnTo>
                <a:lnTo>
                  <a:pt x="406" y="29"/>
                </a:lnTo>
                <a:lnTo>
                  <a:pt x="397" y="35"/>
                </a:lnTo>
                <a:lnTo>
                  <a:pt x="390" y="42"/>
                </a:lnTo>
                <a:lnTo>
                  <a:pt x="385" y="49"/>
                </a:lnTo>
                <a:lnTo>
                  <a:pt x="380" y="56"/>
                </a:lnTo>
                <a:lnTo>
                  <a:pt x="377" y="64"/>
                </a:lnTo>
                <a:lnTo>
                  <a:pt x="377" y="64"/>
                </a:lnTo>
                <a:lnTo>
                  <a:pt x="364" y="64"/>
                </a:lnTo>
                <a:lnTo>
                  <a:pt x="354" y="67"/>
                </a:lnTo>
                <a:lnTo>
                  <a:pt x="345" y="69"/>
                </a:lnTo>
                <a:lnTo>
                  <a:pt x="336" y="73"/>
                </a:lnTo>
                <a:lnTo>
                  <a:pt x="330" y="78"/>
                </a:lnTo>
                <a:lnTo>
                  <a:pt x="323" y="83"/>
                </a:lnTo>
                <a:lnTo>
                  <a:pt x="318" y="89"/>
                </a:lnTo>
                <a:lnTo>
                  <a:pt x="314" y="97"/>
                </a:lnTo>
                <a:lnTo>
                  <a:pt x="311" y="104"/>
                </a:lnTo>
                <a:lnTo>
                  <a:pt x="307" y="111"/>
                </a:lnTo>
                <a:lnTo>
                  <a:pt x="306" y="120"/>
                </a:lnTo>
                <a:lnTo>
                  <a:pt x="304" y="129"/>
                </a:lnTo>
                <a:lnTo>
                  <a:pt x="304" y="149"/>
                </a:lnTo>
                <a:lnTo>
                  <a:pt x="305" y="169"/>
                </a:lnTo>
                <a:lnTo>
                  <a:pt x="307" y="188"/>
                </a:lnTo>
                <a:lnTo>
                  <a:pt x="312" y="208"/>
                </a:lnTo>
                <a:lnTo>
                  <a:pt x="321" y="244"/>
                </a:lnTo>
                <a:lnTo>
                  <a:pt x="329" y="271"/>
                </a:lnTo>
                <a:lnTo>
                  <a:pt x="332" y="281"/>
                </a:lnTo>
                <a:lnTo>
                  <a:pt x="332" y="287"/>
                </a:lnTo>
                <a:lnTo>
                  <a:pt x="332" y="287"/>
                </a:lnTo>
                <a:lnTo>
                  <a:pt x="325" y="291"/>
                </a:lnTo>
                <a:lnTo>
                  <a:pt x="318" y="297"/>
                </a:lnTo>
                <a:lnTo>
                  <a:pt x="314" y="305"/>
                </a:lnTo>
                <a:lnTo>
                  <a:pt x="311" y="313"/>
                </a:lnTo>
                <a:lnTo>
                  <a:pt x="308" y="322"/>
                </a:lnTo>
                <a:lnTo>
                  <a:pt x="307" y="332"/>
                </a:lnTo>
                <a:lnTo>
                  <a:pt x="307" y="341"/>
                </a:lnTo>
                <a:lnTo>
                  <a:pt x="307" y="350"/>
                </a:lnTo>
                <a:lnTo>
                  <a:pt x="308" y="360"/>
                </a:lnTo>
                <a:lnTo>
                  <a:pt x="311" y="368"/>
                </a:lnTo>
                <a:lnTo>
                  <a:pt x="314" y="375"/>
                </a:lnTo>
                <a:lnTo>
                  <a:pt x="317" y="383"/>
                </a:lnTo>
                <a:lnTo>
                  <a:pt x="321" y="389"/>
                </a:lnTo>
                <a:lnTo>
                  <a:pt x="324" y="393"/>
                </a:lnTo>
                <a:lnTo>
                  <a:pt x="329" y="396"/>
                </a:lnTo>
                <a:lnTo>
                  <a:pt x="332" y="397"/>
                </a:lnTo>
                <a:lnTo>
                  <a:pt x="332" y="397"/>
                </a:lnTo>
                <a:lnTo>
                  <a:pt x="333" y="414"/>
                </a:lnTo>
                <a:lnTo>
                  <a:pt x="335" y="428"/>
                </a:lnTo>
                <a:lnTo>
                  <a:pt x="339" y="443"/>
                </a:lnTo>
                <a:lnTo>
                  <a:pt x="343" y="455"/>
                </a:lnTo>
                <a:lnTo>
                  <a:pt x="348" y="468"/>
                </a:lnTo>
                <a:lnTo>
                  <a:pt x="353" y="479"/>
                </a:lnTo>
                <a:lnTo>
                  <a:pt x="360" y="488"/>
                </a:lnTo>
                <a:lnTo>
                  <a:pt x="366" y="497"/>
                </a:lnTo>
                <a:lnTo>
                  <a:pt x="378" y="511"/>
                </a:lnTo>
                <a:lnTo>
                  <a:pt x="388" y="523"/>
                </a:lnTo>
                <a:lnTo>
                  <a:pt x="399" y="531"/>
                </a:lnTo>
                <a:lnTo>
                  <a:pt x="399" y="664"/>
                </a:lnTo>
                <a:lnTo>
                  <a:pt x="399" y="664"/>
                </a:lnTo>
                <a:lnTo>
                  <a:pt x="274" y="710"/>
                </a:lnTo>
                <a:lnTo>
                  <a:pt x="217" y="732"/>
                </a:lnTo>
                <a:lnTo>
                  <a:pt x="167" y="753"/>
                </a:lnTo>
                <a:lnTo>
                  <a:pt x="144" y="763"/>
                </a:lnTo>
                <a:lnTo>
                  <a:pt x="124" y="773"/>
                </a:lnTo>
                <a:lnTo>
                  <a:pt x="105" y="784"/>
                </a:lnTo>
                <a:lnTo>
                  <a:pt x="88" y="795"/>
                </a:lnTo>
                <a:lnTo>
                  <a:pt x="74" y="806"/>
                </a:lnTo>
                <a:lnTo>
                  <a:pt x="61" y="817"/>
                </a:lnTo>
                <a:lnTo>
                  <a:pt x="51" y="829"/>
                </a:lnTo>
                <a:lnTo>
                  <a:pt x="45" y="842"/>
                </a:lnTo>
                <a:lnTo>
                  <a:pt x="45" y="842"/>
                </a:lnTo>
                <a:lnTo>
                  <a:pt x="37" y="859"/>
                </a:lnTo>
                <a:lnTo>
                  <a:pt x="29" y="874"/>
                </a:lnTo>
                <a:lnTo>
                  <a:pt x="23" y="891"/>
                </a:lnTo>
                <a:lnTo>
                  <a:pt x="19" y="907"/>
                </a:lnTo>
                <a:lnTo>
                  <a:pt x="11" y="937"/>
                </a:lnTo>
                <a:lnTo>
                  <a:pt x="5" y="965"/>
                </a:lnTo>
                <a:lnTo>
                  <a:pt x="2" y="988"/>
                </a:lnTo>
                <a:lnTo>
                  <a:pt x="1" y="1006"/>
                </a:lnTo>
                <a:lnTo>
                  <a:pt x="0" y="1021"/>
                </a:lnTo>
                <a:lnTo>
                  <a:pt x="510" y="10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15" name="Gruppieren 14"/>
          <p:cNvGrpSpPr/>
          <p:nvPr/>
        </p:nvGrpSpPr>
        <p:grpSpPr>
          <a:xfrm>
            <a:off x="2797010" y="1607389"/>
            <a:ext cx="301768" cy="261829"/>
            <a:chOff x="488157" y="4641218"/>
            <a:chExt cx="323850" cy="280988"/>
          </a:xfrm>
        </p:grpSpPr>
        <p:sp>
          <p:nvSpPr>
            <p:cNvPr id="16" name="Freeform 83"/>
            <p:cNvSpPr>
              <a:spLocks/>
            </p:cNvSpPr>
            <p:nvPr/>
          </p:nvSpPr>
          <p:spPr bwMode="auto">
            <a:xfrm>
              <a:off x="488157" y="4641218"/>
              <a:ext cx="254000" cy="280988"/>
            </a:xfrm>
            <a:custGeom>
              <a:avLst/>
              <a:gdLst>
                <a:gd name="T0" fmla="*/ 798 w 798"/>
                <a:gd name="T1" fmla="*/ 887 h 887"/>
                <a:gd name="T2" fmla="*/ 794 w 798"/>
                <a:gd name="T3" fmla="*/ 769 h 887"/>
                <a:gd name="T4" fmla="*/ 781 w 798"/>
                <a:gd name="T5" fmla="*/ 687 h 887"/>
                <a:gd name="T6" fmla="*/ 772 w 798"/>
                <a:gd name="T7" fmla="*/ 664 h 887"/>
                <a:gd name="T8" fmla="*/ 744 w 798"/>
                <a:gd name="T9" fmla="*/ 635 h 887"/>
                <a:gd name="T10" fmla="*/ 697 w 798"/>
                <a:gd name="T11" fmla="*/ 609 h 887"/>
                <a:gd name="T12" fmla="*/ 589 w 798"/>
                <a:gd name="T13" fmla="*/ 566 h 887"/>
                <a:gd name="T14" fmla="*/ 487 w 798"/>
                <a:gd name="T15" fmla="*/ 418 h 887"/>
                <a:gd name="T16" fmla="*/ 502 w 798"/>
                <a:gd name="T17" fmla="*/ 405 h 887"/>
                <a:gd name="T18" fmla="*/ 518 w 798"/>
                <a:gd name="T19" fmla="*/ 374 h 887"/>
                <a:gd name="T20" fmla="*/ 528 w 798"/>
                <a:gd name="T21" fmla="*/ 337 h 887"/>
                <a:gd name="T22" fmla="*/ 532 w 798"/>
                <a:gd name="T23" fmla="*/ 285 h 887"/>
                <a:gd name="T24" fmla="*/ 547 w 798"/>
                <a:gd name="T25" fmla="*/ 281 h 887"/>
                <a:gd name="T26" fmla="*/ 560 w 798"/>
                <a:gd name="T27" fmla="*/ 264 h 887"/>
                <a:gd name="T28" fmla="*/ 566 w 798"/>
                <a:gd name="T29" fmla="*/ 241 h 887"/>
                <a:gd name="T30" fmla="*/ 560 w 798"/>
                <a:gd name="T31" fmla="*/ 217 h 887"/>
                <a:gd name="T32" fmla="*/ 547 w 798"/>
                <a:gd name="T33" fmla="*/ 200 h 887"/>
                <a:gd name="T34" fmla="*/ 532 w 798"/>
                <a:gd name="T35" fmla="*/ 197 h 887"/>
                <a:gd name="T36" fmla="*/ 547 w 798"/>
                <a:gd name="T37" fmla="*/ 165 h 887"/>
                <a:gd name="T38" fmla="*/ 564 w 798"/>
                <a:gd name="T39" fmla="*/ 118 h 887"/>
                <a:gd name="T40" fmla="*/ 568 w 798"/>
                <a:gd name="T41" fmla="*/ 85 h 887"/>
                <a:gd name="T42" fmla="*/ 566 w 798"/>
                <a:gd name="T43" fmla="*/ 63 h 887"/>
                <a:gd name="T44" fmla="*/ 553 w 798"/>
                <a:gd name="T45" fmla="*/ 42 h 887"/>
                <a:gd name="T46" fmla="*/ 532 w 798"/>
                <a:gd name="T47" fmla="*/ 25 h 887"/>
                <a:gd name="T48" fmla="*/ 492 w 798"/>
                <a:gd name="T49" fmla="*/ 9 h 887"/>
                <a:gd name="T50" fmla="*/ 419 w 798"/>
                <a:gd name="T51" fmla="*/ 0 h 887"/>
                <a:gd name="T52" fmla="*/ 345 w 798"/>
                <a:gd name="T53" fmla="*/ 9 h 887"/>
                <a:gd name="T54" fmla="*/ 304 w 798"/>
                <a:gd name="T55" fmla="*/ 25 h 887"/>
                <a:gd name="T56" fmla="*/ 283 w 798"/>
                <a:gd name="T57" fmla="*/ 42 h 887"/>
                <a:gd name="T58" fmla="*/ 272 w 798"/>
                <a:gd name="T59" fmla="*/ 63 h 887"/>
                <a:gd name="T60" fmla="*/ 254 w 798"/>
                <a:gd name="T61" fmla="*/ 61 h 887"/>
                <a:gd name="T62" fmla="*/ 234 w 798"/>
                <a:gd name="T63" fmla="*/ 64 h 887"/>
                <a:gd name="T64" fmla="*/ 219 w 798"/>
                <a:gd name="T65" fmla="*/ 73 h 887"/>
                <a:gd name="T66" fmla="*/ 209 w 798"/>
                <a:gd name="T67" fmla="*/ 92 h 887"/>
                <a:gd name="T68" fmla="*/ 208 w 798"/>
                <a:gd name="T69" fmla="*/ 129 h 887"/>
                <a:gd name="T70" fmla="*/ 219 w 798"/>
                <a:gd name="T71" fmla="*/ 185 h 887"/>
                <a:gd name="T72" fmla="*/ 221 w 798"/>
                <a:gd name="T73" fmla="*/ 285 h 887"/>
                <a:gd name="T74" fmla="*/ 230 w 798"/>
                <a:gd name="T75" fmla="*/ 337 h 887"/>
                <a:gd name="T76" fmla="*/ 249 w 798"/>
                <a:gd name="T77" fmla="*/ 374 h 887"/>
                <a:gd name="T78" fmla="*/ 274 w 798"/>
                <a:gd name="T79" fmla="*/ 398 h 887"/>
                <a:gd name="T80" fmla="*/ 307 w 798"/>
                <a:gd name="T81" fmla="*/ 417 h 887"/>
                <a:gd name="T82" fmla="*/ 310 w 798"/>
                <a:gd name="T83" fmla="*/ 529 h 887"/>
                <a:gd name="T84" fmla="*/ 126 w 798"/>
                <a:gd name="T85" fmla="*/ 599 h 887"/>
                <a:gd name="T86" fmla="*/ 71 w 798"/>
                <a:gd name="T87" fmla="*/ 626 h 887"/>
                <a:gd name="T88" fmla="*/ 34 w 798"/>
                <a:gd name="T89" fmla="*/ 654 h 887"/>
                <a:gd name="T90" fmla="*/ 20 w 798"/>
                <a:gd name="T91" fmla="*/ 674 h 887"/>
                <a:gd name="T92" fmla="*/ 14 w 798"/>
                <a:gd name="T93" fmla="*/ 701 h 887"/>
                <a:gd name="T94" fmla="*/ 2 w 798"/>
                <a:gd name="T95" fmla="*/ 803 h 887"/>
                <a:gd name="T96" fmla="*/ 399 w 798"/>
                <a:gd name="T97" fmla="*/ 887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98" h="887">
                  <a:moveTo>
                    <a:pt x="399" y="887"/>
                  </a:moveTo>
                  <a:lnTo>
                    <a:pt x="798" y="887"/>
                  </a:lnTo>
                  <a:lnTo>
                    <a:pt x="798" y="887"/>
                  </a:lnTo>
                  <a:lnTo>
                    <a:pt x="798" y="862"/>
                  </a:lnTo>
                  <a:lnTo>
                    <a:pt x="796" y="803"/>
                  </a:lnTo>
                  <a:lnTo>
                    <a:pt x="794" y="769"/>
                  </a:lnTo>
                  <a:lnTo>
                    <a:pt x="789" y="734"/>
                  </a:lnTo>
                  <a:lnTo>
                    <a:pt x="785" y="701"/>
                  </a:lnTo>
                  <a:lnTo>
                    <a:pt x="781" y="687"/>
                  </a:lnTo>
                  <a:lnTo>
                    <a:pt x="777" y="674"/>
                  </a:lnTo>
                  <a:lnTo>
                    <a:pt x="777" y="674"/>
                  </a:lnTo>
                  <a:lnTo>
                    <a:pt x="772" y="664"/>
                  </a:lnTo>
                  <a:lnTo>
                    <a:pt x="766" y="654"/>
                  </a:lnTo>
                  <a:lnTo>
                    <a:pt x="755" y="645"/>
                  </a:lnTo>
                  <a:lnTo>
                    <a:pt x="744" y="635"/>
                  </a:lnTo>
                  <a:lnTo>
                    <a:pt x="730" y="627"/>
                  </a:lnTo>
                  <a:lnTo>
                    <a:pt x="714" y="618"/>
                  </a:lnTo>
                  <a:lnTo>
                    <a:pt x="697" y="609"/>
                  </a:lnTo>
                  <a:lnTo>
                    <a:pt x="678" y="600"/>
                  </a:lnTo>
                  <a:lnTo>
                    <a:pt x="635" y="583"/>
                  </a:lnTo>
                  <a:lnTo>
                    <a:pt x="589" y="566"/>
                  </a:lnTo>
                  <a:lnTo>
                    <a:pt x="487" y="529"/>
                  </a:lnTo>
                  <a:lnTo>
                    <a:pt x="487" y="418"/>
                  </a:lnTo>
                  <a:lnTo>
                    <a:pt x="487" y="418"/>
                  </a:lnTo>
                  <a:lnTo>
                    <a:pt x="490" y="417"/>
                  </a:lnTo>
                  <a:lnTo>
                    <a:pt x="495" y="412"/>
                  </a:lnTo>
                  <a:lnTo>
                    <a:pt x="502" y="405"/>
                  </a:lnTo>
                  <a:lnTo>
                    <a:pt x="510" y="391"/>
                  </a:lnTo>
                  <a:lnTo>
                    <a:pt x="514" y="383"/>
                  </a:lnTo>
                  <a:lnTo>
                    <a:pt x="518" y="374"/>
                  </a:lnTo>
                  <a:lnTo>
                    <a:pt x="522" y="363"/>
                  </a:lnTo>
                  <a:lnTo>
                    <a:pt x="525" y="351"/>
                  </a:lnTo>
                  <a:lnTo>
                    <a:pt x="528" y="337"/>
                  </a:lnTo>
                  <a:lnTo>
                    <a:pt x="530" y="321"/>
                  </a:lnTo>
                  <a:lnTo>
                    <a:pt x="532" y="305"/>
                  </a:lnTo>
                  <a:lnTo>
                    <a:pt x="532" y="285"/>
                  </a:lnTo>
                  <a:lnTo>
                    <a:pt x="532" y="285"/>
                  </a:lnTo>
                  <a:lnTo>
                    <a:pt x="540" y="284"/>
                  </a:lnTo>
                  <a:lnTo>
                    <a:pt x="547" y="281"/>
                  </a:lnTo>
                  <a:lnTo>
                    <a:pt x="552" y="276"/>
                  </a:lnTo>
                  <a:lnTo>
                    <a:pt x="557" y="271"/>
                  </a:lnTo>
                  <a:lnTo>
                    <a:pt x="560" y="264"/>
                  </a:lnTo>
                  <a:lnTo>
                    <a:pt x="564" y="257"/>
                  </a:lnTo>
                  <a:lnTo>
                    <a:pt x="565" y="250"/>
                  </a:lnTo>
                  <a:lnTo>
                    <a:pt x="566" y="241"/>
                  </a:lnTo>
                  <a:lnTo>
                    <a:pt x="565" y="233"/>
                  </a:lnTo>
                  <a:lnTo>
                    <a:pt x="564" y="225"/>
                  </a:lnTo>
                  <a:lnTo>
                    <a:pt x="560" y="217"/>
                  </a:lnTo>
                  <a:lnTo>
                    <a:pt x="557" y="210"/>
                  </a:lnTo>
                  <a:lnTo>
                    <a:pt x="552" y="205"/>
                  </a:lnTo>
                  <a:lnTo>
                    <a:pt x="547" y="200"/>
                  </a:lnTo>
                  <a:lnTo>
                    <a:pt x="540" y="198"/>
                  </a:lnTo>
                  <a:lnTo>
                    <a:pt x="532" y="197"/>
                  </a:lnTo>
                  <a:lnTo>
                    <a:pt x="532" y="197"/>
                  </a:lnTo>
                  <a:lnTo>
                    <a:pt x="534" y="190"/>
                  </a:lnTo>
                  <a:lnTo>
                    <a:pt x="539" y="180"/>
                  </a:lnTo>
                  <a:lnTo>
                    <a:pt x="547" y="165"/>
                  </a:lnTo>
                  <a:lnTo>
                    <a:pt x="555" y="147"/>
                  </a:lnTo>
                  <a:lnTo>
                    <a:pt x="561" y="128"/>
                  </a:lnTo>
                  <a:lnTo>
                    <a:pt x="564" y="118"/>
                  </a:lnTo>
                  <a:lnTo>
                    <a:pt x="566" y="107"/>
                  </a:lnTo>
                  <a:lnTo>
                    <a:pt x="568" y="97"/>
                  </a:lnTo>
                  <a:lnTo>
                    <a:pt x="568" y="85"/>
                  </a:lnTo>
                  <a:lnTo>
                    <a:pt x="567" y="74"/>
                  </a:lnTo>
                  <a:lnTo>
                    <a:pt x="566" y="63"/>
                  </a:lnTo>
                  <a:lnTo>
                    <a:pt x="566" y="63"/>
                  </a:lnTo>
                  <a:lnTo>
                    <a:pt x="562" y="55"/>
                  </a:lnTo>
                  <a:lnTo>
                    <a:pt x="559" y="48"/>
                  </a:lnTo>
                  <a:lnTo>
                    <a:pt x="553" y="42"/>
                  </a:lnTo>
                  <a:lnTo>
                    <a:pt x="548" y="35"/>
                  </a:lnTo>
                  <a:lnTo>
                    <a:pt x="540" y="29"/>
                  </a:lnTo>
                  <a:lnTo>
                    <a:pt x="532" y="25"/>
                  </a:lnTo>
                  <a:lnTo>
                    <a:pt x="523" y="19"/>
                  </a:lnTo>
                  <a:lnTo>
                    <a:pt x="513" y="16"/>
                  </a:lnTo>
                  <a:lnTo>
                    <a:pt x="492" y="9"/>
                  </a:lnTo>
                  <a:lnTo>
                    <a:pt x="468" y="3"/>
                  </a:lnTo>
                  <a:lnTo>
                    <a:pt x="443" y="0"/>
                  </a:lnTo>
                  <a:lnTo>
                    <a:pt x="419" y="0"/>
                  </a:lnTo>
                  <a:lnTo>
                    <a:pt x="393" y="0"/>
                  </a:lnTo>
                  <a:lnTo>
                    <a:pt x="368" y="3"/>
                  </a:lnTo>
                  <a:lnTo>
                    <a:pt x="345" y="9"/>
                  </a:lnTo>
                  <a:lnTo>
                    <a:pt x="323" y="16"/>
                  </a:lnTo>
                  <a:lnTo>
                    <a:pt x="313" y="19"/>
                  </a:lnTo>
                  <a:lnTo>
                    <a:pt x="304" y="25"/>
                  </a:lnTo>
                  <a:lnTo>
                    <a:pt x="296" y="29"/>
                  </a:lnTo>
                  <a:lnTo>
                    <a:pt x="290" y="35"/>
                  </a:lnTo>
                  <a:lnTo>
                    <a:pt x="283" y="42"/>
                  </a:lnTo>
                  <a:lnTo>
                    <a:pt x="279" y="48"/>
                  </a:lnTo>
                  <a:lnTo>
                    <a:pt x="274" y="55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62" y="62"/>
                  </a:lnTo>
                  <a:lnTo>
                    <a:pt x="254" y="61"/>
                  </a:lnTo>
                  <a:lnTo>
                    <a:pt x="246" y="61"/>
                  </a:lnTo>
                  <a:lnTo>
                    <a:pt x="239" y="62"/>
                  </a:lnTo>
                  <a:lnTo>
                    <a:pt x="234" y="64"/>
                  </a:lnTo>
                  <a:lnTo>
                    <a:pt x="228" y="66"/>
                  </a:lnTo>
                  <a:lnTo>
                    <a:pt x="224" y="70"/>
                  </a:lnTo>
                  <a:lnTo>
                    <a:pt x="219" y="73"/>
                  </a:lnTo>
                  <a:lnTo>
                    <a:pt x="216" y="78"/>
                  </a:lnTo>
                  <a:lnTo>
                    <a:pt x="213" y="82"/>
                  </a:lnTo>
                  <a:lnTo>
                    <a:pt x="209" y="92"/>
                  </a:lnTo>
                  <a:lnTo>
                    <a:pt x="208" y="103"/>
                  </a:lnTo>
                  <a:lnTo>
                    <a:pt x="207" y="117"/>
                  </a:lnTo>
                  <a:lnTo>
                    <a:pt x="208" y="129"/>
                  </a:lnTo>
                  <a:lnTo>
                    <a:pt x="210" y="143"/>
                  </a:lnTo>
                  <a:lnTo>
                    <a:pt x="215" y="166"/>
                  </a:lnTo>
                  <a:lnTo>
                    <a:pt x="219" y="185"/>
                  </a:lnTo>
                  <a:lnTo>
                    <a:pt x="221" y="197"/>
                  </a:lnTo>
                  <a:lnTo>
                    <a:pt x="221" y="285"/>
                  </a:lnTo>
                  <a:lnTo>
                    <a:pt x="221" y="285"/>
                  </a:lnTo>
                  <a:lnTo>
                    <a:pt x="222" y="305"/>
                  </a:lnTo>
                  <a:lnTo>
                    <a:pt x="226" y="321"/>
                  </a:lnTo>
                  <a:lnTo>
                    <a:pt x="230" y="337"/>
                  </a:lnTo>
                  <a:lnTo>
                    <a:pt x="236" y="351"/>
                  </a:lnTo>
                  <a:lnTo>
                    <a:pt x="243" y="363"/>
                  </a:lnTo>
                  <a:lnTo>
                    <a:pt x="249" y="374"/>
                  </a:lnTo>
                  <a:lnTo>
                    <a:pt x="257" y="383"/>
                  </a:lnTo>
                  <a:lnTo>
                    <a:pt x="266" y="391"/>
                  </a:lnTo>
                  <a:lnTo>
                    <a:pt x="274" y="398"/>
                  </a:lnTo>
                  <a:lnTo>
                    <a:pt x="282" y="405"/>
                  </a:lnTo>
                  <a:lnTo>
                    <a:pt x="296" y="412"/>
                  </a:lnTo>
                  <a:lnTo>
                    <a:pt x="307" y="417"/>
                  </a:lnTo>
                  <a:lnTo>
                    <a:pt x="310" y="418"/>
                  </a:lnTo>
                  <a:lnTo>
                    <a:pt x="310" y="529"/>
                  </a:lnTo>
                  <a:lnTo>
                    <a:pt x="310" y="529"/>
                  </a:lnTo>
                  <a:lnTo>
                    <a:pt x="216" y="564"/>
                  </a:lnTo>
                  <a:lnTo>
                    <a:pt x="170" y="581"/>
                  </a:lnTo>
                  <a:lnTo>
                    <a:pt x="126" y="599"/>
                  </a:lnTo>
                  <a:lnTo>
                    <a:pt x="107" y="607"/>
                  </a:lnTo>
                  <a:lnTo>
                    <a:pt x="88" y="616"/>
                  </a:lnTo>
                  <a:lnTo>
                    <a:pt x="71" y="626"/>
                  </a:lnTo>
                  <a:lnTo>
                    <a:pt x="56" y="635"/>
                  </a:lnTo>
                  <a:lnTo>
                    <a:pt x="44" y="644"/>
                  </a:lnTo>
                  <a:lnTo>
                    <a:pt x="34" y="654"/>
                  </a:lnTo>
                  <a:lnTo>
                    <a:pt x="26" y="664"/>
                  </a:lnTo>
                  <a:lnTo>
                    <a:pt x="23" y="669"/>
                  </a:lnTo>
                  <a:lnTo>
                    <a:pt x="20" y="674"/>
                  </a:lnTo>
                  <a:lnTo>
                    <a:pt x="20" y="674"/>
                  </a:lnTo>
                  <a:lnTo>
                    <a:pt x="17" y="687"/>
                  </a:lnTo>
                  <a:lnTo>
                    <a:pt x="14" y="701"/>
                  </a:lnTo>
                  <a:lnTo>
                    <a:pt x="8" y="734"/>
                  </a:lnTo>
                  <a:lnTo>
                    <a:pt x="5" y="769"/>
                  </a:lnTo>
                  <a:lnTo>
                    <a:pt x="2" y="803"/>
                  </a:lnTo>
                  <a:lnTo>
                    <a:pt x="0" y="862"/>
                  </a:lnTo>
                  <a:lnTo>
                    <a:pt x="0" y="887"/>
                  </a:lnTo>
                  <a:lnTo>
                    <a:pt x="399" y="8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Freeform 84"/>
            <p:cNvSpPr>
              <a:spLocks/>
            </p:cNvSpPr>
            <p:nvPr/>
          </p:nvSpPr>
          <p:spPr bwMode="auto">
            <a:xfrm>
              <a:off x="688182" y="4642805"/>
              <a:ext cx="123825" cy="279400"/>
            </a:xfrm>
            <a:custGeom>
              <a:avLst/>
              <a:gdLst>
                <a:gd name="T0" fmla="*/ 394 w 394"/>
                <a:gd name="T1" fmla="*/ 882 h 882"/>
                <a:gd name="T2" fmla="*/ 394 w 394"/>
                <a:gd name="T3" fmla="*/ 857 h 882"/>
                <a:gd name="T4" fmla="*/ 389 w 394"/>
                <a:gd name="T5" fmla="*/ 764 h 882"/>
                <a:gd name="T6" fmla="*/ 380 w 394"/>
                <a:gd name="T7" fmla="*/ 696 h 882"/>
                <a:gd name="T8" fmla="*/ 373 w 394"/>
                <a:gd name="T9" fmla="*/ 669 h 882"/>
                <a:gd name="T10" fmla="*/ 368 w 394"/>
                <a:gd name="T11" fmla="*/ 659 h 882"/>
                <a:gd name="T12" fmla="*/ 352 w 394"/>
                <a:gd name="T13" fmla="*/ 638 h 882"/>
                <a:gd name="T14" fmla="*/ 326 w 394"/>
                <a:gd name="T15" fmla="*/ 616 h 882"/>
                <a:gd name="T16" fmla="*/ 292 w 394"/>
                <a:gd name="T17" fmla="*/ 595 h 882"/>
                <a:gd name="T18" fmla="*/ 232 w 394"/>
                <a:gd name="T19" fmla="*/ 564 h 882"/>
                <a:gd name="T20" fmla="*/ 135 w 394"/>
                <a:gd name="T21" fmla="*/ 522 h 882"/>
                <a:gd name="T22" fmla="*/ 83 w 394"/>
                <a:gd name="T23" fmla="*/ 436 h 882"/>
                <a:gd name="T24" fmla="*/ 86 w 394"/>
                <a:gd name="T25" fmla="*/ 434 h 882"/>
                <a:gd name="T26" fmla="*/ 98 w 394"/>
                <a:gd name="T27" fmla="*/ 421 h 882"/>
                <a:gd name="T28" fmla="*/ 110 w 394"/>
                <a:gd name="T29" fmla="*/ 401 h 882"/>
                <a:gd name="T30" fmla="*/ 117 w 394"/>
                <a:gd name="T31" fmla="*/ 380 h 882"/>
                <a:gd name="T32" fmla="*/ 124 w 394"/>
                <a:gd name="T33" fmla="*/ 353 h 882"/>
                <a:gd name="T34" fmla="*/ 127 w 394"/>
                <a:gd name="T35" fmla="*/ 321 h 882"/>
                <a:gd name="T36" fmla="*/ 128 w 394"/>
                <a:gd name="T37" fmla="*/ 302 h 882"/>
                <a:gd name="T38" fmla="*/ 143 w 394"/>
                <a:gd name="T39" fmla="*/ 298 h 882"/>
                <a:gd name="T40" fmla="*/ 153 w 394"/>
                <a:gd name="T41" fmla="*/ 288 h 882"/>
                <a:gd name="T42" fmla="*/ 159 w 394"/>
                <a:gd name="T43" fmla="*/ 274 h 882"/>
                <a:gd name="T44" fmla="*/ 161 w 394"/>
                <a:gd name="T45" fmla="*/ 258 h 882"/>
                <a:gd name="T46" fmla="*/ 159 w 394"/>
                <a:gd name="T47" fmla="*/ 241 h 882"/>
                <a:gd name="T48" fmla="*/ 153 w 394"/>
                <a:gd name="T49" fmla="*/ 228 h 882"/>
                <a:gd name="T50" fmla="*/ 143 w 394"/>
                <a:gd name="T51" fmla="*/ 218 h 882"/>
                <a:gd name="T52" fmla="*/ 128 w 394"/>
                <a:gd name="T53" fmla="*/ 213 h 882"/>
                <a:gd name="T54" fmla="*/ 129 w 394"/>
                <a:gd name="T55" fmla="*/ 206 h 882"/>
                <a:gd name="T56" fmla="*/ 142 w 394"/>
                <a:gd name="T57" fmla="*/ 179 h 882"/>
                <a:gd name="T58" fmla="*/ 158 w 394"/>
                <a:gd name="T59" fmla="*/ 140 h 882"/>
                <a:gd name="T60" fmla="*/ 162 w 394"/>
                <a:gd name="T61" fmla="*/ 118 h 882"/>
                <a:gd name="T62" fmla="*/ 164 w 394"/>
                <a:gd name="T63" fmla="*/ 95 h 882"/>
                <a:gd name="T64" fmla="*/ 161 w 394"/>
                <a:gd name="T65" fmla="*/ 73 h 882"/>
                <a:gd name="T66" fmla="*/ 159 w 394"/>
                <a:gd name="T67" fmla="*/ 65 h 882"/>
                <a:gd name="T68" fmla="*/ 149 w 394"/>
                <a:gd name="T69" fmla="*/ 48 h 882"/>
                <a:gd name="T70" fmla="*/ 133 w 394"/>
                <a:gd name="T71" fmla="*/ 32 h 882"/>
                <a:gd name="T72" fmla="*/ 113 w 394"/>
                <a:gd name="T73" fmla="*/ 18 h 882"/>
                <a:gd name="T74" fmla="*/ 90 w 394"/>
                <a:gd name="T75" fmla="*/ 6 h 882"/>
                <a:gd name="T76" fmla="*/ 65 w 394"/>
                <a:gd name="T77" fmla="*/ 1 h 882"/>
                <a:gd name="T78" fmla="*/ 39 w 394"/>
                <a:gd name="T79" fmla="*/ 0 h 882"/>
                <a:gd name="T80" fmla="*/ 13 w 394"/>
                <a:gd name="T81" fmla="*/ 7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4" h="882">
                  <a:moveTo>
                    <a:pt x="283" y="882"/>
                  </a:moveTo>
                  <a:lnTo>
                    <a:pt x="394" y="882"/>
                  </a:lnTo>
                  <a:lnTo>
                    <a:pt x="394" y="882"/>
                  </a:lnTo>
                  <a:lnTo>
                    <a:pt x="394" y="857"/>
                  </a:lnTo>
                  <a:lnTo>
                    <a:pt x="391" y="798"/>
                  </a:lnTo>
                  <a:lnTo>
                    <a:pt x="389" y="764"/>
                  </a:lnTo>
                  <a:lnTo>
                    <a:pt x="385" y="729"/>
                  </a:lnTo>
                  <a:lnTo>
                    <a:pt x="380" y="696"/>
                  </a:lnTo>
                  <a:lnTo>
                    <a:pt x="376" y="682"/>
                  </a:lnTo>
                  <a:lnTo>
                    <a:pt x="373" y="669"/>
                  </a:lnTo>
                  <a:lnTo>
                    <a:pt x="373" y="669"/>
                  </a:lnTo>
                  <a:lnTo>
                    <a:pt x="368" y="659"/>
                  </a:lnTo>
                  <a:lnTo>
                    <a:pt x="361" y="648"/>
                  </a:lnTo>
                  <a:lnTo>
                    <a:pt x="352" y="638"/>
                  </a:lnTo>
                  <a:lnTo>
                    <a:pt x="339" y="626"/>
                  </a:lnTo>
                  <a:lnTo>
                    <a:pt x="326" y="616"/>
                  </a:lnTo>
                  <a:lnTo>
                    <a:pt x="310" y="606"/>
                  </a:lnTo>
                  <a:lnTo>
                    <a:pt x="292" y="595"/>
                  </a:lnTo>
                  <a:lnTo>
                    <a:pt x="273" y="585"/>
                  </a:lnTo>
                  <a:lnTo>
                    <a:pt x="232" y="564"/>
                  </a:lnTo>
                  <a:lnTo>
                    <a:pt x="184" y="542"/>
                  </a:lnTo>
                  <a:lnTo>
                    <a:pt x="135" y="522"/>
                  </a:lnTo>
                  <a:lnTo>
                    <a:pt x="83" y="502"/>
                  </a:lnTo>
                  <a:lnTo>
                    <a:pt x="83" y="436"/>
                  </a:lnTo>
                  <a:lnTo>
                    <a:pt x="83" y="436"/>
                  </a:lnTo>
                  <a:lnTo>
                    <a:pt x="86" y="434"/>
                  </a:lnTo>
                  <a:lnTo>
                    <a:pt x="90" y="430"/>
                  </a:lnTo>
                  <a:lnTo>
                    <a:pt x="98" y="421"/>
                  </a:lnTo>
                  <a:lnTo>
                    <a:pt x="106" y="409"/>
                  </a:lnTo>
                  <a:lnTo>
                    <a:pt x="110" y="401"/>
                  </a:lnTo>
                  <a:lnTo>
                    <a:pt x="114" y="391"/>
                  </a:lnTo>
                  <a:lnTo>
                    <a:pt x="117" y="380"/>
                  </a:lnTo>
                  <a:lnTo>
                    <a:pt x="120" y="368"/>
                  </a:lnTo>
                  <a:lnTo>
                    <a:pt x="124" y="353"/>
                  </a:lnTo>
                  <a:lnTo>
                    <a:pt x="126" y="339"/>
                  </a:lnTo>
                  <a:lnTo>
                    <a:pt x="127" y="321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36" y="302"/>
                  </a:lnTo>
                  <a:lnTo>
                    <a:pt x="143" y="298"/>
                  </a:lnTo>
                  <a:lnTo>
                    <a:pt x="149" y="294"/>
                  </a:lnTo>
                  <a:lnTo>
                    <a:pt x="153" y="288"/>
                  </a:lnTo>
                  <a:lnTo>
                    <a:pt x="156" y="282"/>
                  </a:lnTo>
                  <a:lnTo>
                    <a:pt x="159" y="274"/>
                  </a:lnTo>
                  <a:lnTo>
                    <a:pt x="161" y="266"/>
                  </a:lnTo>
                  <a:lnTo>
                    <a:pt x="161" y="258"/>
                  </a:lnTo>
                  <a:lnTo>
                    <a:pt x="161" y="250"/>
                  </a:lnTo>
                  <a:lnTo>
                    <a:pt x="159" y="241"/>
                  </a:lnTo>
                  <a:lnTo>
                    <a:pt x="156" y="234"/>
                  </a:lnTo>
                  <a:lnTo>
                    <a:pt x="153" y="228"/>
                  </a:lnTo>
                  <a:lnTo>
                    <a:pt x="149" y="222"/>
                  </a:lnTo>
                  <a:lnTo>
                    <a:pt x="143" y="218"/>
                  </a:lnTo>
                  <a:lnTo>
                    <a:pt x="136" y="214"/>
                  </a:lnTo>
                  <a:lnTo>
                    <a:pt x="128" y="213"/>
                  </a:lnTo>
                  <a:lnTo>
                    <a:pt x="128" y="213"/>
                  </a:lnTo>
                  <a:lnTo>
                    <a:pt x="129" y="206"/>
                  </a:lnTo>
                  <a:lnTo>
                    <a:pt x="135" y="195"/>
                  </a:lnTo>
                  <a:lnTo>
                    <a:pt x="142" y="179"/>
                  </a:lnTo>
                  <a:lnTo>
                    <a:pt x="150" y="161"/>
                  </a:lnTo>
                  <a:lnTo>
                    <a:pt x="158" y="140"/>
                  </a:lnTo>
                  <a:lnTo>
                    <a:pt x="160" y="129"/>
                  </a:lnTo>
                  <a:lnTo>
                    <a:pt x="162" y="118"/>
                  </a:lnTo>
                  <a:lnTo>
                    <a:pt x="163" y="106"/>
                  </a:lnTo>
                  <a:lnTo>
                    <a:pt x="164" y="95"/>
                  </a:lnTo>
                  <a:lnTo>
                    <a:pt x="163" y="8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59" y="65"/>
                  </a:lnTo>
                  <a:lnTo>
                    <a:pt x="154" y="57"/>
                  </a:lnTo>
                  <a:lnTo>
                    <a:pt x="149" y="48"/>
                  </a:lnTo>
                  <a:lnTo>
                    <a:pt x="142" y="40"/>
                  </a:lnTo>
                  <a:lnTo>
                    <a:pt x="133" y="32"/>
                  </a:lnTo>
                  <a:lnTo>
                    <a:pt x="124" y="24"/>
                  </a:lnTo>
                  <a:lnTo>
                    <a:pt x="113" y="18"/>
                  </a:lnTo>
                  <a:lnTo>
                    <a:pt x="103" y="12"/>
                  </a:lnTo>
                  <a:lnTo>
                    <a:pt x="90" y="6"/>
                  </a:lnTo>
                  <a:lnTo>
                    <a:pt x="78" y="3"/>
                  </a:lnTo>
                  <a:lnTo>
                    <a:pt x="65" y="1"/>
                  </a:lnTo>
                  <a:lnTo>
                    <a:pt x="52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13" y="7"/>
                  </a:lnTo>
                  <a:lnTo>
                    <a:pt x="0" y="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2314598" y="1587419"/>
            <a:ext cx="301768" cy="301768"/>
            <a:chOff x="1812132" y="3688718"/>
            <a:chExt cx="323850" cy="323850"/>
          </a:xfrm>
        </p:grpSpPr>
        <p:sp>
          <p:nvSpPr>
            <p:cNvPr id="19" name="Freeform 85"/>
            <p:cNvSpPr>
              <a:spLocks/>
            </p:cNvSpPr>
            <p:nvPr/>
          </p:nvSpPr>
          <p:spPr bwMode="auto">
            <a:xfrm>
              <a:off x="1812132" y="3688718"/>
              <a:ext cx="323850" cy="276225"/>
            </a:xfrm>
            <a:custGeom>
              <a:avLst/>
              <a:gdLst>
                <a:gd name="T0" fmla="*/ 410 w 1020"/>
                <a:gd name="T1" fmla="*/ 640 h 870"/>
                <a:gd name="T2" fmla="*/ 381 w 1020"/>
                <a:gd name="T3" fmla="*/ 612 h 870"/>
                <a:gd name="T4" fmla="*/ 360 w 1020"/>
                <a:gd name="T5" fmla="*/ 564 h 870"/>
                <a:gd name="T6" fmla="*/ 354 w 1020"/>
                <a:gd name="T7" fmla="*/ 512 h 870"/>
                <a:gd name="T8" fmla="*/ 334 w 1020"/>
                <a:gd name="T9" fmla="*/ 497 h 870"/>
                <a:gd name="T10" fmla="*/ 327 w 1020"/>
                <a:gd name="T11" fmla="*/ 467 h 870"/>
                <a:gd name="T12" fmla="*/ 334 w 1020"/>
                <a:gd name="T13" fmla="*/ 436 h 870"/>
                <a:gd name="T14" fmla="*/ 354 w 1020"/>
                <a:gd name="T15" fmla="*/ 423 h 870"/>
                <a:gd name="T16" fmla="*/ 339 w 1020"/>
                <a:gd name="T17" fmla="*/ 361 h 870"/>
                <a:gd name="T18" fmla="*/ 336 w 1020"/>
                <a:gd name="T19" fmla="*/ 303 h 870"/>
                <a:gd name="T20" fmla="*/ 349 w 1020"/>
                <a:gd name="T21" fmla="*/ 276 h 870"/>
                <a:gd name="T22" fmla="*/ 372 w 1020"/>
                <a:gd name="T23" fmla="*/ 266 h 870"/>
                <a:gd name="T24" fmla="*/ 399 w 1020"/>
                <a:gd name="T25" fmla="*/ 267 h 870"/>
                <a:gd name="T26" fmla="*/ 416 w 1020"/>
                <a:gd name="T27" fmla="*/ 237 h 870"/>
                <a:gd name="T28" fmla="*/ 450 w 1020"/>
                <a:gd name="T29" fmla="*/ 217 h 870"/>
                <a:gd name="T30" fmla="*/ 518 w 1020"/>
                <a:gd name="T31" fmla="*/ 201 h 870"/>
                <a:gd name="T32" fmla="*/ 615 w 1020"/>
                <a:gd name="T33" fmla="*/ 209 h 870"/>
                <a:gd name="T34" fmla="*/ 654 w 1020"/>
                <a:gd name="T35" fmla="*/ 226 h 870"/>
                <a:gd name="T36" fmla="*/ 681 w 1020"/>
                <a:gd name="T37" fmla="*/ 251 h 870"/>
                <a:gd name="T38" fmla="*/ 690 w 1020"/>
                <a:gd name="T39" fmla="*/ 279 h 870"/>
                <a:gd name="T40" fmla="*/ 686 w 1020"/>
                <a:gd name="T41" fmla="*/ 341 h 870"/>
                <a:gd name="T42" fmla="*/ 666 w 1020"/>
                <a:gd name="T43" fmla="*/ 415 h 870"/>
                <a:gd name="T44" fmla="*/ 676 w 1020"/>
                <a:gd name="T45" fmla="*/ 426 h 870"/>
                <a:gd name="T46" fmla="*/ 691 w 1020"/>
                <a:gd name="T47" fmla="*/ 451 h 870"/>
                <a:gd name="T48" fmla="*/ 691 w 1020"/>
                <a:gd name="T49" fmla="*/ 483 h 870"/>
                <a:gd name="T50" fmla="*/ 676 w 1020"/>
                <a:gd name="T51" fmla="*/ 507 h 870"/>
                <a:gd name="T52" fmla="*/ 664 w 1020"/>
                <a:gd name="T53" fmla="*/ 531 h 870"/>
                <a:gd name="T54" fmla="*/ 649 w 1020"/>
                <a:gd name="T55" fmla="*/ 591 h 870"/>
                <a:gd name="T56" fmla="*/ 626 w 1020"/>
                <a:gd name="T57" fmla="*/ 626 h 870"/>
                <a:gd name="T58" fmla="*/ 598 w 1020"/>
                <a:gd name="T59" fmla="*/ 644 h 870"/>
                <a:gd name="T60" fmla="*/ 756 w 1020"/>
                <a:gd name="T61" fmla="*/ 814 h 870"/>
                <a:gd name="T62" fmla="*/ 862 w 1020"/>
                <a:gd name="T63" fmla="*/ 862 h 870"/>
                <a:gd name="T64" fmla="*/ 905 w 1020"/>
                <a:gd name="T65" fmla="*/ 834 h 870"/>
                <a:gd name="T66" fmla="*/ 959 w 1020"/>
                <a:gd name="T67" fmla="*/ 753 h 870"/>
                <a:gd name="T68" fmla="*/ 997 w 1020"/>
                <a:gd name="T69" fmla="*/ 662 h 870"/>
                <a:gd name="T70" fmla="*/ 1018 w 1020"/>
                <a:gd name="T71" fmla="*/ 563 h 870"/>
                <a:gd name="T72" fmla="*/ 1019 w 1020"/>
                <a:gd name="T73" fmla="*/ 485 h 870"/>
                <a:gd name="T74" fmla="*/ 1004 w 1020"/>
                <a:gd name="T75" fmla="*/ 383 h 870"/>
                <a:gd name="T76" fmla="*/ 969 w 1020"/>
                <a:gd name="T77" fmla="*/ 290 h 870"/>
                <a:gd name="T78" fmla="*/ 919 w 1020"/>
                <a:gd name="T79" fmla="*/ 206 h 870"/>
                <a:gd name="T80" fmla="*/ 853 w 1020"/>
                <a:gd name="T81" fmla="*/ 133 h 870"/>
                <a:gd name="T82" fmla="*/ 774 w 1020"/>
                <a:gd name="T83" fmla="*/ 75 h 870"/>
                <a:gd name="T84" fmla="*/ 685 w 1020"/>
                <a:gd name="T85" fmla="*/ 32 h 870"/>
                <a:gd name="T86" fmla="*/ 588 w 1020"/>
                <a:gd name="T87" fmla="*/ 6 h 870"/>
                <a:gd name="T88" fmla="*/ 509 w 1020"/>
                <a:gd name="T89" fmla="*/ 0 h 870"/>
                <a:gd name="T90" fmla="*/ 407 w 1020"/>
                <a:gd name="T91" fmla="*/ 10 h 870"/>
                <a:gd name="T92" fmla="*/ 311 w 1020"/>
                <a:gd name="T93" fmla="*/ 41 h 870"/>
                <a:gd name="T94" fmla="*/ 224 w 1020"/>
                <a:gd name="T95" fmla="*/ 88 h 870"/>
                <a:gd name="T96" fmla="*/ 149 w 1020"/>
                <a:gd name="T97" fmla="*/ 150 h 870"/>
                <a:gd name="T98" fmla="*/ 86 w 1020"/>
                <a:gd name="T99" fmla="*/ 225 h 870"/>
                <a:gd name="T100" fmla="*/ 39 w 1020"/>
                <a:gd name="T101" fmla="*/ 313 h 870"/>
                <a:gd name="T102" fmla="*/ 10 w 1020"/>
                <a:gd name="T103" fmla="*/ 408 h 870"/>
                <a:gd name="T104" fmla="*/ 0 w 1020"/>
                <a:gd name="T105" fmla="*/ 512 h 870"/>
                <a:gd name="T106" fmla="*/ 5 w 1020"/>
                <a:gd name="T107" fmla="*/ 588 h 870"/>
                <a:gd name="T108" fmla="*/ 30 w 1020"/>
                <a:gd name="T109" fmla="*/ 686 h 870"/>
                <a:gd name="T110" fmla="*/ 73 w 1020"/>
                <a:gd name="T111" fmla="*/ 774 h 870"/>
                <a:gd name="T112" fmla="*/ 130 w 1020"/>
                <a:gd name="T113" fmla="*/ 853 h 870"/>
                <a:gd name="T114" fmla="*/ 171 w 1020"/>
                <a:gd name="T115" fmla="*/ 855 h 870"/>
                <a:gd name="T116" fmla="*/ 344 w 1020"/>
                <a:gd name="T117" fmla="*/ 783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0" h="870">
                  <a:moveTo>
                    <a:pt x="421" y="644"/>
                  </a:moveTo>
                  <a:lnTo>
                    <a:pt x="421" y="644"/>
                  </a:lnTo>
                  <a:lnTo>
                    <a:pt x="418" y="643"/>
                  </a:lnTo>
                  <a:lnTo>
                    <a:pt x="410" y="640"/>
                  </a:lnTo>
                  <a:lnTo>
                    <a:pt x="400" y="632"/>
                  </a:lnTo>
                  <a:lnTo>
                    <a:pt x="394" y="626"/>
                  </a:lnTo>
                  <a:lnTo>
                    <a:pt x="388" y="619"/>
                  </a:lnTo>
                  <a:lnTo>
                    <a:pt x="381" y="612"/>
                  </a:lnTo>
                  <a:lnTo>
                    <a:pt x="376" y="603"/>
                  </a:lnTo>
                  <a:lnTo>
                    <a:pt x="370" y="591"/>
                  </a:lnTo>
                  <a:lnTo>
                    <a:pt x="364" y="579"/>
                  </a:lnTo>
                  <a:lnTo>
                    <a:pt x="360" y="564"/>
                  </a:lnTo>
                  <a:lnTo>
                    <a:pt x="358" y="549"/>
                  </a:lnTo>
                  <a:lnTo>
                    <a:pt x="355" y="531"/>
                  </a:lnTo>
                  <a:lnTo>
                    <a:pt x="354" y="512"/>
                  </a:lnTo>
                  <a:lnTo>
                    <a:pt x="354" y="512"/>
                  </a:lnTo>
                  <a:lnTo>
                    <a:pt x="348" y="510"/>
                  </a:lnTo>
                  <a:lnTo>
                    <a:pt x="342" y="507"/>
                  </a:lnTo>
                  <a:lnTo>
                    <a:pt x="337" y="503"/>
                  </a:lnTo>
                  <a:lnTo>
                    <a:pt x="334" y="497"/>
                  </a:lnTo>
                  <a:lnTo>
                    <a:pt x="331" y="490"/>
                  </a:lnTo>
                  <a:lnTo>
                    <a:pt x="329" y="483"/>
                  </a:lnTo>
                  <a:lnTo>
                    <a:pt x="327" y="474"/>
                  </a:lnTo>
                  <a:lnTo>
                    <a:pt x="327" y="467"/>
                  </a:lnTo>
                  <a:lnTo>
                    <a:pt x="327" y="459"/>
                  </a:lnTo>
                  <a:lnTo>
                    <a:pt x="329" y="451"/>
                  </a:lnTo>
                  <a:lnTo>
                    <a:pt x="331" y="443"/>
                  </a:lnTo>
                  <a:lnTo>
                    <a:pt x="334" y="436"/>
                  </a:lnTo>
                  <a:lnTo>
                    <a:pt x="337" y="431"/>
                  </a:lnTo>
                  <a:lnTo>
                    <a:pt x="342" y="426"/>
                  </a:lnTo>
                  <a:lnTo>
                    <a:pt x="348" y="423"/>
                  </a:lnTo>
                  <a:lnTo>
                    <a:pt x="354" y="423"/>
                  </a:lnTo>
                  <a:lnTo>
                    <a:pt x="354" y="423"/>
                  </a:lnTo>
                  <a:lnTo>
                    <a:pt x="352" y="410"/>
                  </a:lnTo>
                  <a:lnTo>
                    <a:pt x="345" y="389"/>
                  </a:lnTo>
                  <a:lnTo>
                    <a:pt x="339" y="361"/>
                  </a:lnTo>
                  <a:lnTo>
                    <a:pt x="336" y="345"/>
                  </a:lnTo>
                  <a:lnTo>
                    <a:pt x="335" y="331"/>
                  </a:lnTo>
                  <a:lnTo>
                    <a:pt x="334" y="316"/>
                  </a:lnTo>
                  <a:lnTo>
                    <a:pt x="336" y="303"/>
                  </a:lnTo>
                  <a:lnTo>
                    <a:pt x="340" y="290"/>
                  </a:lnTo>
                  <a:lnTo>
                    <a:pt x="342" y="285"/>
                  </a:lnTo>
                  <a:lnTo>
                    <a:pt x="345" y="280"/>
                  </a:lnTo>
                  <a:lnTo>
                    <a:pt x="349" y="276"/>
                  </a:lnTo>
                  <a:lnTo>
                    <a:pt x="353" y="271"/>
                  </a:lnTo>
                  <a:lnTo>
                    <a:pt x="359" y="269"/>
                  </a:lnTo>
                  <a:lnTo>
                    <a:pt x="364" y="267"/>
                  </a:lnTo>
                  <a:lnTo>
                    <a:pt x="372" y="266"/>
                  </a:lnTo>
                  <a:lnTo>
                    <a:pt x="380" y="264"/>
                  </a:lnTo>
                  <a:lnTo>
                    <a:pt x="389" y="266"/>
                  </a:lnTo>
                  <a:lnTo>
                    <a:pt x="399" y="267"/>
                  </a:lnTo>
                  <a:lnTo>
                    <a:pt x="399" y="267"/>
                  </a:lnTo>
                  <a:lnTo>
                    <a:pt x="401" y="259"/>
                  </a:lnTo>
                  <a:lnTo>
                    <a:pt x="405" y="251"/>
                  </a:lnTo>
                  <a:lnTo>
                    <a:pt x="410" y="244"/>
                  </a:lnTo>
                  <a:lnTo>
                    <a:pt x="416" y="237"/>
                  </a:lnTo>
                  <a:lnTo>
                    <a:pt x="424" y="232"/>
                  </a:lnTo>
                  <a:lnTo>
                    <a:pt x="432" y="226"/>
                  </a:lnTo>
                  <a:lnTo>
                    <a:pt x="441" y="222"/>
                  </a:lnTo>
                  <a:lnTo>
                    <a:pt x="450" y="217"/>
                  </a:lnTo>
                  <a:lnTo>
                    <a:pt x="460" y="213"/>
                  </a:lnTo>
                  <a:lnTo>
                    <a:pt x="471" y="209"/>
                  </a:lnTo>
                  <a:lnTo>
                    <a:pt x="493" y="205"/>
                  </a:lnTo>
                  <a:lnTo>
                    <a:pt x="518" y="201"/>
                  </a:lnTo>
                  <a:lnTo>
                    <a:pt x="543" y="200"/>
                  </a:lnTo>
                  <a:lnTo>
                    <a:pt x="568" y="201"/>
                  </a:lnTo>
                  <a:lnTo>
                    <a:pt x="592" y="205"/>
                  </a:lnTo>
                  <a:lnTo>
                    <a:pt x="615" y="209"/>
                  </a:lnTo>
                  <a:lnTo>
                    <a:pt x="626" y="213"/>
                  </a:lnTo>
                  <a:lnTo>
                    <a:pt x="636" y="217"/>
                  </a:lnTo>
                  <a:lnTo>
                    <a:pt x="645" y="222"/>
                  </a:lnTo>
                  <a:lnTo>
                    <a:pt x="654" y="226"/>
                  </a:lnTo>
                  <a:lnTo>
                    <a:pt x="662" y="232"/>
                  </a:lnTo>
                  <a:lnTo>
                    <a:pt x="670" y="237"/>
                  </a:lnTo>
                  <a:lnTo>
                    <a:pt x="675" y="244"/>
                  </a:lnTo>
                  <a:lnTo>
                    <a:pt x="681" y="251"/>
                  </a:lnTo>
                  <a:lnTo>
                    <a:pt x="684" y="259"/>
                  </a:lnTo>
                  <a:lnTo>
                    <a:pt x="686" y="267"/>
                  </a:lnTo>
                  <a:lnTo>
                    <a:pt x="686" y="267"/>
                  </a:lnTo>
                  <a:lnTo>
                    <a:pt x="690" y="279"/>
                  </a:lnTo>
                  <a:lnTo>
                    <a:pt x="691" y="290"/>
                  </a:lnTo>
                  <a:lnTo>
                    <a:pt x="691" y="303"/>
                  </a:lnTo>
                  <a:lnTo>
                    <a:pt x="690" y="316"/>
                  </a:lnTo>
                  <a:lnTo>
                    <a:pt x="686" y="341"/>
                  </a:lnTo>
                  <a:lnTo>
                    <a:pt x="682" y="363"/>
                  </a:lnTo>
                  <a:lnTo>
                    <a:pt x="676" y="385"/>
                  </a:lnTo>
                  <a:lnTo>
                    <a:pt x="671" y="403"/>
                  </a:lnTo>
                  <a:lnTo>
                    <a:pt x="666" y="415"/>
                  </a:lnTo>
                  <a:lnTo>
                    <a:pt x="665" y="423"/>
                  </a:lnTo>
                  <a:lnTo>
                    <a:pt x="665" y="423"/>
                  </a:lnTo>
                  <a:lnTo>
                    <a:pt x="671" y="423"/>
                  </a:lnTo>
                  <a:lnTo>
                    <a:pt x="676" y="426"/>
                  </a:lnTo>
                  <a:lnTo>
                    <a:pt x="682" y="431"/>
                  </a:lnTo>
                  <a:lnTo>
                    <a:pt x="685" y="436"/>
                  </a:lnTo>
                  <a:lnTo>
                    <a:pt x="689" y="443"/>
                  </a:lnTo>
                  <a:lnTo>
                    <a:pt x="691" y="451"/>
                  </a:lnTo>
                  <a:lnTo>
                    <a:pt x="692" y="459"/>
                  </a:lnTo>
                  <a:lnTo>
                    <a:pt x="692" y="467"/>
                  </a:lnTo>
                  <a:lnTo>
                    <a:pt x="692" y="474"/>
                  </a:lnTo>
                  <a:lnTo>
                    <a:pt x="691" y="483"/>
                  </a:lnTo>
                  <a:lnTo>
                    <a:pt x="689" y="490"/>
                  </a:lnTo>
                  <a:lnTo>
                    <a:pt x="685" y="497"/>
                  </a:lnTo>
                  <a:lnTo>
                    <a:pt x="682" y="503"/>
                  </a:lnTo>
                  <a:lnTo>
                    <a:pt x="676" y="507"/>
                  </a:lnTo>
                  <a:lnTo>
                    <a:pt x="671" y="510"/>
                  </a:lnTo>
                  <a:lnTo>
                    <a:pt x="665" y="512"/>
                  </a:lnTo>
                  <a:lnTo>
                    <a:pt x="665" y="512"/>
                  </a:lnTo>
                  <a:lnTo>
                    <a:pt x="664" y="531"/>
                  </a:lnTo>
                  <a:lnTo>
                    <a:pt x="662" y="549"/>
                  </a:lnTo>
                  <a:lnTo>
                    <a:pt x="658" y="564"/>
                  </a:lnTo>
                  <a:lnTo>
                    <a:pt x="654" y="579"/>
                  </a:lnTo>
                  <a:lnTo>
                    <a:pt x="649" y="591"/>
                  </a:lnTo>
                  <a:lnTo>
                    <a:pt x="644" y="603"/>
                  </a:lnTo>
                  <a:lnTo>
                    <a:pt x="638" y="612"/>
                  </a:lnTo>
                  <a:lnTo>
                    <a:pt x="631" y="619"/>
                  </a:lnTo>
                  <a:lnTo>
                    <a:pt x="626" y="626"/>
                  </a:lnTo>
                  <a:lnTo>
                    <a:pt x="619" y="632"/>
                  </a:lnTo>
                  <a:lnTo>
                    <a:pt x="609" y="640"/>
                  </a:lnTo>
                  <a:lnTo>
                    <a:pt x="601" y="643"/>
                  </a:lnTo>
                  <a:lnTo>
                    <a:pt x="598" y="644"/>
                  </a:lnTo>
                  <a:lnTo>
                    <a:pt x="598" y="755"/>
                  </a:lnTo>
                  <a:lnTo>
                    <a:pt x="598" y="755"/>
                  </a:lnTo>
                  <a:lnTo>
                    <a:pt x="680" y="786"/>
                  </a:lnTo>
                  <a:lnTo>
                    <a:pt x="756" y="814"/>
                  </a:lnTo>
                  <a:lnTo>
                    <a:pt x="791" y="827"/>
                  </a:lnTo>
                  <a:lnTo>
                    <a:pt x="822" y="841"/>
                  </a:lnTo>
                  <a:lnTo>
                    <a:pt x="849" y="855"/>
                  </a:lnTo>
                  <a:lnTo>
                    <a:pt x="862" y="862"/>
                  </a:lnTo>
                  <a:lnTo>
                    <a:pt x="873" y="870"/>
                  </a:lnTo>
                  <a:lnTo>
                    <a:pt x="873" y="870"/>
                  </a:lnTo>
                  <a:lnTo>
                    <a:pt x="890" y="852"/>
                  </a:lnTo>
                  <a:lnTo>
                    <a:pt x="905" y="834"/>
                  </a:lnTo>
                  <a:lnTo>
                    <a:pt x="920" y="815"/>
                  </a:lnTo>
                  <a:lnTo>
                    <a:pt x="934" y="795"/>
                  </a:lnTo>
                  <a:lnTo>
                    <a:pt x="947" y="773"/>
                  </a:lnTo>
                  <a:lnTo>
                    <a:pt x="959" y="753"/>
                  </a:lnTo>
                  <a:lnTo>
                    <a:pt x="970" y="731"/>
                  </a:lnTo>
                  <a:lnTo>
                    <a:pt x="980" y="708"/>
                  </a:lnTo>
                  <a:lnTo>
                    <a:pt x="989" y="686"/>
                  </a:lnTo>
                  <a:lnTo>
                    <a:pt x="997" y="662"/>
                  </a:lnTo>
                  <a:lnTo>
                    <a:pt x="1004" y="637"/>
                  </a:lnTo>
                  <a:lnTo>
                    <a:pt x="1010" y="613"/>
                  </a:lnTo>
                  <a:lnTo>
                    <a:pt x="1014" y="588"/>
                  </a:lnTo>
                  <a:lnTo>
                    <a:pt x="1018" y="563"/>
                  </a:lnTo>
                  <a:lnTo>
                    <a:pt x="1019" y="537"/>
                  </a:lnTo>
                  <a:lnTo>
                    <a:pt x="1020" y="512"/>
                  </a:lnTo>
                  <a:lnTo>
                    <a:pt x="1020" y="512"/>
                  </a:lnTo>
                  <a:lnTo>
                    <a:pt x="1019" y="485"/>
                  </a:lnTo>
                  <a:lnTo>
                    <a:pt x="1018" y="459"/>
                  </a:lnTo>
                  <a:lnTo>
                    <a:pt x="1014" y="433"/>
                  </a:lnTo>
                  <a:lnTo>
                    <a:pt x="1010" y="408"/>
                  </a:lnTo>
                  <a:lnTo>
                    <a:pt x="1004" y="383"/>
                  </a:lnTo>
                  <a:lnTo>
                    <a:pt x="997" y="359"/>
                  </a:lnTo>
                  <a:lnTo>
                    <a:pt x="988" y="335"/>
                  </a:lnTo>
                  <a:lnTo>
                    <a:pt x="979" y="313"/>
                  </a:lnTo>
                  <a:lnTo>
                    <a:pt x="969" y="290"/>
                  </a:lnTo>
                  <a:lnTo>
                    <a:pt x="958" y="268"/>
                  </a:lnTo>
                  <a:lnTo>
                    <a:pt x="946" y="246"/>
                  </a:lnTo>
                  <a:lnTo>
                    <a:pt x="932" y="225"/>
                  </a:lnTo>
                  <a:lnTo>
                    <a:pt x="919" y="206"/>
                  </a:lnTo>
                  <a:lnTo>
                    <a:pt x="903" y="186"/>
                  </a:lnTo>
                  <a:lnTo>
                    <a:pt x="887" y="168"/>
                  </a:lnTo>
                  <a:lnTo>
                    <a:pt x="871" y="150"/>
                  </a:lnTo>
                  <a:lnTo>
                    <a:pt x="853" y="133"/>
                  </a:lnTo>
                  <a:lnTo>
                    <a:pt x="835" y="117"/>
                  </a:lnTo>
                  <a:lnTo>
                    <a:pt x="814" y="101"/>
                  </a:lnTo>
                  <a:lnTo>
                    <a:pt x="795" y="88"/>
                  </a:lnTo>
                  <a:lnTo>
                    <a:pt x="774" y="75"/>
                  </a:lnTo>
                  <a:lnTo>
                    <a:pt x="753" y="62"/>
                  </a:lnTo>
                  <a:lnTo>
                    <a:pt x="730" y="51"/>
                  </a:lnTo>
                  <a:lnTo>
                    <a:pt x="708" y="41"/>
                  </a:lnTo>
                  <a:lnTo>
                    <a:pt x="685" y="32"/>
                  </a:lnTo>
                  <a:lnTo>
                    <a:pt x="662" y="23"/>
                  </a:lnTo>
                  <a:lnTo>
                    <a:pt x="637" y="16"/>
                  </a:lnTo>
                  <a:lnTo>
                    <a:pt x="612" y="10"/>
                  </a:lnTo>
                  <a:lnTo>
                    <a:pt x="588" y="6"/>
                  </a:lnTo>
                  <a:lnTo>
                    <a:pt x="562" y="3"/>
                  </a:lnTo>
                  <a:lnTo>
                    <a:pt x="536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483" y="1"/>
                  </a:lnTo>
                  <a:lnTo>
                    <a:pt x="458" y="3"/>
                  </a:lnTo>
                  <a:lnTo>
                    <a:pt x="432" y="6"/>
                  </a:lnTo>
                  <a:lnTo>
                    <a:pt x="407" y="10"/>
                  </a:lnTo>
                  <a:lnTo>
                    <a:pt x="382" y="16"/>
                  </a:lnTo>
                  <a:lnTo>
                    <a:pt x="358" y="23"/>
                  </a:lnTo>
                  <a:lnTo>
                    <a:pt x="334" y="32"/>
                  </a:lnTo>
                  <a:lnTo>
                    <a:pt x="311" y="41"/>
                  </a:lnTo>
                  <a:lnTo>
                    <a:pt x="288" y="51"/>
                  </a:lnTo>
                  <a:lnTo>
                    <a:pt x="267" y="62"/>
                  </a:lnTo>
                  <a:lnTo>
                    <a:pt x="245" y="75"/>
                  </a:lnTo>
                  <a:lnTo>
                    <a:pt x="224" y="88"/>
                  </a:lnTo>
                  <a:lnTo>
                    <a:pt x="204" y="101"/>
                  </a:lnTo>
                  <a:lnTo>
                    <a:pt x="185" y="117"/>
                  </a:lnTo>
                  <a:lnTo>
                    <a:pt x="167" y="133"/>
                  </a:lnTo>
                  <a:lnTo>
                    <a:pt x="149" y="150"/>
                  </a:lnTo>
                  <a:lnTo>
                    <a:pt x="132" y="168"/>
                  </a:lnTo>
                  <a:lnTo>
                    <a:pt x="116" y="186"/>
                  </a:lnTo>
                  <a:lnTo>
                    <a:pt x="101" y="206"/>
                  </a:lnTo>
                  <a:lnTo>
                    <a:pt x="86" y="225"/>
                  </a:lnTo>
                  <a:lnTo>
                    <a:pt x="74" y="246"/>
                  </a:lnTo>
                  <a:lnTo>
                    <a:pt x="61" y="268"/>
                  </a:lnTo>
                  <a:lnTo>
                    <a:pt x="50" y="290"/>
                  </a:lnTo>
                  <a:lnTo>
                    <a:pt x="39" y="313"/>
                  </a:lnTo>
                  <a:lnTo>
                    <a:pt x="30" y="335"/>
                  </a:lnTo>
                  <a:lnTo>
                    <a:pt x="22" y="359"/>
                  </a:lnTo>
                  <a:lnTo>
                    <a:pt x="15" y="383"/>
                  </a:lnTo>
                  <a:lnTo>
                    <a:pt x="10" y="408"/>
                  </a:lnTo>
                  <a:lnTo>
                    <a:pt x="5" y="433"/>
                  </a:lnTo>
                  <a:lnTo>
                    <a:pt x="2" y="459"/>
                  </a:lnTo>
                  <a:lnTo>
                    <a:pt x="0" y="485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0" y="537"/>
                  </a:lnTo>
                  <a:lnTo>
                    <a:pt x="2" y="563"/>
                  </a:lnTo>
                  <a:lnTo>
                    <a:pt x="5" y="588"/>
                  </a:lnTo>
                  <a:lnTo>
                    <a:pt x="10" y="614"/>
                  </a:lnTo>
                  <a:lnTo>
                    <a:pt x="15" y="637"/>
                  </a:lnTo>
                  <a:lnTo>
                    <a:pt x="22" y="662"/>
                  </a:lnTo>
                  <a:lnTo>
                    <a:pt x="30" y="686"/>
                  </a:lnTo>
                  <a:lnTo>
                    <a:pt x="39" y="708"/>
                  </a:lnTo>
                  <a:lnTo>
                    <a:pt x="49" y="731"/>
                  </a:lnTo>
                  <a:lnTo>
                    <a:pt x="60" y="753"/>
                  </a:lnTo>
                  <a:lnTo>
                    <a:pt x="73" y="774"/>
                  </a:lnTo>
                  <a:lnTo>
                    <a:pt x="85" y="795"/>
                  </a:lnTo>
                  <a:lnTo>
                    <a:pt x="100" y="815"/>
                  </a:lnTo>
                  <a:lnTo>
                    <a:pt x="114" y="834"/>
                  </a:lnTo>
                  <a:lnTo>
                    <a:pt x="130" y="853"/>
                  </a:lnTo>
                  <a:lnTo>
                    <a:pt x="147" y="870"/>
                  </a:lnTo>
                  <a:lnTo>
                    <a:pt x="147" y="870"/>
                  </a:lnTo>
                  <a:lnTo>
                    <a:pt x="159" y="862"/>
                  </a:lnTo>
                  <a:lnTo>
                    <a:pt x="171" y="855"/>
                  </a:lnTo>
                  <a:lnTo>
                    <a:pt x="201" y="841"/>
                  </a:lnTo>
                  <a:lnTo>
                    <a:pt x="233" y="826"/>
                  </a:lnTo>
                  <a:lnTo>
                    <a:pt x="269" y="812"/>
                  </a:lnTo>
                  <a:lnTo>
                    <a:pt x="344" y="783"/>
                  </a:lnTo>
                  <a:lnTo>
                    <a:pt x="421" y="755"/>
                  </a:lnTo>
                  <a:lnTo>
                    <a:pt x="421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" name="Freeform 86"/>
            <p:cNvSpPr>
              <a:spLocks/>
            </p:cNvSpPr>
            <p:nvPr/>
          </p:nvSpPr>
          <p:spPr bwMode="auto">
            <a:xfrm>
              <a:off x="1858170" y="3964943"/>
              <a:ext cx="230188" cy="47625"/>
            </a:xfrm>
            <a:custGeom>
              <a:avLst/>
              <a:gdLst>
                <a:gd name="T0" fmla="*/ 0 w 726"/>
                <a:gd name="T1" fmla="*/ 0 h 152"/>
                <a:gd name="T2" fmla="*/ 0 w 726"/>
                <a:gd name="T3" fmla="*/ 0 h 152"/>
                <a:gd name="T4" fmla="*/ 18 w 726"/>
                <a:gd name="T5" fmla="*/ 18 h 152"/>
                <a:gd name="T6" fmla="*/ 37 w 726"/>
                <a:gd name="T7" fmla="*/ 34 h 152"/>
                <a:gd name="T8" fmla="*/ 56 w 726"/>
                <a:gd name="T9" fmla="*/ 49 h 152"/>
                <a:gd name="T10" fmla="*/ 76 w 726"/>
                <a:gd name="T11" fmla="*/ 63 h 152"/>
                <a:gd name="T12" fmla="*/ 96 w 726"/>
                <a:gd name="T13" fmla="*/ 76 h 152"/>
                <a:gd name="T14" fmla="*/ 118 w 726"/>
                <a:gd name="T15" fmla="*/ 90 h 152"/>
                <a:gd name="T16" fmla="*/ 140 w 726"/>
                <a:gd name="T17" fmla="*/ 101 h 152"/>
                <a:gd name="T18" fmla="*/ 162 w 726"/>
                <a:gd name="T19" fmla="*/ 111 h 152"/>
                <a:gd name="T20" fmla="*/ 186 w 726"/>
                <a:gd name="T21" fmla="*/ 120 h 152"/>
                <a:gd name="T22" fmla="*/ 210 w 726"/>
                <a:gd name="T23" fmla="*/ 128 h 152"/>
                <a:gd name="T24" fmla="*/ 234 w 726"/>
                <a:gd name="T25" fmla="*/ 136 h 152"/>
                <a:gd name="T26" fmla="*/ 259 w 726"/>
                <a:gd name="T27" fmla="*/ 142 h 152"/>
                <a:gd name="T28" fmla="*/ 285 w 726"/>
                <a:gd name="T29" fmla="*/ 146 h 152"/>
                <a:gd name="T30" fmla="*/ 311 w 726"/>
                <a:gd name="T31" fmla="*/ 149 h 152"/>
                <a:gd name="T32" fmla="*/ 336 w 726"/>
                <a:gd name="T33" fmla="*/ 152 h 152"/>
                <a:gd name="T34" fmla="*/ 362 w 726"/>
                <a:gd name="T35" fmla="*/ 152 h 152"/>
                <a:gd name="T36" fmla="*/ 362 w 726"/>
                <a:gd name="T37" fmla="*/ 152 h 152"/>
                <a:gd name="T38" fmla="*/ 389 w 726"/>
                <a:gd name="T39" fmla="*/ 152 h 152"/>
                <a:gd name="T40" fmla="*/ 415 w 726"/>
                <a:gd name="T41" fmla="*/ 149 h 152"/>
                <a:gd name="T42" fmla="*/ 441 w 726"/>
                <a:gd name="T43" fmla="*/ 146 h 152"/>
                <a:gd name="T44" fmla="*/ 467 w 726"/>
                <a:gd name="T45" fmla="*/ 142 h 152"/>
                <a:gd name="T46" fmla="*/ 491 w 726"/>
                <a:gd name="T47" fmla="*/ 136 h 152"/>
                <a:gd name="T48" fmla="*/ 516 w 726"/>
                <a:gd name="T49" fmla="*/ 128 h 152"/>
                <a:gd name="T50" fmla="*/ 539 w 726"/>
                <a:gd name="T51" fmla="*/ 120 h 152"/>
                <a:gd name="T52" fmla="*/ 563 w 726"/>
                <a:gd name="T53" fmla="*/ 111 h 152"/>
                <a:gd name="T54" fmla="*/ 585 w 726"/>
                <a:gd name="T55" fmla="*/ 101 h 152"/>
                <a:gd name="T56" fmla="*/ 608 w 726"/>
                <a:gd name="T57" fmla="*/ 89 h 152"/>
                <a:gd name="T58" fmla="*/ 629 w 726"/>
                <a:gd name="T59" fmla="*/ 76 h 152"/>
                <a:gd name="T60" fmla="*/ 649 w 726"/>
                <a:gd name="T61" fmla="*/ 63 h 152"/>
                <a:gd name="T62" fmla="*/ 670 w 726"/>
                <a:gd name="T63" fmla="*/ 48 h 152"/>
                <a:gd name="T64" fmla="*/ 690 w 726"/>
                <a:gd name="T65" fmla="*/ 34 h 152"/>
                <a:gd name="T66" fmla="*/ 708 w 726"/>
                <a:gd name="T67" fmla="*/ 17 h 152"/>
                <a:gd name="T68" fmla="*/ 726 w 726"/>
                <a:gd name="T6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6" h="152">
                  <a:moveTo>
                    <a:pt x="0" y="0"/>
                  </a:moveTo>
                  <a:lnTo>
                    <a:pt x="0" y="0"/>
                  </a:lnTo>
                  <a:lnTo>
                    <a:pt x="18" y="18"/>
                  </a:lnTo>
                  <a:lnTo>
                    <a:pt x="37" y="34"/>
                  </a:lnTo>
                  <a:lnTo>
                    <a:pt x="56" y="49"/>
                  </a:lnTo>
                  <a:lnTo>
                    <a:pt x="76" y="63"/>
                  </a:lnTo>
                  <a:lnTo>
                    <a:pt x="96" y="76"/>
                  </a:lnTo>
                  <a:lnTo>
                    <a:pt x="118" y="90"/>
                  </a:lnTo>
                  <a:lnTo>
                    <a:pt x="140" y="101"/>
                  </a:lnTo>
                  <a:lnTo>
                    <a:pt x="162" y="111"/>
                  </a:lnTo>
                  <a:lnTo>
                    <a:pt x="186" y="120"/>
                  </a:lnTo>
                  <a:lnTo>
                    <a:pt x="210" y="128"/>
                  </a:lnTo>
                  <a:lnTo>
                    <a:pt x="234" y="136"/>
                  </a:lnTo>
                  <a:lnTo>
                    <a:pt x="259" y="142"/>
                  </a:lnTo>
                  <a:lnTo>
                    <a:pt x="285" y="146"/>
                  </a:lnTo>
                  <a:lnTo>
                    <a:pt x="311" y="149"/>
                  </a:lnTo>
                  <a:lnTo>
                    <a:pt x="336" y="152"/>
                  </a:lnTo>
                  <a:lnTo>
                    <a:pt x="362" y="152"/>
                  </a:lnTo>
                  <a:lnTo>
                    <a:pt x="362" y="152"/>
                  </a:lnTo>
                  <a:lnTo>
                    <a:pt x="389" y="152"/>
                  </a:lnTo>
                  <a:lnTo>
                    <a:pt x="415" y="149"/>
                  </a:lnTo>
                  <a:lnTo>
                    <a:pt x="441" y="146"/>
                  </a:lnTo>
                  <a:lnTo>
                    <a:pt x="467" y="142"/>
                  </a:lnTo>
                  <a:lnTo>
                    <a:pt x="491" y="136"/>
                  </a:lnTo>
                  <a:lnTo>
                    <a:pt x="516" y="128"/>
                  </a:lnTo>
                  <a:lnTo>
                    <a:pt x="539" y="120"/>
                  </a:lnTo>
                  <a:lnTo>
                    <a:pt x="563" y="111"/>
                  </a:lnTo>
                  <a:lnTo>
                    <a:pt x="585" y="101"/>
                  </a:lnTo>
                  <a:lnTo>
                    <a:pt x="608" y="89"/>
                  </a:lnTo>
                  <a:lnTo>
                    <a:pt x="629" y="76"/>
                  </a:lnTo>
                  <a:lnTo>
                    <a:pt x="649" y="63"/>
                  </a:lnTo>
                  <a:lnTo>
                    <a:pt x="670" y="48"/>
                  </a:lnTo>
                  <a:lnTo>
                    <a:pt x="690" y="34"/>
                  </a:lnTo>
                  <a:lnTo>
                    <a:pt x="708" y="17"/>
                  </a:lnTo>
                  <a:lnTo>
                    <a:pt x="72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" name="Gruppieren 20"/>
          <p:cNvGrpSpPr/>
          <p:nvPr/>
        </p:nvGrpSpPr>
        <p:grpSpPr>
          <a:xfrm>
            <a:off x="3279422" y="1626619"/>
            <a:ext cx="301768" cy="223368"/>
            <a:chOff x="532607" y="4185605"/>
            <a:chExt cx="323850" cy="239713"/>
          </a:xfrm>
        </p:grpSpPr>
        <p:sp>
          <p:nvSpPr>
            <p:cNvPr id="22" name="Freeform 87"/>
            <p:cNvSpPr>
              <a:spLocks/>
            </p:cNvSpPr>
            <p:nvPr/>
          </p:nvSpPr>
          <p:spPr bwMode="auto">
            <a:xfrm>
              <a:off x="532607" y="4185605"/>
              <a:ext cx="323850" cy="239713"/>
            </a:xfrm>
            <a:custGeom>
              <a:avLst/>
              <a:gdLst>
                <a:gd name="T0" fmla="*/ 0 w 1020"/>
                <a:gd name="T1" fmla="*/ 755 h 755"/>
                <a:gd name="T2" fmla="*/ 177 w 1020"/>
                <a:gd name="T3" fmla="*/ 688 h 755"/>
                <a:gd name="T4" fmla="*/ 179 w 1020"/>
                <a:gd name="T5" fmla="*/ 680 h 755"/>
                <a:gd name="T6" fmla="*/ 181 w 1020"/>
                <a:gd name="T7" fmla="*/ 665 h 755"/>
                <a:gd name="T8" fmla="*/ 188 w 1020"/>
                <a:gd name="T9" fmla="*/ 651 h 755"/>
                <a:gd name="T10" fmla="*/ 195 w 1020"/>
                <a:gd name="T11" fmla="*/ 639 h 755"/>
                <a:gd name="T12" fmla="*/ 206 w 1020"/>
                <a:gd name="T13" fmla="*/ 629 h 755"/>
                <a:gd name="T14" fmla="*/ 218 w 1020"/>
                <a:gd name="T15" fmla="*/ 620 h 755"/>
                <a:gd name="T16" fmla="*/ 232 w 1020"/>
                <a:gd name="T17" fmla="*/ 614 h 755"/>
                <a:gd name="T18" fmla="*/ 247 w 1020"/>
                <a:gd name="T19" fmla="*/ 611 h 755"/>
                <a:gd name="T20" fmla="*/ 255 w 1020"/>
                <a:gd name="T21" fmla="*/ 611 h 755"/>
                <a:gd name="T22" fmla="*/ 271 w 1020"/>
                <a:gd name="T23" fmla="*/ 612 h 755"/>
                <a:gd name="T24" fmla="*/ 285 w 1020"/>
                <a:gd name="T25" fmla="*/ 616 h 755"/>
                <a:gd name="T26" fmla="*/ 299 w 1020"/>
                <a:gd name="T27" fmla="*/ 624 h 755"/>
                <a:gd name="T28" fmla="*/ 310 w 1020"/>
                <a:gd name="T29" fmla="*/ 633 h 755"/>
                <a:gd name="T30" fmla="*/ 320 w 1020"/>
                <a:gd name="T31" fmla="*/ 644 h 755"/>
                <a:gd name="T32" fmla="*/ 327 w 1020"/>
                <a:gd name="T33" fmla="*/ 658 h 755"/>
                <a:gd name="T34" fmla="*/ 331 w 1020"/>
                <a:gd name="T35" fmla="*/ 672 h 755"/>
                <a:gd name="T36" fmla="*/ 333 w 1020"/>
                <a:gd name="T37" fmla="*/ 688 h 755"/>
                <a:gd name="T38" fmla="*/ 688 w 1020"/>
                <a:gd name="T39" fmla="*/ 755 h 755"/>
                <a:gd name="T40" fmla="*/ 688 w 1020"/>
                <a:gd name="T41" fmla="*/ 688 h 755"/>
                <a:gd name="T42" fmla="*/ 689 w 1020"/>
                <a:gd name="T43" fmla="*/ 672 h 755"/>
                <a:gd name="T44" fmla="*/ 694 w 1020"/>
                <a:gd name="T45" fmla="*/ 658 h 755"/>
                <a:gd name="T46" fmla="*/ 701 w 1020"/>
                <a:gd name="T47" fmla="*/ 644 h 755"/>
                <a:gd name="T48" fmla="*/ 710 w 1020"/>
                <a:gd name="T49" fmla="*/ 633 h 755"/>
                <a:gd name="T50" fmla="*/ 722 w 1020"/>
                <a:gd name="T51" fmla="*/ 624 h 755"/>
                <a:gd name="T52" fmla="*/ 735 w 1020"/>
                <a:gd name="T53" fmla="*/ 616 h 755"/>
                <a:gd name="T54" fmla="*/ 750 w 1020"/>
                <a:gd name="T55" fmla="*/ 612 h 755"/>
                <a:gd name="T56" fmla="*/ 765 w 1020"/>
                <a:gd name="T57" fmla="*/ 611 h 755"/>
                <a:gd name="T58" fmla="*/ 773 w 1020"/>
                <a:gd name="T59" fmla="*/ 611 h 755"/>
                <a:gd name="T60" fmla="*/ 788 w 1020"/>
                <a:gd name="T61" fmla="*/ 614 h 755"/>
                <a:gd name="T62" fmla="*/ 802 w 1020"/>
                <a:gd name="T63" fmla="*/ 620 h 755"/>
                <a:gd name="T64" fmla="*/ 815 w 1020"/>
                <a:gd name="T65" fmla="*/ 629 h 755"/>
                <a:gd name="T66" fmla="*/ 825 w 1020"/>
                <a:gd name="T67" fmla="*/ 639 h 755"/>
                <a:gd name="T68" fmla="*/ 834 w 1020"/>
                <a:gd name="T69" fmla="*/ 651 h 755"/>
                <a:gd name="T70" fmla="*/ 840 w 1020"/>
                <a:gd name="T71" fmla="*/ 665 h 755"/>
                <a:gd name="T72" fmla="*/ 843 w 1020"/>
                <a:gd name="T73" fmla="*/ 680 h 755"/>
                <a:gd name="T74" fmla="*/ 843 w 1020"/>
                <a:gd name="T75" fmla="*/ 755 h 755"/>
                <a:gd name="T76" fmla="*/ 1020 w 1020"/>
                <a:gd name="T77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20" h="755">
                  <a:moveTo>
                    <a:pt x="0" y="0"/>
                  </a:moveTo>
                  <a:lnTo>
                    <a:pt x="0" y="755"/>
                  </a:lnTo>
                  <a:lnTo>
                    <a:pt x="177" y="755"/>
                  </a:lnTo>
                  <a:lnTo>
                    <a:pt x="177" y="688"/>
                  </a:lnTo>
                  <a:lnTo>
                    <a:pt x="177" y="688"/>
                  </a:lnTo>
                  <a:lnTo>
                    <a:pt x="179" y="680"/>
                  </a:lnTo>
                  <a:lnTo>
                    <a:pt x="180" y="672"/>
                  </a:lnTo>
                  <a:lnTo>
                    <a:pt x="181" y="665"/>
                  </a:lnTo>
                  <a:lnTo>
                    <a:pt x="184" y="658"/>
                  </a:lnTo>
                  <a:lnTo>
                    <a:pt x="188" y="651"/>
                  </a:lnTo>
                  <a:lnTo>
                    <a:pt x="191" y="644"/>
                  </a:lnTo>
                  <a:lnTo>
                    <a:pt x="195" y="639"/>
                  </a:lnTo>
                  <a:lnTo>
                    <a:pt x="200" y="633"/>
                  </a:lnTo>
                  <a:lnTo>
                    <a:pt x="206" y="629"/>
                  </a:lnTo>
                  <a:lnTo>
                    <a:pt x="212" y="624"/>
                  </a:lnTo>
                  <a:lnTo>
                    <a:pt x="218" y="620"/>
                  </a:lnTo>
                  <a:lnTo>
                    <a:pt x="225" y="616"/>
                  </a:lnTo>
                  <a:lnTo>
                    <a:pt x="232" y="614"/>
                  </a:lnTo>
                  <a:lnTo>
                    <a:pt x="239" y="612"/>
                  </a:lnTo>
                  <a:lnTo>
                    <a:pt x="247" y="611"/>
                  </a:lnTo>
                  <a:lnTo>
                    <a:pt x="255" y="611"/>
                  </a:lnTo>
                  <a:lnTo>
                    <a:pt x="255" y="611"/>
                  </a:lnTo>
                  <a:lnTo>
                    <a:pt x="263" y="611"/>
                  </a:lnTo>
                  <a:lnTo>
                    <a:pt x="271" y="612"/>
                  </a:lnTo>
                  <a:lnTo>
                    <a:pt x="278" y="614"/>
                  </a:lnTo>
                  <a:lnTo>
                    <a:pt x="285" y="616"/>
                  </a:lnTo>
                  <a:lnTo>
                    <a:pt x="292" y="620"/>
                  </a:lnTo>
                  <a:lnTo>
                    <a:pt x="299" y="624"/>
                  </a:lnTo>
                  <a:lnTo>
                    <a:pt x="304" y="629"/>
                  </a:lnTo>
                  <a:lnTo>
                    <a:pt x="310" y="633"/>
                  </a:lnTo>
                  <a:lnTo>
                    <a:pt x="315" y="639"/>
                  </a:lnTo>
                  <a:lnTo>
                    <a:pt x="320" y="644"/>
                  </a:lnTo>
                  <a:lnTo>
                    <a:pt x="323" y="651"/>
                  </a:lnTo>
                  <a:lnTo>
                    <a:pt x="327" y="658"/>
                  </a:lnTo>
                  <a:lnTo>
                    <a:pt x="329" y="665"/>
                  </a:lnTo>
                  <a:lnTo>
                    <a:pt x="331" y="672"/>
                  </a:lnTo>
                  <a:lnTo>
                    <a:pt x="332" y="680"/>
                  </a:lnTo>
                  <a:lnTo>
                    <a:pt x="333" y="688"/>
                  </a:lnTo>
                  <a:lnTo>
                    <a:pt x="333" y="755"/>
                  </a:lnTo>
                  <a:lnTo>
                    <a:pt x="688" y="755"/>
                  </a:lnTo>
                  <a:lnTo>
                    <a:pt x="688" y="688"/>
                  </a:lnTo>
                  <a:lnTo>
                    <a:pt x="688" y="688"/>
                  </a:lnTo>
                  <a:lnTo>
                    <a:pt x="688" y="680"/>
                  </a:lnTo>
                  <a:lnTo>
                    <a:pt x="689" y="672"/>
                  </a:lnTo>
                  <a:lnTo>
                    <a:pt x="691" y="665"/>
                  </a:lnTo>
                  <a:lnTo>
                    <a:pt x="694" y="658"/>
                  </a:lnTo>
                  <a:lnTo>
                    <a:pt x="697" y="651"/>
                  </a:lnTo>
                  <a:lnTo>
                    <a:pt x="701" y="644"/>
                  </a:lnTo>
                  <a:lnTo>
                    <a:pt x="706" y="639"/>
                  </a:lnTo>
                  <a:lnTo>
                    <a:pt x="710" y="633"/>
                  </a:lnTo>
                  <a:lnTo>
                    <a:pt x="716" y="629"/>
                  </a:lnTo>
                  <a:lnTo>
                    <a:pt x="722" y="624"/>
                  </a:lnTo>
                  <a:lnTo>
                    <a:pt x="728" y="620"/>
                  </a:lnTo>
                  <a:lnTo>
                    <a:pt x="735" y="616"/>
                  </a:lnTo>
                  <a:lnTo>
                    <a:pt x="742" y="614"/>
                  </a:lnTo>
                  <a:lnTo>
                    <a:pt x="750" y="612"/>
                  </a:lnTo>
                  <a:lnTo>
                    <a:pt x="758" y="611"/>
                  </a:lnTo>
                  <a:lnTo>
                    <a:pt x="765" y="611"/>
                  </a:lnTo>
                  <a:lnTo>
                    <a:pt x="765" y="611"/>
                  </a:lnTo>
                  <a:lnTo>
                    <a:pt x="773" y="611"/>
                  </a:lnTo>
                  <a:lnTo>
                    <a:pt x="781" y="612"/>
                  </a:lnTo>
                  <a:lnTo>
                    <a:pt x="788" y="614"/>
                  </a:lnTo>
                  <a:lnTo>
                    <a:pt x="796" y="616"/>
                  </a:lnTo>
                  <a:lnTo>
                    <a:pt x="802" y="620"/>
                  </a:lnTo>
                  <a:lnTo>
                    <a:pt x="809" y="624"/>
                  </a:lnTo>
                  <a:lnTo>
                    <a:pt x="815" y="629"/>
                  </a:lnTo>
                  <a:lnTo>
                    <a:pt x="820" y="633"/>
                  </a:lnTo>
                  <a:lnTo>
                    <a:pt x="825" y="639"/>
                  </a:lnTo>
                  <a:lnTo>
                    <a:pt x="829" y="644"/>
                  </a:lnTo>
                  <a:lnTo>
                    <a:pt x="834" y="651"/>
                  </a:lnTo>
                  <a:lnTo>
                    <a:pt x="837" y="658"/>
                  </a:lnTo>
                  <a:lnTo>
                    <a:pt x="840" y="665"/>
                  </a:lnTo>
                  <a:lnTo>
                    <a:pt x="842" y="672"/>
                  </a:lnTo>
                  <a:lnTo>
                    <a:pt x="843" y="680"/>
                  </a:lnTo>
                  <a:lnTo>
                    <a:pt x="843" y="688"/>
                  </a:lnTo>
                  <a:lnTo>
                    <a:pt x="843" y="755"/>
                  </a:lnTo>
                  <a:lnTo>
                    <a:pt x="1020" y="755"/>
                  </a:lnTo>
                  <a:lnTo>
                    <a:pt x="102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" name="Line 88"/>
            <p:cNvSpPr>
              <a:spLocks noChangeShapeType="1"/>
            </p:cNvSpPr>
            <p:nvPr/>
          </p:nvSpPr>
          <p:spPr bwMode="auto">
            <a:xfrm>
              <a:off x="708820" y="4326893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" name="Line 89"/>
            <p:cNvSpPr>
              <a:spLocks noChangeShapeType="1"/>
            </p:cNvSpPr>
            <p:nvPr/>
          </p:nvSpPr>
          <p:spPr bwMode="auto">
            <a:xfrm>
              <a:off x="708820" y="4298318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" name="Line 90"/>
            <p:cNvSpPr>
              <a:spLocks noChangeShapeType="1"/>
            </p:cNvSpPr>
            <p:nvPr/>
          </p:nvSpPr>
          <p:spPr bwMode="auto">
            <a:xfrm>
              <a:off x="708820" y="4271330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" name="Line 91"/>
            <p:cNvSpPr>
              <a:spLocks noChangeShapeType="1"/>
            </p:cNvSpPr>
            <p:nvPr/>
          </p:nvSpPr>
          <p:spPr bwMode="auto">
            <a:xfrm>
              <a:off x="708820" y="4242755"/>
              <a:ext cx="55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" name="Freeform 92"/>
            <p:cNvSpPr>
              <a:spLocks/>
            </p:cNvSpPr>
            <p:nvPr/>
          </p:nvSpPr>
          <p:spPr bwMode="auto">
            <a:xfrm>
              <a:off x="567532" y="4222118"/>
              <a:ext cx="112713" cy="119063"/>
            </a:xfrm>
            <a:custGeom>
              <a:avLst/>
              <a:gdLst>
                <a:gd name="T0" fmla="*/ 0 w 355"/>
                <a:gd name="T1" fmla="*/ 377 h 377"/>
                <a:gd name="T2" fmla="*/ 0 w 355"/>
                <a:gd name="T3" fmla="*/ 288 h 377"/>
                <a:gd name="T4" fmla="*/ 19 w 355"/>
                <a:gd name="T5" fmla="*/ 267 h 377"/>
                <a:gd name="T6" fmla="*/ 42 w 355"/>
                <a:gd name="T7" fmla="*/ 249 h 377"/>
                <a:gd name="T8" fmla="*/ 63 w 355"/>
                <a:gd name="T9" fmla="*/ 237 h 377"/>
                <a:gd name="T10" fmla="*/ 88 w 355"/>
                <a:gd name="T11" fmla="*/ 228 h 377"/>
                <a:gd name="T12" fmla="*/ 117 w 355"/>
                <a:gd name="T13" fmla="*/ 222 h 377"/>
                <a:gd name="T14" fmla="*/ 133 w 355"/>
                <a:gd name="T15" fmla="*/ 222 h 377"/>
                <a:gd name="T16" fmla="*/ 133 w 355"/>
                <a:gd name="T17" fmla="*/ 177 h 377"/>
                <a:gd name="T18" fmla="*/ 119 w 355"/>
                <a:gd name="T19" fmla="*/ 167 h 377"/>
                <a:gd name="T20" fmla="*/ 102 w 355"/>
                <a:gd name="T21" fmla="*/ 146 h 377"/>
                <a:gd name="T22" fmla="*/ 96 w 355"/>
                <a:gd name="T23" fmla="*/ 130 h 377"/>
                <a:gd name="T24" fmla="*/ 91 w 355"/>
                <a:gd name="T25" fmla="*/ 111 h 377"/>
                <a:gd name="T26" fmla="*/ 89 w 355"/>
                <a:gd name="T27" fmla="*/ 89 h 377"/>
                <a:gd name="T28" fmla="*/ 89 w 355"/>
                <a:gd name="T29" fmla="*/ 72 h 377"/>
                <a:gd name="T30" fmla="*/ 91 w 355"/>
                <a:gd name="T31" fmla="*/ 48 h 377"/>
                <a:gd name="T32" fmla="*/ 97 w 355"/>
                <a:gd name="T33" fmla="*/ 33 h 377"/>
                <a:gd name="T34" fmla="*/ 105 w 355"/>
                <a:gd name="T35" fmla="*/ 21 h 377"/>
                <a:gd name="T36" fmla="*/ 118 w 355"/>
                <a:gd name="T37" fmla="*/ 11 h 377"/>
                <a:gd name="T38" fmla="*/ 136 w 355"/>
                <a:gd name="T39" fmla="*/ 4 h 377"/>
                <a:gd name="T40" fmla="*/ 162 w 355"/>
                <a:gd name="T41" fmla="*/ 0 h 377"/>
                <a:gd name="T42" fmla="*/ 178 w 355"/>
                <a:gd name="T43" fmla="*/ 0 h 377"/>
                <a:gd name="T44" fmla="*/ 207 w 355"/>
                <a:gd name="T45" fmla="*/ 2 h 377"/>
                <a:gd name="T46" fmla="*/ 229 w 355"/>
                <a:gd name="T47" fmla="*/ 8 h 377"/>
                <a:gd name="T48" fmla="*/ 245 w 355"/>
                <a:gd name="T49" fmla="*/ 17 h 377"/>
                <a:gd name="T50" fmla="*/ 255 w 355"/>
                <a:gd name="T51" fmla="*/ 28 h 377"/>
                <a:gd name="T52" fmla="*/ 262 w 355"/>
                <a:gd name="T53" fmla="*/ 41 h 377"/>
                <a:gd name="T54" fmla="*/ 265 w 355"/>
                <a:gd name="T55" fmla="*/ 56 h 377"/>
                <a:gd name="T56" fmla="*/ 266 w 355"/>
                <a:gd name="T57" fmla="*/ 89 h 377"/>
                <a:gd name="T58" fmla="*/ 266 w 355"/>
                <a:gd name="T59" fmla="*/ 101 h 377"/>
                <a:gd name="T60" fmla="*/ 262 w 355"/>
                <a:gd name="T61" fmla="*/ 121 h 377"/>
                <a:gd name="T62" fmla="*/ 256 w 355"/>
                <a:gd name="T63" fmla="*/ 139 h 377"/>
                <a:gd name="T64" fmla="*/ 244 w 355"/>
                <a:gd name="T65" fmla="*/ 158 h 377"/>
                <a:gd name="T66" fmla="*/ 229 w 355"/>
                <a:gd name="T67" fmla="*/ 173 h 377"/>
                <a:gd name="T68" fmla="*/ 222 w 355"/>
                <a:gd name="T69" fmla="*/ 177 h 377"/>
                <a:gd name="T70" fmla="*/ 222 w 355"/>
                <a:gd name="T71" fmla="*/ 222 h 377"/>
                <a:gd name="T72" fmla="*/ 253 w 355"/>
                <a:gd name="T73" fmla="*/ 224 h 377"/>
                <a:gd name="T74" fmla="*/ 280 w 355"/>
                <a:gd name="T75" fmla="*/ 232 h 377"/>
                <a:gd name="T76" fmla="*/ 303 w 355"/>
                <a:gd name="T77" fmla="*/ 242 h 377"/>
                <a:gd name="T78" fmla="*/ 321 w 355"/>
                <a:gd name="T79" fmla="*/ 255 h 377"/>
                <a:gd name="T80" fmla="*/ 347 w 355"/>
                <a:gd name="T81" fmla="*/ 278 h 377"/>
                <a:gd name="T82" fmla="*/ 355 w 355"/>
                <a:gd name="T8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5" h="377">
                  <a:moveTo>
                    <a:pt x="178" y="377"/>
                  </a:moveTo>
                  <a:lnTo>
                    <a:pt x="0" y="377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8" y="278"/>
                  </a:lnTo>
                  <a:lnTo>
                    <a:pt x="19" y="267"/>
                  </a:lnTo>
                  <a:lnTo>
                    <a:pt x="34" y="255"/>
                  </a:lnTo>
                  <a:lnTo>
                    <a:pt x="42" y="249"/>
                  </a:lnTo>
                  <a:lnTo>
                    <a:pt x="52" y="242"/>
                  </a:lnTo>
                  <a:lnTo>
                    <a:pt x="63" y="237"/>
                  </a:lnTo>
                  <a:lnTo>
                    <a:pt x="75" y="232"/>
                  </a:lnTo>
                  <a:lnTo>
                    <a:pt x="88" y="228"/>
                  </a:lnTo>
                  <a:lnTo>
                    <a:pt x="102" y="224"/>
                  </a:lnTo>
                  <a:lnTo>
                    <a:pt x="117" y="222"/>
                  </a:lnTo>
                  <a:lnTo>
                    <a:pt x="133" y="222"/>
                  </a:lnTo>
                  <a:lnTo>
                    <a:pt x="133" y="222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26" y="173"/>
                  </a:lnTo>
                  <a:lnTo>
                    <a:pt x="119" y="167"/>
                  </a:lnTo>
                  <a:lnTo>
                    <a:pt x="111" y="158"/>
                  </a:lnTo>
                  <a:lnTo>
                    <a:pt x="102" y="146"/>
                  </a:lnTo>
                  <a:lnTo>
                    <a:pt x="99" y="139"/>
                  </a:lnTo>
                  <a:lnTo>
                    <a:pt x="96" y="130"/>
                  </a:lnTo>
                  <a:lnTo>
                    <a:pt x="93" y="121"/>
                  </a:lnTo>
                  <a:lnTo>
                    <a:pt x="91" y="111"/>
                  </a:lnTo>
                  <a:lnTo>
                    <a:pt x="89" y="101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9" y="72"/>
                  </a:lnTo>
                  <a:lnTo>
                    <a:pt x="90" y="56"/>
                  </a:lnTo>
                  <a:lnTo>
                    <a:pt x="91" y="48"/>
                  </a:lnTo>
                  <a:lnTo>
                    <a:pt x="93" y="41"/>
                  </a:lnTo>
                  <a:lnTo>
                    <a:pt x="97" y="33"/>
                  </a:lnTo>
                  <a:lnTo>
                    <a:pt x="100" y="28"/>
                  </a:lnTo>
                  <a:lnTo>
                    <a:pt x="105" y="21"/>
                  </a:lnTo>
                  <a:lnTo>
                    <a:pt x="110" y="17"/>
                  </a:lnTo>
                  <a:lnTo>
                    <a:pt x="118" y="11"/>
                  </a:lnTo>
                  <a:lnTo>
                    <a:pt x="126" y="8"/>
                  </a:lnTo>
                  <a:lnTo>
                    <a:pt x="136" y="4"/>
                  </a:lnTo>
                  <a:lnTo>
                    <a:pt x="148" y="2"/>
                  </a:lnTo>
                  <a:lnTo>
                    <a:pt x="16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3" y="0"/>
                  </a:lnTo>
                  <a:lnTo>
                    <a:pt x="207" y="2"/>
                  </a:lnTo>
                  <a:lnTo>
                    <a:pt x="219" y="4"/>
                  </a:lnTo>
                  <a:lnTo>
                    <a:pt x="229" y="8"/>
                  </a:lnTo>
                  <a:lnTo>
                    <a:pt x="237" y="11"/>
                  </a:lnTo>
                  <a:lnTo>
                    <a:pt x="245" y="17"/>
                  </a:lnTo>
                  <a:lnTo>
                    <a:pt x="250" y="21"/>
                  </a:lnTo>
                  <a:lnTo>
                    <a:pt x="255" y="28"/>
                  </a:lnTo>
                  <a:lnTo>
                    <a:pt x="258" y="33"/>
                  </a:lnTo>
                  <a:lnTo>
                    <a:pt x="262" y="41"/>
                  </a:lnTo>
                  <a:lnTo>
                    <a:pt x="264" y="48"/>
                  </a:lnTo>
                  <a:lnTo>
                    <a:pt x="265" y="56"/>
                  </a:lnTo>
                  <a:lnTo>
                    <a:pt x="266" y="72"/>
                  </a:lnTo>
                  <a:lnTo>
                    <a:pt x="266" y="89"/>
                  </a:lnTo>
                  <a:lnTo>
                    <a:pt x="266" y="89"/>
                  </a:lnTo>
                  <a:lnTo>
                    <a:pt x="266" y="101"/>
                  </a:lnTo>
                  <a:lnTo>
                    <a:pt x="264" y="111"/>
                  </a:lnTo>
                  <a:lnTo>
                    <a:pt x="262" y="121"/>
                  </a:lnTo>
                  <a:lnTo>
                    <a:pt x="259" y="130"/>
                  </a:lnTo>
                  <a:lnTo>
                    <a:pt x="256" y="139"/>
                  </a:lnTo>
                  <a:lnTo>
                    <a:pt x="253" y="146"/>
                  </a:lnTo>
                  <a:lnTo>
                    <a:pt x="244" y="158"/>
                  </a:lnTo>
                  <a:lnTo>
                    <a:pt x="236" y="167"/>
                  </a:lnTo>
                  <a:lnTo>
                    <a:pt x="229" y="173"/>
                  </a:lnTo>
                  <a:lnTo>
                    <a:pt x="222" y="177"/>
                  </a:lnTo>
                  <a:lnTo>
                    <a:pt x="222" y="177"/>
                  </a:lnTo>
                  <a:lnTo>
                    <a:pt x="222" y="222"/>
                  </a:lnTo>
                  <a:lnTo>
                    <a:pt x="222" y="222"/>
                  </a:lnTo>
                  <a:lnTo>
                    <a:pt x="238" y="222"/>
                  </a:lnTo>
                  <a:lnTo>
                    <a:pt x="253" y="224"/>
                  </a:lnTo>
                  <a:lnTo>
                    <a:pt x="267" y="228"/>
                  </a:lnTo>
                  <a:lnTo>
                    <a:pt x="280" y="232"/>
                  </a:lnTo>
                  <a:lnTo>
                    <a:pt x="292" y="237"/>
                  </a:lnTo>
                  <a:lnTo>
                    <a:pt x="303" y="242"/>
                  </a:lnTo>
                  <a:lnTo>
                    <a:pt x="313" y="249"/>
                  </a:lnTo>
                  <a:lnTo>
                    <a:pt x="321" y="255"/>
                  </a:lnTo>
                  <a:lnTo>
                    <a:pt x="336" y="267"/>
                  </a:lnTo>
                  <a:lnTo>
                    <a:pt x="347" y="278"/>
                  </a:lnTo>
                  <a:lnTo>
                    <a:pt x="355" y="288"/>
                  </a:lnTo>
                  <a:lnTo>
                    <a:pt x="355" y="377"/>
                  </a:lnTo>
                  <a:lnTo>
                    <a:pt x="178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" name="Gruppieren 27"/>
          <p:cNvGrpSpPr/>
          <p:nvPr/>
        </p:nvGrpSpPr>
        <p:grpSpPr>
          <a:xfrm>
            <a:off x="4708299" y="2812352"/>
            <a:ext cx="497464" cy="323353"/>
            <a:chOff x="4175292" y="4970464"/>
            <a:chExt cx="349250" cy="227013"/>
          </a:xfrm>
        </p:grpSpPr>
        <p:sp>
          <p:nvSpPr>
            <p:cNvPr id="29" name="Freeform 96"/>
            <p:cNvSpPr>
              <a:spLocks/>
            </p:cNvSpPr>
            <p:nvPr/>
          </p:nvSpPr>
          <p:spPr bwMode="auto">
            <a:xfrm>
              <a:off x="4175292" y="4970464"/>
              <a:ext cx="349250" cy="227013"/>
            </a:xfrm>
            <a:custGeom>
              <a:avLst/>
              <a:gdLst>
                <a:gd name="T0" fmla="*/ 1096 w 1096"/>
                <a:gd name="T1" fmla="*/ 644 h 716"/>
                <a:gd name="T2" fmla="*/ 1096 w 1096"/>
                <a:gd name="T3" fmla="*/ 644 h 716"/>
                <a:gd name="T4" fmla="*/ 1096 w 1096"/>
                <a:gd name="T5" fmla="*/ 651 h 716"/>
                <a:gd name="T6" fmla="*/ 1095 w 1096"/>
                <a:gd name="T7" fmla="*/ 658 h 716"/>
                <a:gd name="T8" fmla="*/ 1091 w 1096"/>
                <a:gd name="T9" fmla="*/ 673 h 716"/>
                <a:gd name="T10" fmla="*/ 1084 w 1096"/>
                <a:gd name="T11" fmla="*/ 684 h 716"/>
                <a:gd name="T12" fmla="*/ 1076 w 1096"/>
                <a:gd name="T13" fmla="*/ 695 h 716"/>
                <a:gd name="T14" fmla="*/ 1066 w 1096"/>
                <a:gd name="T15" fmla="*/ 703 h 716"/>
                <a:gd name="T16" fmla="*/ 1053 w 1096"/>
                <a:gd name="T17" fmla="*/ 710 h 716"/>
                <a:gd name="T18" fmla="*/ 1040 w 1096"/>
                <a:gd name="T19" fmla="*/ 714 h 716"/>
                <a:gd name="T20" fmla="*/ 1032 w 1096"/>
                <a:gd name="T21" fmla="*/ 715 h 716"/>
                <a:gd name="T22" fmla="*/ 1025 w 1096"/>
                <a:gd name="T23" fmla="*/ 716 h 716"/>
                <a:gd name="T24" fmla="*/ 72 w 1096"/>
                <a:gd name="T25" fmla="*/ 716 h 716"/>
                <a:gd name="T26" fmla="*/ 72 w 1096"/>
                <a:gd name="T27" fmla="*/ 716 h 716"/>
                <a:gd name="T28" fmla="*/ 64 w 1096"/>
                <a:gd name="T29" fmla="*/ 715 h 716"/>
                <a:gd name="T30" fmla="*/ 57 w 1096"/>
                <a:gd name="T31" fmla="*/ 714 h 716"/>
                <a:gd name="T32" fmla="*/ 44 w 1096"/>
                <a:gd name="T33" fmla="*/ 710 h 716"/>
                <a:gd name="T34" fmla="*/ 32 w 1096"/>
                <a:gd name="T35" fmla="*/ 703 h 716"/>
                <a:gd name="T36" fmla="*/ 22 w 1096"/>
                <a:gd name="T37" fmla="*/ 695 h 716"/>
                <a:gd name="T38" fmla="*/ 12 w 1096"/>
                <a:gd name="T39" fmla="*/ 684 h 716"/>
                <a:gd name="T40" fmla="*/ 6 w 1096"/>
                <a:gd name="T41" fmla="*/ 673 h 716"/>
                <a:gd name="T42" fmla="*/ 2 w 1096"/>
                <a:gd name="T43" fmla="*/ 658 h 716"/>
                <a:gd name="T44" fmla="*/ 0 w 1096"/>
                <a:gd name="T45" fmla="*/ 651 h 716"/>
                <a:gd name="T46" fmla="*/ 0 w 1096"/>
                <a:gd name="T47" fmla="*/ 644 h 716"/>
                <a:gd name="T48" fmla="*/ 0 w 1096"/>
                <a:gd name="T49" fmla="*/ 72 h 716"/>
                <a:gd name="T50" fmla="*/ 0 w 1096"/>
                <a:gd name="T51" fmla="*/ 72 h 716"/>
                <a:gd name="T52" fmla="*/ 0 w 1096"/>
                <a:gd name="T53" fmla="*/ 65 h 716"/>
                <a:gd name="T54" fmla="*/ 2 w 1096"/>
                <a:gd name="T55" fmla="*/ 58 h 716"/>
                <a:gd name="T56" fmla="*/ 6 w 1096"/>
                <a:gd name="T57" fmla="*/ 44 h 716"/>
                <a:gd name="T58" fmla="*/ 12 w 1096"/>
                <a:gd name="T59" fmla="*/ 32 h 716"/>
                <a:gd name="T60" fmla="*/ 22 w 1096"/>
                <a:gd name="T61" fmla="*/ 22 h 716"/>
                <a:gd name="T62" fmla="*/ 32 w 1096"/>
                <a:gd name="T63" fmla="*/ 13 h 716"/>
                <a:gd name="T64" fmla="*/ 44 w 1096"/>
                <a:gd name="T65" fmla="*/ 6 h 716"/>
                <a:gd name="T66" fmla="*/ 57 w 1096"/>
                <a:gd name="T67" fmla="*/ 2 h 716"/>
                <a:gd name="T68" fmla="*/ 64 w 1096"/>
                <a:gd name="T69" fmla="*/ 2 h 716"/>
                <a:gd name="T70" fmla="*/ 72 w 1096"/>
                <a:gd name="T71" fmla="*/ 0 h 716"/>
                <a:gd name="T72" fmla="*/ 1025 w 1096"/>
                <a:gd name="T73" fmla="*/ 0 h 716"/>
                <a:gd name="T74" fmla="*/ 1025 w 1096"/>
                <a:gd name="T75" fmla="*/ 0 h 716"/>
                <a:gd name="T76" fmla="*/ 1032 w 1096"/>
                <a:gd name="T77" fmla="*/ 2 h 716"/>
                <a:gd name="T78" fmla="*/ 1040 w 1096"/>
                <a:gd name="T79" fmla="*/ 2 h 716"/>
                <a:gd name="T80" fmla="*/ 1053 w 1096"/>
                <a:gd name="T81" fmla="*/ 6 h 716"/>
                <a:gd name="T82" fmla="*/ 1066 w 1096"/>
                <a:gd name="T83" fmla="*/ 13 h 716"/>
                <a:gd name="T84" fmla="*/ 1076 w 1096"/>
                <a:gd name="T85" fmla="*/ 22 h 716"/>
                <a:gd name="T86" fmla="*/ 1084 w 1096"/>
                <a:gd name="T87" fmla="*/ 32 h 716"/>
                <a:gd name="T88" fmla="*/ 1091 w 1096"/>
                <a:gd name="T89" fmla="*/ 44 h 716"/>
                <a:gd name="T90" fmla="*/ 1095 w 1096"/>
                <a:gd name="T91" fmla="*/ 58 h 716"/>
                <a:gd name="T92" fmla="*/ 1096 w 1096"/>
                <a:gd name="T93" fmla="*/ 65 h 716"/>
                <a:gd name="T94" fmla="*/ 1096 w 1096"/>
                <a:gd name="T95" fmla="*/ 72 h 716"/>
                <a:gd name="T96" fmla="*/ 1096 w 1096"/>
                <a:gd name="T97" fmla="*/ 644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96" h="716">
                  <a:moveTo>
                    <a:pt x="1096" y="644"/>
                  </a:moveTo>
                  <a:lnTo>
                    <a:pt x="1096" y="644"/>
                  </a:lnTo>
                  <a:lnTo>
                    <a:pt x="1096" y="651"/>
                  </a:lnTo>
                  <a:lnTo>
                    <a:pt x="1095" y="658"/>
                  </a:lnTo>
                  <a:lnTo>
                    <a:pt x="1091" y="673"/>
                  </a:lnTo>
                  <a:lnTo>
                    <a:pt x="1084" y="684"/>
                  </a:lnTo>
                  <a:lnTo>
                    <a:pt x="1076" y="695"/>
                  </a:lnTo>
                  <a:lnTo>
                    <a:pt x="1066" y="703"/>
                  </a:lnTo>
                  <a:lnTo>
                    <a:pt x="1053" y="710"/>
                  </a:lnTo>
                  <a:lnTo>
                    <a:pt x="1040" y="714"/>
                  </a:lnTo>
                  <a:lnTo>
                    <a:pt x="1032" y="715"/>
                  </a:lnTo>
                  <a:lnTo>
                    <a:pt x="1025" y="716"/>
                  </a:lnTo>
                  <a:lnTo>
                    <a:pt x="72" y="716"/>
                  </a:lnTo>
                  <a:lnTo>
                    <a:pt x="72" y="716"/>
                  </a:lnTo>
                  <a:lnTo>
                    <a:pt x="64" y="715"/>
                  </a:lnTo>
                  <a:lnTo>
                    <a:pt x="57" y="714"/>
                  </a:lnTo>
                  <a:lnTo>
                    <a:pt x="44" y="710"/>
                  </a:lnTo>
                  <a:lnTo>
                    <a:pt x="32" y="703"/>
                  </a:lnTo>
                  <a:lnTo>
                    <a:pt x="22" y="695"/>
                  </a:lnTo>
                  <a:lnTo>
                    <a:pt x="12" y="684"/>
                  </a:lnTo>
                  <a:lnTo>
                    <a:pt x="6" y="673"/>
                  </a:lnTo>
                  <a:lnTo>
                    <a:pt x="2" y="658"/>
                  </a:lnTo>
                  <a:lnTo>
                    <a:pt x="0" y="651"/>
                  </a:lnTo>
                  <a:lnTo>
                    <a:pt x="0" y="64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2" y="0"/>
                  </a:lnTo>
                  <a:lnTo>
                    <a:pt x="1025" y="0"/>
                  </a:lnTo>
                  <a:lnTo>
                    <a:pt x="1025" y="0"/>
                  </a:lnTo>
                  <a:lnTo>
                    <a:pt x="1032" y="2"/>
                  </a:lnTo>
                  <a:lnTo>
                    <a:pt x="1040" y="2"/>
                  </a:lnTo>
                  <a:lnTo>
                    <a:pt x="1053" y="6"/>
                  </a:lnTo>
                  <a:lnTo>
                    <a:pt x="1066" y="13"/>
                  </a:lnTo>
                  <a:lnTo>
                    <a:pt x="1076" y="22"/>
                  </a:lnTo>
                  <a:lnTo>
                    <a:pt x="1084" y="32"/>
                  </a:lnTo>
                  <a:lnTo>
                    <a:pt x="1091" y="44"/>
                  </a:lnTo>
                  <a:lnTo>
                    <a:pt x="1095" y="58"/>
                  </a:lnTo>
                  <a:lnTo>
                    <a:pt x="1096" y="65"/>
                  </a:lnTo>
                  <a:lnTo>
                    <a:pt x="1096" y="72"/>
                  </a:lnTo>
                  <a:lnTo>
                    <a:pt x="1096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0" name="Freeform 97"/>
            <p:cNvSpPr>
              <a:spLocks/>
            </p:cNvSpPr>
            <p:nvPr/>
          </p:nvSpPr>
          <p:spPr bwMode="auto">
            <a:xfrm>
              <a:off x="4221330" y="5032377"/>
              <a:ext cx="257175" cy="82550"/>
            </a:xfrm>
            <a:custGeom>
              <a:avLst/>
              <a:gdLst>
                <a:gd name="T0" fmla="*/ 810 w 810"/>
                <a:gd name="T1" fmla="*/ 0 h 262"/>
                <a:gd name="T2" fmla="*/ 405 w 810"/>
                <a:gd name="T3" fmla="*/ 262 h 262"/>
                <a:gd name="T4" fmla="*/ 0 w 810"/>
                <a:gd name="T5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0" h="262">
                  <a:moveTo>
                    <a:pt x="810" y="0"/>
                  </a:moveTo>
                  <a:lnTo>
                    <a:pt x="405" y="26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1" name="Line 98"/>
            <p:cNvSpPr>
              <a:spLocks noChangeShapeType="1"/>
            </p:cNvSpPr>
            <p:nvPr/>
          </p:nvSpPr>
          <p:spPr bwMode="auto">
            <a:xfrm flipV="1">
              <a:off x="4221330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2" name="Line 99"/>
            <p:cNvSpPr>
              <a:spLocks noChangeShapeType="1"/>
            </p:cNvSpPr>
            <p:nvPr/>
          </p:nvSpPr>
          <p:spPr bwMode="auto">
            <a:xfrm flipH="1" flipV="1">
              <a:off x="4426117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3" name="Gruppieren 32"/>
          <p:cNvGrpSpPr/>
          <p:nvPr/>
        </p:nvGrpSpPr>
        <p:grpSpPr>
          <a:xfrm>
            <a:off x="5372793" y="2821309"/>
            <a:ext cx="369213" cy="305441"/>
            <a:chOff x="3511717" y="4970464"/>
            <a:chExt cx="349250" cy="288926"/>
          </a:xfrm>
        </p:grpSpPr>
        <p:sp>
          <p:nvSpPr>
            <p:cNvPr id="34" name="Freeform 100"/>
            <p:cNvSpPr>
              <a:spLocks/>
            </p:cNvSpPr>
            <p:nvPr/>
          </p:nvSpPr>
          <p:spPr bwMode="auto">
            <a:xfrm>
              <a:off x="3511717" y="4970464"/>
              <a:ext cx="319088" cy="212725"/>
            </a:xfrm>
            <a:custGeom>
              <a:avLst/>
              <a:gdLst>
                <a:gd name="T0" fmla="*/ 501 w 1002"/>
                <a:gd name="T1" fmla="*/ 668 h 668"/>
                <a:gd name="T2" fmla="*/ 71 w 1002"/>
                <a:gd name="T3" fmla="*/ 668 h 668"/>
                <a:gd name="T4" fmla="*/ 71 w 1002"/>
                <a:gd name="T5" fmla="*/ 668 h 668"/>
                <a:gd name="T6" fmla="*/ 64 w 1002"/>
                <a:gd name="T7" fmla="*/ 668 h 668"/>
                <a:gd name="T8" fmla="*/ 57 w 1002"/>
                <a:gd name="T9" fmla="*/ 667 h 668"/>
                <a:gd name="T10" fmla="*/ 44 w 1002"/>
                <a:gd name="T11" fmla="*/ 663 h 668"/>
                <a:gd name="T12" fmla="*/ 32 w 1002"/>
                <a:gd name="T13" fmla="*/ 656 h 668"/>
                <a:gd name="T14" fmla="*/ 22 w 1002"/>
                <a:gd name="T15" fmla="*/ 648 h 668"/>
                <a:gd name="T16" fmla="*/ 12 w 1002"/>
                <a:gd name="T17" fmla="*/ 637 h 668"/>
                <a:gd name="T18" fmla="*/ 6 w 1002"/>
                <a:gd name="T19" fmla="*/ 624 h 668"/>
                <a:gd name="T20" fmla="*/ 2 w 1002"/>
                <a:gd name="T21" fmla="*/ 611 h 668"/>
                <a:gd name="T22" fmla="*/ 0 w 1002"/>
                <a:gd name="T23" fmla="*/ 604 h 668"/>
                <a:gd name="T24" fmla="*/ 0 w 1002"/>
                <a:gd name="T25" fmla="*/ 597 h 668"/>
                <a:gd name="T26" fmla="*/ 0 w 1002"/>
                <a:gd name="T27" fmla="*/ 72 h 668"/>
                <a:gd name="T28" fmla="*/ 0 w 1002"/>
                <a:gd name="T29" fmla="*/ 72 h 668"/>
                <a:gd name="T30" fmla="*/ 0 w 1002"/>
                <a:gd name="T31" fmla="*/ 65 h 668"/>
                <a:gd name="T32" fmla="*/ 2 w 1002"/>
                <a:gd name="T33" fmla="*/ 58 h 668"/>
                <a:gd name="T34" fmla="*/ 6 w 1002"/>
                <a:gd name="T35" fmla="*/ 44 h 668"/>
                <a:gd name="T36" fmla="*/ 12 w 1002"/>
                <a:gd name="T37" fmla="*/ 32 h 668"/>
                <a:gd name="T38" fmla="*/ 22 w 1002"/>
                <a:gd name="T39" fmla="*/ 22 h 668"/>
                <a:gd name="T40" fmla="*/ 32 w 1002"/>
                <a:gd name="T41" fmla="*/ 13 h 668"/>
                <a:gd name="T42" fmla="*/ 44 w 1002"/>
                <a:gd name="T43" fmla="*/ 6 h 668"/>
                <a:gd name="T44" fmla="*/ 57 w 1002"/>
                <a:gd name="T45" fmla="*/ 2 h 668"/>
                <a:gd name="T46" fmla="*/ 64 w 1002"/>
                <a:gd name="T47" fmla="*/ 2 h 668"/>
                <a:gd name="T48" fmla="*/ 71 w 1002"/>
                <a:gd name="T49" fmla="*/ 0 h 668"/>
                <a:gd name="T50" fmla="*/ 930 w 1002"/>
                <a:gd name="T51" fmla="*/ 0 h 668"/>
                <a:gd name="T52" fmla="*/ 930 w 1002"/>
                <a:gd name="T53" fmla="*/ 0 h 668"/>
                <a:gd name="T54" fmla="*/ 937 w 1002"/>
                <a:gd name="T55" fmla="*/ 2 h 668"/>
                <a:gd name="T56" fmla="*/ 944 w 1002"/>
                <a:gd name="T57" fmla="*/ 2 h 668"/>
                <a:gd name="T58" fmla="*/ 958 w 1002"/>
                <a:gd name="T59" fmla="*/ 6 h 668"/>
                <a:gd name="T60" fmla="*/ 970 w 1002"/>
                <a:gd name="T61" fmla="*/ 13 h 668"/>
                <a:gd name="T62" fmla="*/ 980 w 1002"/>
                <a:gd name="T63" fmla="*/ 22 h 668"/>
                <a:gd name="T64" fmla="*/ 989 w 1002"/>
                <a:gd name="T65" fmla="*/ 32 h 668"/>
                <a:gd name="T66" fmla="*/ 996 w 1002"/>
                <a:gd name="T67" fmla="*/ 44 h 668"/>
                <a:gd name="T68" fmla="*/ 999 w 1002"/>
                <a:gd name="T69" fmla="*/ 58 h 668"/>
                <a:gd name="T70" fmla="*/ 1001 w 1002"/>
                <a:gd name="T71" fmla="*/ 65 h 668"/>
                <a:gd name="T72" fmla="*/ 1002 w 1002"/>
                <a:gd name="T73" fmla="*/ 72 h 668"/>
                <a:gd name="T74" fmla="*/ 1002 w 1002"/>
                <a:gd name="T75" fmla="*/ 28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2" h="668">
                  <a:moveTo>
                    <a:pt x="501" y="668"/>
                  </a:moveTo>
                  <a:lnTo>
                    <a:pt x="71" y="668"/>
                  </a:lnTo>
                  <a:lnTo>
                    <a:pt x="71" y="668"/>
                  </a:lnTo>
                  <a:lnTo>
                    <a:pt x="64" y="668"/>
                  </a:lnTo>
                  <a:lnTo>
                    <a:pt x="57" y="667"/>
                  </a:lnTo>
                  <a:lnTo>
                    <a:pt x="44" y="663"/>
                  </a:lnTo>
                  <a:lnTo>
                    <a:pt x="32" y="656"/>
                  </a:lnTo>
                  <a:lnTo>
                    <a:pt x="22" y="648"/>
                  </a:lnTo>
                  <a:lnTo>
                    <a:pt x="12" y="637"/>
                  </a:lnTo>
                  <a:lnTo>
                    <a:pt x="6" y="624"/>
                  </a:lnTo>
                  <a:lnTo>
                    <a:pt x="2" y="611"/>
                  </a:lnTo>
                  <a:lnTo>
                    <a:pt x="0" y="604"/>
                  </a:lnTo>
                  <a:lnTo>
                    <a:pt x="0" y="597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1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7" y="2"/>
                  </a:lnTo>
                  <a:lnTo>
                    <a:pt x="944" y="2"/>
                  </a:lnTo>
                  <a:lnTo>
                    <a:pt x="958" y="6"/>
                  </a:lnTo>
                  <a:lnTo>
                    <a:pt x="970" y="13"/>
                  </a:lnTo>
                  <a:lnTo>
                    <a:pt x="980" y="22"/>
                  </a:lnTo>
                  <a:lnTo>
                    <a:pt x="989" y="32"/>
                  </a:lnTo>
                  <a:lnTo>
                    <a:pt x="996" y="44"/>
                  </a:lnTo>
                  <a:lnTo>
                    <a:pt x="999" y="58"/>
                  </a:lnTo>
                  <a:lnTo>
                    <a:pt x="1001" y="65"/>
                  </a:lnTo>
                  <a:lnTo>
                    <a:pt x="1002" y="72"/>
                  </a:lnTo>
                  <a:lnTo>
                    <a:pt x="1002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5" name="Freeform 101"/>
            <p:cNvSpPr>
              <a:spLocks/>
            </p:cNvSpPr>
            <p:nvPr/>
          </p:nvSpPr>
          <p:spPr bwMode="auto">
            <a:xfrm>
              <a:off x="3519655" y="4978402"/>
              <a:ext cx="303213" cy="120650"/>
            </a:xfrm>
            <a:custGeom>
              <a:avLst/>
              <a:gdLst>
                <a:gd name="T0" fmla="*/ 953 w 953"/>
                <a:gd name="T1" fmla="*/ 0 h 382"/>
                <a:gd name="T2" fmla="*/ 477 w 953"/>
                <a:gd name="T3" fmla="*/ 382 h 382"/>
                <a:gd name="T4" fmla="*/ 0 w 953"/>
                <a:gd name="T5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3" h="382">
                  <a:moveTo>
                    <a:pt x="953" y="0"/>
                  </a:moveTo>
                  <a:lnTo>
                    <a:pt x="477" y="38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6" name="Rectangle 102"/>
            <p:cNvSpPr>
              <a:spLocks noChangeArrowheads="1"/>
            </p:cNvSpPr>
            <p:nvPr/>
          </p:nvSpPr>
          <p:spPr bwMode="auto">
            <a:xfrm>
              <a:off x="3724442" y="5153027"/>
              <a:ext cx="136525" cy="106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 flipV="1">
              <a:off x="3792705" y="5205414"/>
              <a:ext cx="0" cy="22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8" name="Freeform 104"/>
            <p:cNvSpPr>
              <a:spLocks/>
            </p:cNvSpPr>
            <p:nvPr/>
          </p:nvSpPr>
          <p:spPr bwMode="auto">
            <a:xfrm>
              <a:off x="3776830" y="5175252"/>
              <a:ext cx="30163" cy="30163"/>
            </a:xfrm>
            <a:custGeom>
              <a:avLst/>
              <a:gdLst>
                <a:gd name="T0" fmla="*/ 48 w 96"/>
                <a:gd name="T1" fmla="*/ 0 h 96"/>
                <a:gd name="T2" fmla="*/ 48 w 96"/>
                <a:gd name="T3" fmla="*/ 0 h 96"/>
                <a:gd name="T4" fmla="*/ 39 w 96"/>
                <a:gd name="T5" fmla="*/ 1 h 96"/>
                <a:gd name="T6" fmla="*/ 30 w 96"/>
                <a:gd name="T7" fmla="*/ 4 h 96"/>
                <a:gd name="T8" fmla="*/ 21 w 96"/>
                <a:gd name="T9" fmla="*/ 9 h 96"/>
                <a:gd name="T10" fmla="*/ 14 w 96"/>
                <a:gd name="T11" fmla="*/ 14 h 96"/>
                <a:gd name="T12" fmla="*/ 8 w 96"/>
                <a:gd name="T13" fmla="*/ 22 h 96"/>
                <a:gd name="T14" fmla="*/ 4 w 96"/>
                <a:gd name="T15" fmla="*/ 30 h 96"/>
                <a:gd name="T16" fmla="*/ 1 w 96"/>
                <a:gd name="T17" fmla="*/ 38 h 96"/>
                <a:gd name="T18" fmla="*/ 0 w 96"/>
                <a:gd name="T19" fmla="*/ 48 h 96"/>
                <a:gd name="T20" fmla="*/ 0 w 96"/>
                <a:gd name="T21" fmla="*/ 48 h 96"/>
                <a:gd name="T22" fmla="*/ 1 w 96"/>
                <a:gd name="T23" fmla="*/ 58 h 96"/>
                <a:gd name="T24" fmla="*/ 4 w 96"/>
                <a:gd name="T25" fmla="*/ 66 h 96"/>
                <a:gd name="T26" fmla="*/ 8 w 96"/>
                <a:gd name="T27" fmla="*/ 75 h 96"/>
                <a:gd name="T28" fmla="*/ 14 w 96"/>
                <a:gd name="T29" fmla="*/ 82 h 96"/>
                <a:gd name="T30" fmla="*/ 21 w 96"/>
                <a:gd name="T31" fmla="*/ 88 h 96"/>
                <a:gd name="T32" fmla="*/ 30 w 96"/>
                <a:gd name="T33" fmla="*/ 92 h 96"/>
                <a:gd name="T34" fmla="*/ 39 w 96"/>
                <a:gd name="T35" fmla="*/ 95 h 96"/>
                <a:gd name="T36" fmla="*/ 48 w 96"/>
                <a:gd name="T37" fmla="*/ 96 h 96"/>
                <a:gd name="T38" fmla="*/ 48 w 96"/>
                <a:gd name="T39" fmla="*/ 96 h 96"/>
                <a:gd name="T40" fmla="*/ 58 w 96"/>
                <a:gd name="T41" fmla="*/ 95 h 96"/>
                <a:gd name="T42" fmla="*/ 66 w 96"/>
                <a:gd name="T43" fmla="*/ 92 h 96"/>
                <a:gd name="T44" fmla="*/ 74 w 96"/>
                <a:gd name="T45" fmla="*/ 88 h 96"/>
                <a:gd name="T46" fmla="*/ 82 w 96"/>
                <a:gd name="T47" fmla="*/ 82 h 96"/>
                <a:gd name="T48" fmla="*/ 87 w 96"/>
                <a:gd name="T49" fmla="*/ 75 h 96"/>
                <a:gd name="T50" fmla="*/ 92 w 96"/>
                <a:gd name="T51" fmla="*/ 66 h 96"/>
                <a:gd name="T52" fmla="*/ 94 w 96"/>
                <a:gd name="T53" fmla="*/ 58 h 96"/>
                <a:gd name="T54" fmla="*/ 96 w 96"/>
                <a:gd name="T55" fmla="*/ 48 h 96"/>
                <a:gd name="T56" fmla="*/ 96 w 96"/>
                <a:gd name="T57" fmla="*/ 48 h 96"/>
                <a:gd name="T58" fmla="*/ 94 w 96"/>
                <a:gd name="T59" fmla="*/ 38 h 96"/>
                <a:gd name="T60" fmla="*/ 92 w 96"/>
                <a:gd name="T61" fmla="*/ 30 h 96"/>
                <a:gd name="T62" fmla="*/ 87 w 96"/>
                <a:gd name="T63" fmla="*/ 22 h 96"/>
                <a:gd name="T64" fmla="*/ 82 w 96"/>
                <a:gd name="T65" fmla="*/ 14 h 96"/>
                <a:gd name="T66" fmla="*/ 74 w 96"/>
                <a:gd name="T67" fmla="*/ 9 h 96"/>
                <a:gd name="T68" fmla="*/ 66 w 96"/>
                <a:gd name="T69" fmla="*/ 4 h 96"/>
                <a:gd name="T70" fmla="*/ 58 w 96"/>
                <a:gd name="T71" fmla="*/ 1 h 96"/>
                <a:gd name="T72" fmla="*/ 48 w 96"/>
                <a:gd name="T73" fmla="*/ 0 h 96"/>
                <a:gd name="T74" fmla="*/ 48 w 96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96">
                  <a:moveTo>
                    <a:pt x="48" y="0"/>
                  </a:moveTo>
                  <a:lnTo>
                    <a:pt x="48" y="0"/>
                  </a:lnTo>
                  <a:lnTo>
                    <a:pt x="39" y="1"/>
                  </a:lnTo>
                  <a:lnTo>
                    <a:pt x="30" y="4"/>
                  </a:lnTo>
                  <a:lnTo>
                    <a:pt x="21" y="9"/>
                  </a:lnTo>
                  <a:lnTo>
                    <a:pt x="14" y="14"/>
                  </a:lnTo>
                  <a:lnTo>
                    <a:pt x="8" y="22"/>
                  </a:lnTo>
                  <a:lnTo>
                    <a:pt x="4" y="30"/>
                  </a:lnTo>
                  <a:lnTo>
                    <a:pt x="1" y="3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4" y="66"/>
                  </a:lnTo>
                  <a:lnTo>
                    <a:pt x="8" y="75"/>
                  </a:lnTo>
                  <a:lnTo>
                    <a:pt x="14" y="82"/>
                  </a:lnTo>
                  <a:lnTo>
                    <a:pt x="21" y="88"/>
                  </a:lnTo>
                  <a:lnTo>
                    <a:pt x="30" y="92"/>
                  </a:lnTo>
                  <a:lnTo>
                    <a:pt x="39" y="95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8" y="95"/>
                  </a:lnTo>
                  <a:lnTo>
                    <a:pt x="66" y="92"/>
                  </a:lnTo>
                  <a:lnTo>
                    <a:pt x="74" y="88"/>
                  </a:lnTo>
                  <a:lnTo>
                    <a:pt x="82" y="82"/>
                  </a:lnTo>
                  <a:lnTo>
                    <a:pt x="87" y="75"/>
                  </a:lnTo>
                  <a:lnTo>
                    <a:pt x="92" y="66"/>
                  </a:lnTo>
                  <a:lnTo>
                    <a:pt x="94" y="5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4" y="38"/>
                  </a:lnTo>
                  <a:lnTo>
                    <a:pt x="92" y="30"/>
                  </a:lnTo>
                  <a:lnTo>
                    <a:pt x="87" y="22"/>
                  </a:lnTo>
                  <a:lnTo>
                    <a:pt x="82" y="14"/>
                  </a:lnTo>
                  <a:lnTo>
                    <a:pt x="74" y="9"/>
                  </a:lnTo>
                  <a:lnTo>
                    <a:pt x="66" y="4"/>
                  </a:lnTo>
                  <a:lnTo>
                    <a:pt x="58" y="1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9" name="Freeform 105"/>
            <p:cNvSpPr>
              <a:spLocks/>
            </p:cNvSpPr>
            <p:nvPr/>
          </p:nvSpPr>
          <p:spPr bwMode="auto">
            <a:xfrm>
              <a:off x="3746667" y="5092702"/>
              <a:ext cx="90488" cy="60325"/>
            </a:xfrm>
            <a:custGeom>
              <a:avLst/>
              <a:gdLst>
                <a:gd name="T0" fmla="*/ 0 w 285"/>
                <a:gd name="T1" fmla="*/ 191 h 191"/>
                <a:gd name="T2" fmla="*/ 0 w 285"/>
                <a:gd name="T3" fmla="*/ 143 h 191"/>
                <a:gd name="T4" fmla="*/ 0 w 285"/>
                <a:gd name="T5" fmla="*/ 143 h 191"/>
                <a:gd name="T6" fmla="*/ 0 w 285"/>
                <a:gd name="T7" fmla="*/ 129 h 191"/>
                <a:gd name="T8" fmla="*/ 2 w 285"/>
                <a:gd name="T9" fmla="*/ 115 h 191"/>
                <a:gd name="T10" fmla="*/ 5 w 285"/>
                <a:gd name="T11" fmla="*/ 100 h 191"/>
                <a:gd name="T12" fmla="*/ 10 w 285"/>
                <a:gd name="T13" fmla="*/ 87 h 191"/>
                <a:gd name="T14" fmla="*/ 16 w 285"/>
                <a:gd name="T15" fmla="*/ 74 h 191"/>
                <a:gd name="T16" fmla="*/ 23 w 285"/>
                <a:gd name="T17" fmla="*/ 63 h 191"/>
                <a:gd name="T18" fmla="*/ 31 w 285"/>
                <a:gd name="T19" fmla="*/ 52 h 191"/>
                <a:gd name="T20" fmla="*/ 41 w 285"/>
                <a:gd name="T21" fmla="*/ 43 h 191"/>
                <a:gd name="T22" fmla="*/ 52 w 285"/>
                <a:gd name="T23" fmla="*/ 33 h 191"/>
                <a:gd name="T24" fmla="*/ 62 w 285"/>
                <a:gd name="T25" fmla="*/ 25 h 191"/>
                <a:gd name="T26" fmla="*/ 74 w 285"/>
                <a:gd name="T27" fmla="*/ 18 h 191"/>
                <a:gd name="T28" fmla="*/ 87 w 285"/>
                <a:gd name="T29" fmla="*/ 12 h 191"/>
                <a:gd name="T30" fmla="*/ 100 w 285"/>
                <a:gd name="T31" fmla="*/ 7 h 191"/>
                <a:gd name="T32" fmla="*/ 113 w 285"/>
                <a:gd name="T33" fmla="*/ 4 h 191"/>
                <a:gd name="T34" fmla="*/ 127 w 285"/>
                <a:gd name="T35" fmla="*/ 1 h 191"/>
                <a:gd name="T36" fmla="*/ 142 w 285"/>
                <a:gd name="T37" fmla="*/ 0 h 191"/>
                <a:gd name="T38" fmla="*/ 142 w 285"/>
                <a:gd name="T39" fmla="*/ 0 h 191"/>
                <a:gd name="T40" fmla="*/ 157 w 285"/>
                <a:gd name="T41" fmla="*/ 1 h 191"/>
                <a:gd name="T42" fmla="*/ 171 w 285"/>
                <a:gd name="T43" fmla="*/ 4 h 191"/>
                <a:gd name="T44" fmla="*/ 185 w 285"/>
                <a:gd name="T45" fmla="*/ 7 h 191"/>
                <a:gd name="T46" fmla="*/ 198 w 285"/>
                <a:gd name="T47" fmla="*/ 12 h 191"/>
                <a:gd name="T48" fmla="*/ 210 w 285"/>
                <a:gd name="T49" fmla="*/ 18 h 191"/>
                <a:gd name="T50" fmla="*/ 222 w 285"/>
                <a:gd name="T51" fmla="*/ 25 h 191"/>
                <a:gd name="T52" fmla="*/ 233 w 285"/>
                <a:gd name="T53" fmla="*/ 33 h 191"/>
                <a:gd name="T54" fmla="*/ 243 w 285"/>
                <a:gd name="T55" fmla="*/ 43 h 191"/>
                <a:gd name="T56" fmla="*/ 252 w 285"/>
                <a:gd name="T57" fmla="*/ 52 h 191"/>
                <a:gd name="T58" fmla="*/ 261 w 285"/>
                <a:gd name="T59" fmla="*/ 63 h 191"/>
                <a:gd name="T60" fmla="*/ 268 w 285"/>
                <a:gd name="T61" fmla="*/ 74 h 191"/>
                <a:gd name="T62" fmla="*/ 274 w 285"/>
                <a:gd name="T63" fmla="*/ 87 h 191"/>
                <a:gd name="T64" fmla="*/ 278 w 285"/>
                <a:gd name="T65" fmla="*/ 100 h 191"/>
                <a:gd name="T66" fmla="*/ 282 w 285"/>
                <a:gd name="T67" fmla="*/ 115 h 191"/>
                <a:gd name="T68" fmla="*/ 284 w 285"/>
                <a:gd name="T69" fmla="*/ 129 h 191"/>
                <a:gd name="T70" fmla="*/ 285 w 285"/>
                <a:gd name="T71" fmla="*/ 143 h 191"/>
                <a:gd name="T72" fmla="*/ 285 w 285"/>
                <a:gd name="T7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5" h="191">
                  <a:moveTo>
                    <a:pt x="0" y="191"/>
                  </a:moveTo>
                  <a:lnTo>
                    <a:pt x="0" y="143"/>
                  </a:lnTo>
                  <a:lnTo>
                    <a:pt x="0" y="143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5" y="100"/>
                  </a:lnTo>
                  <a:lnTo>
                    <a:pt x="10" y="87"/>
                  </a:lnTo>
                  <a:lnTo>
                    <a:pt x="16" y="74"/>
                  </a:lnTo>
                  <a:lnTo>
                    <a:pt x="23" y="63"/>
                  </a:lnTo>
                  <a:lnTo>
                    <a:pt x="31" y="52"/>
                  </a:lnTo>
                  <a:lnTo>
                    <a:pt x="41" y="43"/>
                  </a:lnTo>
                  <a:lnTo>
                    <a:pt x="52" y="33"/>
                  </a:lnTo>
                  <a:lnTo>
                    <a:pt x="62" y="25"/>
                  </a:lnTo>
                  <a:lnTo>
                    <a:pt x="74" y="18"/>
                  </a:lnTo>
                  <a:lnTo>
                    <a:pt x="87" y="12"/>
                  </a:lnTo>
                  <a:lnTo>
                    <a:pt x="100" y="7"/>
                  </a:lnTo>
                  <a:lnTo>
                    <a:pt x="113" y="4"/>
                  </a:lnTo>
                  <a:lnTo>
                    <a:pt x="127" y="1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7" y="1"/>
                  </a:lnTo>
                  <a:lnTo>
                    <a:pt x="171" y="4"/>
                  </a:lnTo>
                  <a:lnTo>
                    <a:pt x="185" y="7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5"/>
                  </a:lnTo>
                  <a:lnTo>
                    <a:pt x="233" y="33"/>
                  </a:lnTo>
                  <a:lnTo>
                    <a:pt x="243" y="43"/>
                  </a:lnTo>
                  <a:lnTo>
                    <a:pt x="252" y="52"/>
                  </a:lnTo>
                  <a:lnTo>
                    <a:pt x="261" y="63"/>
                  </a:lnTo>
                  <a:lnTo>
                    <a:pt x="268" y="74"/>
                  </a:lnTo>
                  <a:lnTo>
                    <a:pt x="274" y="87"/>
                  </a:lnTo>
                  <a:lnTo>
                    <a:pt x="278" y="100"/>
                  </a:lnTo>
                  <a:lnTo>
                    <a:pt x="282" y="115"/>
                  </a:lnTo>
                  <a:lnTo>
                    <a:pt x="284" y="129"/>
                  </a:lnTo>
                  <a:lnTo>
                    <a:pt x="285" y="143"/>
                  </a:lnTo>
                  <a:lnTo>
                    <a:pt x="285" y="1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0" name="Gruppieren 39"/>
          <p:cNvGrpSpPr/>
          <p:nvPr/>
        </p:nvGrpSpPr>
        <p:grpSpPr>
          <a:xfrm>
            <a:off x="4215832" y="2826103"/>
            <a:ext cx="325436" cy="295852"/>
            <a:chOff x="2543342" y="3363914"/>
            <a:chExt cx="349250" cy="317501"/>
          </a:xfrm>
        </p:grpSpPr>
        <p:sp>
          <p:nvSpPr>
            <p:cNvPr id="41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>
            <a:off x="3724845" y="2811311"/>
            <a:ext cx="323958" cy="325436"/>
            <a:chOff x="4205455" y="3332164"/>
            <a:chExt cx="347663" cy="349250"/>
          </a:xfrm>
        </p:grpSpPr>
        <p:sp>
          <p:nvSpPr>
            <p:cNvPr id="45" name="Freeform 109"/>
            <p:cNvSpPr>
              <a:spLocks/>
            </p:cNvSpPr>
            <p:nvPr/>
          </p:nvSpPr>
          <p:spPr bwMode="auto">
            <a:xfrm>
              <a:off x="4205455" y="3332164"/>
              <a:ext cx="347663" cy="349250"/>
            </a:xfrm>
            <a:custGeom>
              <a:avLst/>
              <a:gdLst>
                <a:gd name="T0" fmla="*/ 1095 w 1096"/>
                <a:gd name="T1" fmla="*/ 577 h 1097"/>
                <a:gd name="T2" fmla="*/ 1084 w 1096"/>
                <a:gd name="T3" fmla="*/ 660 h 1097"/>
                <a:gd name="T4" fmla="*/ 1063 w 1096"/>
                <a:gd name="T5" fmla="*/ 738 h 1097"/>
                <a:gd name="T6" fmla="*/ 1030 w 1096"/>
                <a:gd name="T7" fmla="*/ 810 h 1097"/>
                <a:gd name="T8" fmla="*/ 987 w 1096"/>
                <a:gd name="T9" fmla="*/ 877 h 1097"/>
                <a:gd name="T10" fmla="*/ 936 w 1096"/>
                <a:gd name="T11" fmla="*/ 936 h 1097"/>
                <a:gd name="T12" fmla="*/ 875 w 1096"/>
                <a:gd name="T13" fmla="*/ 988 h 1097"/>
                <a:gd name="T14" fmla="*/ 809 w 1096"/>
                <a:gd name="T15" fmla="*/ 1031 h 1097"/>
                <a:gd name="T16" fmla="*/ 736 w 1096"/>
                <a:gd name="T17" fmla="*/ 1064 h 1097"/>
                <a:gd name="T18" fmla="*/ 658 w 1096"/>
                <a:gd name="T19" fmla="*/ 1086 h 1097"/>
                <a:gd name="T20" fmla="*/ 577 w 1096"/>
                <a:gd name="T21" fmla="*/ 1097 h 1097"/>
                <a:gd name="T22" fmla="*/ 520 w 1096"/>
                <a:gd name="T23" fmla="*/ 1097 h 1097"/>
                <a:gd name="T24" fmla="*/ 437 w 1096"/>
                <a:gd name="T25" fmla="*/ 1086 h 1097"/>
                <a:gd name="T26" fmla="*/ 359 w 1096"/>
                <a:gd name="T27" fmla="*/ 1064 h 1097"/>
                <a:gd name="T28" fmla="*/ 286 w 1096"/>
                <a:gd name="T29" fmla="*/ 1031 h 1097"/>
                <a:gd name="T30" fmla="*/ 220 w 1096"/>
                <a:gd name="T31" fmla="*/ 988 h 1097"/>
                <a:gd name="T32" fmla="*/ 160 w 1096"/>
                <a:gd name="T33" fmla="*/ 936 h 1097"/>
                <a:gd name="T34" fmla="*/ 109 w 1096"/>
                <a:gd name="T35" fmla="*/ 877 h 1097"/>
                <a:gd name="T36" fmla="*/ 66 w 1096"/>
                <a:gd name="T37" fmla="*/ 810 h 1097"/>
                <a:gd name="T38" fmla="*/ 33 w 1096"/>
                <a:gd name="T39" fmla="*/ 738 h 1097"/>
                <a:gd name="T40" fmla="*/ 11 w 1096"/>
                <a:gd name="T41" fmla="*/ 660 h 1097"/>
                <a:gd name="T42" fmla="*/ 0 w 1096"/>
                <a:gd name="T43" fmla="*/ 577 h 1097"/>
                <a:gd name="T44" fmla="*/ 0 w 1096"/>
                <a:gd name="T45" fmla="*/ 520 h 1097"/>
                <a:gd name="T46" fmla="*/ 11 w 1096"/>
                <a:gd name="T47" fmla="*/ 438 h 1097"/>
                <a:gd name="T48" fmla="*/ 33 w 1096"/>
                <a:gd name="T49" fmla="*/ 360 h 1097"/>
                <a:gd name="T50" fmla="*/ 66 w 1096"/>
                <a:gd name="T51" fmla="*/ 287 h 1097"/>
                <a:gd name="T52" fmla="*/ 109 w 1096"/>
                <a:gd name="T53" fmla="*/ 220 h 1097"/>
                <a:gd name="T54" fmla="*/ 160 w 1096"/>
                <a:gd name="T55" fmla="*/ 161 h 1097"/>
                <a:gd name="T56" fmla="*/ 220 w 1096"/>
                <a:gd name="T57" fmla="*/ 109 h 1097"/>
                <a:gd name="T58" fmla="*/ 286 w 1096"/>
                <a:gd name="T59" fmla="*/ 67 h 1097"/>
                <a:gd name="T60" fmla="*/ 359 w 1096"/>
                <a:gd name="T61" fmla="*/ 33 h 1097"/>
                <a:gd name="T62" fmla="*/ 437 w 1096"/>
                <a:gd name="T63" fmla="*/ 11 h 1097"/>
                <a:gd name="T64" fmla="*/ 520 w 1096"/>
                <a:gd name="T65" fmla="*/ 0 h 1097"/>
                <a:gd name="T66" fmla="*/ 577 w 1096"/>
                <a:gd name="T67" fmla="*/ 0 h 1097"/>
                <a:gd name="T68" fmla="*/ 658 w 1096"/>
                <a:gd name="T69" fmla="*/ 11 h 1097"/>
                <a:gd name="T70" fmla="*/ 736 w 1096"/>
                <a:gd name="T71" fmla="*/ 33 h 1097"/>
                <a:gd name="T72" fmla="*/ 809 w 1096"/>
                <a:gd name="T73" fmla="*/ 67 h 1097"/>
                <a:gd name="T74" fmla="*/ 875 w 1096"/>
                <a:gd name="T75" fmla="*/ 109 h 1097"/>
                <a:gd name="T76" fmla="*/ 936 w 1096"/>
                <a:gd name="T77" fmla="*/ 161 h 1097"/>
                <a:gd name="T78" fmla="*/ 987 w 1096"/>
                <a:gd name="T79" fmla="*/ 220 h 1097"/>
                <a:gd name="T80" fmla="*/ 1030 w 1096"/>
                <a:gd name="T81" fmla="*/ 287 h 1097"/>
                <a:gd name="T82" fmla="*/ 1063 w 1096"/>
                <a:gd name="T83" fmla="*/ 360 h 1097"/>
                <a:gd name="T84" fmla="*/ 1084 w 1096"/>
                <a:gd name="T85" fmla="*/ 438 h 1097"/>
                <a:gd name="T86" fmla="*/ 1095 w 1096"/>
                <a:gd name="T87" fmla="*/ 52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96" h="1097">
                  <a:moveTo>
                    <a:pt x="1096" y="549"/>
                  </a:moveTo>
                  <a:lnTo>
                    <a:pt x="1096" y="549"/>
                  </a:lnTo>
                  <a:lnTo>
                    <a:pt x="1095" y="577"/>
                  </a:lnTo>
                  <a:lnTo>
                    <a:pt x="1093" y="604"/>
                  </a:lnTo>
                  <a:lnTo>
                    <a:pt x="1090" y="633"/>
                  </a:lnTo>
                  <a:lnTo>
                    <a:pt x="1084" y="660"/>
                  </a:lnTo>
                  <a:lnTo>
                    <a:pt x="1078" y="686"/>
                  </a:lnTo>
                  <a:lnTo>
                    <a:pt x="1071" y="712"/>
                  </a:lnTo>
                  <a:lnTo>
                    <a:pt x="1063" y="738"/>
                  </a:lnTo>
                  <a:lnTo>
                    <a:pt x="1052" y="763"/>
                  </a:lnTo>
                  <a:lnTo>
                    <a:pt x="1042" y="786"/>
                  </a:lnTo>
                  <a:lnTo>
                    <a:pt x="1030" y="810"/>
                  </a:lnTo>
                  <a:lnTo>
                    <a:pt x="1017" y="833"/>
                  </a:lnTo>
                  <a:lnTo>
                    <a:pt x="1003" y="856"/>
                  </a:lnTo>
                  <a:lnTo>
                    <a:pt x="987" y="877"/>
                  </a:lnTo>
                  <a:lnTo>
                    <a:pt x="971" y="897"/>
                  </a:lnTo>
                  <a:lnTo>
                    <a:pt x="953" y="917"/>
                  </a:lnTo>
                  <a:lnTo>
                    <a:pt x="936" y="936"/>
                  </a:lnTo>
                  <a:lnTo>
                    <a:pt x="917" y="955"/>
                  </a:lnTo>
                  <a:lnTo>
                    <a:pt x="897" y="972"/>
                  </a:lnTo>
                  <a:lnTo>
                    <a:pt x="875" y="988"/>
                  </a:lnTo>
                  <a:lnTo>
                    <a:pt x="854" y="1004"/>
                  </a:lnTo>
                  <a:lnTo>
                    <a:pt x="832" y="1018"/>
                  </a:lnTo>
                  <a:lnTo>
                    <a:pt x="809" y="1031"/>
                  </a:lnTo>
                  <a:lnTo>
                    <a:pt x="786" y="1043"/>
                  </a:lnTo>
                  <a:lnTo>
                    <a:pt x="761" y="1054"/>
                  </a:lnTo>
                  <a:lnTo>
                    <a:pt x="736" y="1064"/>
                  </a:lnTo>
                  <a:lnTo>
                    <a:pt x="711" y="1072"/>
                  </a:lnTo>
                  <a:lnTo>
                    <a:pt x="685" y="1080"/>
                  </a:lnTo>
                  <a:lnTo>
                    <a:pt x="658" y="1086"/>
                  </a:lnTo>
                  <a:lnTo>
                    <a:pt x="631" y="1091"/>
                  </a:lnTo>
                  <a:lnTo>
                    <a:pt x="604" y="1095"/>
                  </a:lnTo>
                  <a:lnTo>
                    <a:pt x="577" y="1097"/>
                  </a:lnTo>
                  <a:lnTo>
                    <a:pt x="548" y="1097"/>
                  </a:lnTo>
                  <a:lnTo>
                    <a:pt x="548" y="1097"/>
                  </a:lnTo>
                  <a:lnTo>
                    <a:pt x="520" y="1097"/>
                  </a:lnTo>
                  <a:lnTo>
                    <a:pt x="492" y="1095"/>
                  </a:lnTo>
                  <a:lnTo>
                    <a:pt x="464" y="1091"/>
                  </a:lnTo>
                  <a:lnTo>
                    <a:pt x="437" y="1086"/>
                  </a:lnTo>
                  <a:lnTo>
                    <a:pt x="411" y="1080"/>
                  </a:lnTo>
                  <a:lnTo>
                    <a:pt x="385" y="1072"/>
                  </a:lnTo>
                  <a:lnTo>
                    <a:pt x="359" y="1064"/>
                  </a:lnTo>
                  <a:lnTo>
                    <a:pt x="335" y="1054"/>
                  </a:lnTo>
                  <a:lnTo>
                    <a:pt x="310" y="1043"/>
                  </a:lnTo>
                  <a:lnTo>
                    <a:pt x="286" y="1031"/>
                  </a:lnTo>
                  <a:lnTo>
                    <a:pt x="264" y="1018"/>
                  </a:lnTo>
                  <a:lnTo>
                    <a:pt x="241" y="1004"/>
                  </a:lnTo>
                  <a:lnTo>
                    <a:pt x="220" y="988"/>
                  </a:lnTo>
                  <a:lnTo>
                    <a:pt x="199" y="972"/>
                  </a:lnTo>
                  <a:lnTo>
                    <a:pt x="180" y="955"/>
                  </a:lnTo>
                  <a:lnTo>
                    <a:pt x="160" y="936"/>
                  </a:lnTo>
                  <a:lnTo>
                    <a:pt x="142" y="917"/>
                  </a:lnTo>
                  <a:lnTo>
                    <a:pt x="126" y="897"/>
                  </a:lnTo>
                  <a:lnTo>
                    <a:pt x="109" y="877"/>
                  </a:lnTo>
                  <a:lnTo>
                    <a:pt x="94" y="856"/>
                  </a:lnTo>
                  <a:lnTo>
                    <a:pt x="79" y="833"/>
                  </a:lnTo>
                  <a:lnTo>
                    <a:pt x="66" y="810"/>
                  </a:lnTo>
                  <a:lnTo>
                    <a:pt x="53" y="786"/>
                  </a:lnTo>
                  <a:lnTo>
                    <a:pt x="43" y="763"/>
                  </a:lnTo>
                  <a:lnTo>
                    <a:pt x="33" y="738"/>
                  </a:lnTo>
                  <a:lnTo>
                    <a:pt x="24" y="712"/>
                  </a:lnTo>
                  <a:lnTo>
                    <a:pt x="17" y="686"/>
                  </a:lnTo>
                  <a:lnTo>
                    <a:pt x="11" y="660"/>
                  </a:lnTo>
                  <a:lnTo>
                    <a:pt x="6" y="633"/>
                  </a:lnTo>
                  <a:lnTo>
                    <a:pt x="3" y="604"/>
                  </a:lnTo>
                  <a:lnTo>
                    <a:pt x="0" y="577"/>
                  </a:lnTo>
                  <a:lnTo>
                    <a:pt x="0" y="549"/>
                  </a:lnTo>
                  <a:lnTo>
                    <a:pt x="0" y="549"/>
                  </a:lnTo>
                  <a:lnTo>
                    <a:pt x="0" y="520"/>
                  </a:lnTo>
                  <a:lnTo>
                    <a:pt x="3" y="493"/>
                  </a:lnTo>
                  <a:lnTo>
                    <a:pt x="6" y="465"/>
                  </a:lnTo>
                  <a:lnTo>
                    <a:pt x="11" y="438"/>
                  </a:lnTo>
                  <a:lnTo>
                    <a:pt x="17" y="412"/>
                  </a:lnTo>
                  <a:lnTo>
                    <a:pt x="24" y="386"/>
                  </a:lnTo>
                  <a:lnTo>
                    <a:pt x="33" y="360"/>
                  </a:lnTo>
                  <a:lnTo>
                    <a:pt x="43" y="335"/>
                  </a:lnTo>
                  <a:lnTo>
                    <a:pt x="53" y="311"/>
                  </a:lnTo>
                  <a:lnTo>
                    <a:pt x="66" y="287"/>
                  </a:lnTo>
                  <a:lnTo>
                    <a:pt x="79" y="264"/>
                  </a:lnTo>
                  <a:lnTo>
                    <a:pt x="94" y="241"/>
                  </a:lnTo>
                  <a:lnTo>
                    <a:pt x="109" y="220"/>
                  </a:lnTo>
                  <a:lnTo>
                    <a:pt x="126" y="200"/>
                  </a:lnTo>
                  <a:lnTo>
                    <a:pt x="142" y="180"/>
                  </a:lnTo>
                  <a:lnTo>
                    <a:pt x="160" y="161"/>
                  </a:lnTo>
                  <a:lnTo>
                    <a:pt x="180" y="142"/>
                  </a:lnTo>
                  <a:lnTo>
                    <a:pt x="199" y="126"/>
                  </a:lnTo>
                  <a:lnTo>
                    <a:pt x="220" y="109"/>
                  </a:lnTo>
                  <a:lnTo>
                    <a:pt x="241" y="94"/>
                  </a:lnTo>
                  <a:lnTo>
                    <a:pt x="264" y="80"/>
                  </a:lnTo>
                  <a:lnTo>
                    <a:pt x="286" y="67"/>
                  </a:lnTo>
                  <a:lnTo>
                    <a:pt x="310" y="55"/>
                  </a:lnTo>
                  <a:lnTo>
                    <a:pt x="335" y="43"/>
                  </a:lnTo>
                  <a:lnTo>
                    <a:pt x="359" y="33"/>
                  </a:lnTo>
                  <a:lnTo>
                    <a:pt x="385" y="25"/>
                  </a:lnTo>
                  <a:lnTo>
                    <a:pt x="411" y="17"/>
                  </a:lnTo>
                  <a:lnTo>
                    <a:pt x="437" y="11"/>
                  </a:lnTo>
                  <a:lnTo>
                    <a:pt x="464" y="6"/>
                  </a:lnTo>
                  <a:lnTo>
                    <a:pt x="492" y="3"/>
                  </a:lnTo>
                  <a:lnTo>
                    <a:pt x="520" y="0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577" y="0"/>
                  </a:lnTo>
                  <a:lnTo>
                    <a:pt x="604" y="3"/>
                  </a:lnTo>
                  <a:lnTo>
                    <a:pt x="631" y="6"/>
                  </a:lnTo>
                  <a:lnTo>
                    <a:pt x="658" y="11"/>
                  </a:lnTo>
                  <a:lnTo>
                    <a:pt x="685" y="17"/>
                  </a:lnTo>
                  <a:lnTo>
                    <a:pt x="711" y="25"/>
                  </a:lnTo>
                  <a:lnTo>
                    <a:pt x="736" y="33"/>
                  </a:lnTo>
                  <a:lnTo>
                    <a:pt x="761" y="43"/>
                  </a:lnTo>
                  <a:lnTo>
                    <a:pt x="786" y="55"/>
                  </a:lnTo>
                  <a:lnTo>
                    <a:pt x="809" y="67"/>
                  </a:lnTo>
                  <a:lnTo>
                    <a:pt x="832" y="80"/>
                  </a:lnTo>
                  <a:lnTo>
                    <a:pt x="854" y="94"/>
                  </a:lnTo>
                  <a:lnTo>
                    <a:pt x="875" y="109"/>
                  </a:lnTo>
                  <a:lnTo>
                    <a:pt x="897" y="126"/>
                  </a:lnTo>
                  <a:lnTo>
                    <a:pt x="917" y="142"/>
                  </a:lnTo>
                  <a:lnTo>
                    <a:pt x="936" y="161"/>
                  </a:lnTo>
                  <a:lnTo>
                    <a:pt x="953" y="180"/>
                  </a:lnTo>
                  <a:lnTo>
                    <a:pt x="971" y="200"/>
                  </a:lnTo>
                  <a:lnTo>
                    <a:pt x="987" y="220"/>
                  </a:lnTo>
                  <a:lnTo>
                    <a:pt x="1003" y="241"/>
                  </a:lnTo>
                  <a:lnTo>
                    <a:pt x="1017" y="264"/>
                  </a:lnTo>
                  <a:lnTo>
                    <a:pt x="1030" y="287"/>
                  </a:lnTo>
                  <a:lnTo>
                    <a:pt x="1042" y="311"/>
                  </a:lnTo>
                  <a:lnTo>
                    <a:pt x="1052" y="335"/>
                  </a:lnTo>
                  <a:lnTo>
                    <a:pt x="1063" y="360"/>
                  </a:lnTo>
                  <a:lnTo>
                    <a:pt x="1071" y="386"/>
                  </a:lnTo>
                  <a:lnTo>
                    <a:pt x="1078" y="412"/>
                  </a:lnTo>
                  <a:lnTo>
                    <a:pt x="1084" y="438"/>
                  </a:lnTo>
                  <a:lnTo>
                    <a:pt x="1090" y="465"/>
                  </a:lnTo>
                  <a:lnTo>
                    <a:pt x="1093" y="493"/>
                  </a:lnTo>
                  <a:lnTo>
                    <a:pt x="1095" y="520"/>
                  </a:lnTo>
                  <a:lnTo>
                    <a:pt x="1096" y="549"/>
                  </a:lnTo>
                  <a:lnTo>
                    <a:pt x="1096" y="5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Freeform 110"/>
            <p:cNvSpPr>
              <a:spLocks/>
            </p:cNvSpPr>
            <p:nvPr/>
          </p:nvSpPr>
          <p:spPr bwMode="auto">
            <a:xfrm>
              <a:off x="4326105" y="3454402"/>
              <a:ext cx="106363" cy="104775"/>
            </a:xfrm>
            <a:custGeom>
              <a:avLst/>
              <a:gdLst>
                <a:gd name="T0" fmla="*/ 334 w 334"/>
                <a:gd name="T1" fmla="*/ 167 h 333"/>
                <a:gd name="T2" fmla="*/ 330 w 334"/>
                <a:gd name="T3" fmla="*/ 200 h 333"/>
                <a:gd name="T4" fmla="*/ 321 w 334"/>
                <a:gd name="T5" fmla="*/ 232 h 333"/>
                <a:gd name="T6" fmla="*/ 305 w 334"/>
                <a:gd name="T7" fmla="*/ 260 h 333"/>
                <a:gd name="T8" fmla="*/ 285 w 334"/>
                <a:gd name="T9" fmla="*/ 285 h 333"/>
                <a:gd name="T10" fmla="*/ 261 w 334"/>
                <a:gd name="T11" fmla="*/ 305 h 333"/>
                <a:gd name="T12" fmla="*/ 232 w 334"/>
                <a:gd name="T13" fmla="*/ 320 h 333"/>
                <a:gd name="T14" fmla="*/ 200 w 334"/>
                <a:gd name="T15" fmla="*/ 330 h 333"/>
                <a:gd name="T16" fmla="*/ 167 w 334"/>
                <a:gd name="T17" fmla="*/ 333 h 333"/>
                <a:gd name="T18" fmla="*/ 150 w 334"/>
                <a:gd name="T19" fmla="*/ 333 h 333"/>
                <a:gd name="T20" fmla="*/ 118 w 334"/>
                <a:gd name="T21" fmla="*/ 326 h 333"/>
                <a:gd name="T22" fmla="*/ 87 w 334"/>
                <a:gd name="T23" fmla="*/ 313 h 333"/>
                <a:gd name="T24" fmla="*/ 61 w 334"/>
                <a:gd name="T25" fmla="*/ 295 h 333"/>
                <a:gd name="T26" fmla="*/ 39 w 334"/>
                <a:gd name="T27" fmla="*/ 273 h 333"/>
                <a:gd name="T28" fmla="*/ 20 w 334"/>
                <a:gd name="T29" fmla="*/ 246 h 333"/>
                <a:gd name="T30" fmla="*/ 8 w 334"/>
                <a:gd name="T31" fmla="*/ 216 h 333"/>
                <a:gd name="T32" fmla="*/ 1 w 334"/>
                <a:gd name="T33" fmla="*/ 183 h 333"/>
                <a:gd name="T34" fmla="*/ 0 w 334"/>
                <a:gd name="T35" fmla="*/ 167 h 333"/>
                <a:gd name="T36" fmla="*/ 3 w 334"/>
                <a:gd name="T37" fmla="*/ 134 h 333"/>
                <a:gd name="T38" fmla="*/ 14 w 334"/>
                <a:gd name="T39" fmla="*/ 102 h 333"/>
                <a:gd name="T40" fmla="*/ 29 w 334"/>
                <a:gd name="T41" fmla="*/ 73 h 333"/>
                <a:gd name="T42" fmla="*/ 49 w 334"/>
                <a:gd name="T43" fmla="*/ 48 h 333"/>
                <a:gd name="T44" fmla="*/ 74 w 334"/>
                <a:gd name="T45" fmla="*/ 28 h 333"/>
                <a:gd name="T46" fmla="*/ 102 w 334"/>
                <a:gd name="T47" fmla="*/ 13 h 333"/>
                <a:gd name="T48" fmla="*/ 133 w 334"/>
                <a:gd name="T49" fmla="*/ 4 h 333"/>
                <a:gd name="T50" fmla="*/ 167 w 334"/>
                <a:gd name="T51" fmla="*/ 0 h 333"/>
                <a:gd name="T52" fmla="*/ 184 w 334"/>
                <a:gd name="T53" fmla="*/ 0 h 333"/>
                <a:gd name="T54" fmla="*/ 217 w 334"/>
                <a:gd name="T55" fmla="*/ 7 h 333"/>
                <a:gd name="T56" fmla="*/ 246 w 334"/>
                <a:gd name="T57" fmla="*/ 20 h 333"/>
                <a:gd name="T58" fmla="*/ 274 w 334"/>
                <a:gd name="T59" fmla="*/ 38 h 333"/>
                <a:gd name="T60" fmla="*/ 296 w 334"/>
                <a:gd name="T61" fmla="*/ 60 h 333"/>
                <a:gd name="T62" fmla="*/ 314 w 334"/>
                <a:gd name="T63" fmla="*/ 87 h 333"/>
                <a:gd name="T64" fmla="*/ 327 w 334"/>
                <a:gd name="T65" fmla="*/ 117 h 333"/>
                <a:gd name="T66" fmla="*/ 333 w 334"/>
                <a:gd name="T67" fmla="*/ 150 h 333"/>
                <a:gd name="T68" fmla="*/ 334 w 334"/>
                <a:gd name="T69" fmla="*/ 167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4" h="333">
                  <a:moveTo>
                    <a:pt x="334" y="167"/>
                  </a:moveTo>
                  <a:lnTo>
                    <a:pt x="334" y="167"/>
                  </a:lnTo>
                  <a:lnTo>
                    <a:pt x="333" y="183"/>
                  </a:lnTo>
                  <a:lnTo>
                    <a:pt x="330" y="200"/>
                  </a:lnTo>
                  <a:lnTo>
                    <a:pt x="327" y="216"/>
                  </a:lnTo>
                  <a:lnTo>
                    <a:pt x="321" y="232"/>
                  </a:lnTo>
                  <a:lnTo>
                    <a:pt x="314" y="246"/>
                  </a:lnTo>
                  <a:lnTo>
                    <a:pt x="305" y="260"/>
                  </a:lnTo>
                  <a:lnTo>
                    <a:pt x="296" y="273"/>
                  </a:lnTo>
                  <a:lnTo>
                    <a:pt x="285" y="285"/>
                  </a:lnTo>
                  <a:lnTo>
                    <a:pt x="274" y="295"/>
                  </a:lnTo>
                  <a:lnTo>
                    <a:pt x="261" y="305"/>
                  </a:lnTo>
                  <a:lnTo>
                    <a:pt x="246" y="313"/>
                  </a:lnTo>
                  <a:lnTo>
                    <a:pt x="232" y="320"/>
                  </a:lnTo>
                  <a:lnTo>
                    <a:pt x="217" y="326"/>
                  </a:lnTo>
                  <a:lnTo>
                    <a:pt x="200" y="330"/>
                  </a:lnTo>
                  <a:lnTo>
                    <a:pt x="184" y="333"/>
                  </a:lnTo>
                  <a:lnTo>
                    <a:pt x="167" y="333"/>
                  </a:lnTo>
                  <a:lnTo>
                    <a:pt x="167" y="333"/>
                  </a:lnTo>
                  <a:lnTo>
                    <a:pt x="150" y="333"/>
                  </a:lnTo>
                  <a:lnTo>
                    <a:pt x="133" y="330"/>
                  </a:lnTo>
                  <a:lnTo>
                    <a:pt x="118" y="326"/>
                  </a:lnTo>
                  <a:lnTo>
                    <a:pt x="102" y="320"/>
                  </a:lnTo>
                  <a:lnTo>
                    <a:pt x="87" y="313"/>
                  </a:lnTo>
                  <a:lnTo>
                    <a:pt x="74" y="305"/>
                  </a:lnTo>
                  <a:lnTo>
                    <a:pt x="61" y="295"/>
                  </a:lnTo>
                  <a:lnTo>
                    <a:pt x="49" y="285"/>
                  </a:lnTo>
                  <a:lnTo>
                    <a:pt x="39" y="273"/>
                  </a:lnTo>
                  <a:lnTo>
                    <a:pt x="29" y="260"/>
                  </a:lnTo>
                  <a:lnTo>
                    <a:pt x="20" y="246"/>
                  </a:lnTo>
                  <a:lnTo>
                    <a:pt x="14" y="232"/>
                  </a:lnTo>
                  <a:lnTo>
                    <a:pt x="8" y="216"/>
                  </a:lnTo>
                  <a:lnTo>
                    <a:pt x="3" y="200"/>
                  </a:lnTo>
                  <a:lnTo>
                    <a:pt x="1" y="183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1" y="150"/>
                  </a:lnTo>
                  <a:lnTo>
                    <a:pt x="3" y="134"/>
                  </a:lnTo>
                  <a:lnTo>
                    <a:pt x="8" y="117"/>
                  </a:lnTo>
                  <a:lnTo>
                    <a:pt x="14" y="102"/>
                  </a:lnTo>
                  <a:lnTo>
                    <a:pt x="20" y="87"/>
                  </a:lnTo>
                  <a:lnTo>
                    <a:pt x="29" y="73"/>
                  </a:lnTo>
                  <a:lnTo>
                    <a:pt x="39" y="60"/>
                  </a:lnTo>
                  <a:lnTo>
                    <a:pt x="49" y="48"/>
                  </a:lnTo>
                  <a:lnTo>
                    <a:pt x="61" y="38"/>
                  </a:lnTo>
                  <a:lnTo>
                    <a:pt x="74" y="28"/>
                  </a:lnTo>
                  <a:lnTo>
                    <a:pt x="87" y="20"/>
                  </a:lnTo>
                  <a:lnTo>
                    <a:pt x="102" y="13"/>
                  </a:lnTo>
                  <a:lnTo>
                    <a:pt x="118" y="7"/>
                  </a:lnTo>
                  <a:lnTo>
                    <a:pt x="133" y="4"/>
                  </a:lnTo>
                  <a:lnTo>
                    <a:pt x="150" y="0"/>
                  </a:lnTo>
                  <a:lnTo>
                    <a:pt x="167" y="0"/>
                  </a:lnTo>
                  <a:lnTo>
                    <a:pt x="167" y="0"/>
                  </a:lnTo>
                  <a:lnTo>
                    <a:pt x="184" y="0"/>
                  </a:lnTo>
                  <a:lnTo>
                    <a:pt x="200" y="4"/>
                  </a:lnTo>
                  <a:lnTo>
                    <a:pt x="217" y="7"/>
                  </a:lnTo>
                  <a:lnTo>
                    <a:pt x="232" y="13"/>
                  </a:lnTo>
                  <a:lnTo>
                    <a:pt x="246" y="20"/>
                  </a:lnTo>
                  <a:lnTo>
                    <a:pt x="261" y="28"/>
                  </a:lnTo>
                  <a:lnTo>
                    <a:pt x="274" y="38"/>
                  </a:lnTo>
                  <a:lnTo>
                    <a:pt x="285" y="48"/>
                  </a:lnTo>
                  <a:lnTo>
                    <a:pt x="296" y="60"/>
                  </a:lnTo>
                  <a:lnTo>
                    <a:pt x="305" y="73"/>
                  </a:lnTo>
                  <a:lnTo>
                    <a:pt x="314" y="87"/>
                  </a:lnTo>
                  <a:lnTo>
                    <a:pt x="321" y="102"/>
                  </a:lnTo>
                  <a:lnTo>
                    <a:pt x="327" y="117"/>
                  </a:lnTo>
                  <a:lnTo>
                    <a:pt x="330" y="134"/>
                  </a:lnTo>
                  <a:lnTo>
                    <a:pt x="333" y="150"/>
                  </a:lnTo>
                  <a:lnTo>
                    <a:pt x="334" y="167"/>
                  </a:lnTo>
                  <a:lnTo>
                    <a:pt x="334" y="16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Freeform 111"/>
            <p:cNvSpPr>
              <a:spLocks/>
            </p:cNvSpPr>
            <p:nvPr/>
          </p:nvSpPr>
          <p:spPr bwMode="auto">
            <a:xfrm>
              <a:off x="4272130" y="3400427"/>
              <a:ext cx="223838" cy="212725"/>
            </a:xfrm>
            <a:custGeom>
              <a:avLst/>
              <a:gdLst>
                <a:gd name="T0" fmla="*/ 482 w 701"/>
                <a:gd name="T1" fmla="*/ 634 h 669"/>
                <a:gd name="T2" fmla="*/ 422 w 701"/>
                <a:gd name="T3" fmla="*/ 657 h 669"/>
                <a:gd name="T4" fmla="*/ 357 w 701"/>
                <a:gd name="T5" fmla="*/ 668 h 669"/>
                <a:gd name="T6" fmla="*/ 317 w 701"/>
                <a:gd name="T7" fmla="*/ 668 h 669"/>
                <a:gd name="T8" fmla="*/ 267 w 701"/>
                <a:gd name="T9" fmla="*/ 662 h 669"/>
                <a:gd name="T10" fmla="*/ 220 w 701"/>
                <a:gd name="T11" fmla="*/ 648 h 669"/>
                <a:gd name="T12" fmla="*/ 175 w 701"/>
                <a:gd name="T13" fmla="*/ 628 h 669"/>
                <a:gd name="T14" fmla="*/ 135 w 701"/>
                <a:gd name="T15" fmla="*/ 602 h 669"/>
                <a:gd name="T16" fmla="*/ 98 w 701"/>
                <a:gd name="T17" fmla="*/ 571 h 669"/>
                <a:gd name="T18" fmla="*/ 66 w 701"/>
                <a:gd name="T19" fmla="*/ 534 h 669"/>
                <a:gd name="T20" fmla="*/ 40 w 701"/>
                <a:gd name="T21" fmla="*/ 494 h 669"/>
                <a:gd name="T22" fmla="*/ 20 w 701"/>
                <a:gd name="T23" fmla="*/ 449 h 669"/>
                <a:gd name="T24" fmla="*/ 7 w 701"/>
                <a:gd name="T25" fmla="*/ 402 h 669"/>
                <a:gd name="T26" fmla="*/ 1 w 701"/>
                <a:gd name="T27" fmla="*/ 352 h 669"/>
                <a:gd name="T28" fmla="*/ 1 w 701"/>
                <a:gd name="T29" fmla="*/ 317 h 669"/>
                <a:gd name="T30" fmla="*/ 7 w 701"/>
                <a:gd name="T31" fmla="*/ 267 h 669"/>
                <a:gd name="T32" fmla="*/ 20 w 701"/>
                <a:gd name="T33" fmla="*/ 220 h 669"/>
                <a:gd name="T34" fmla="*/ 40 w 701"/>
                <a:gd name="T35" fmla="*/ 175 h 669"/>
                <a:gd name="T36" fmla="*/ 66 w 701"/>
                <a:gd name="T37" fmla="*/ 135 h 669"/>
                <a:gd name="T38" fmla="*/ 98 w 701"/>
                <a:gd name="T39" fmla="*/ 98 h 669"/>
                <a:gd name="T40" fmla="*/ 135 w 701"/>
                <a:gd name="T41" fmla="*/ 68 h 669"/>
                <a:gd name="T42" fmla="*/ 175 w 701"/>
                <a:gd name="T43" fmla="*/ 42 h 669"/>
                <a:gd name="T44" fmla="*/ 220 w 701"/>
                <a:gd name="T45" fmla="*/ 22 h 669"/>
                <a:gd name="T46" fmla="*/ 267 w 701"/>
                <a:gd name="T47" fmla="*/ 7 h 669"/>
                <a:gd name="T48" fmla="*/ 317 w 701"/>
                <a:gd name="T49" fmla="*/ 1 h 669"/>
                <a:gd name="T50" fmla="*/ 354 w 701"/>
                <a:gd name="T51" fmla="*/ 1 h 669"/>
                <a:gd name="T52" fmla="*/ 413 w 701"/>
                <a:gd name="T53" fmla="*/ 6 h 669"/>
                <a:gd name="T54" fmla="*/ 465 w 701"/>
                <a:gd name="T55" fmla="*/ 18 h 669"/>
                <a:gd name="T56" fmla="*/ 513 w 701"/>
                <a:gd name="T57" fmla="*/ 33 h 669"/>
                <a:gd name="T58" fmla="*/ 566 w 701"/>
                <a:gd name="T59" fmla="*/ 62 h 669"/>
                <a:gd name="T60" fmla="*/ 628 w 701"/>
                <a:gd name="T61" fmla="*/ 117 h 669"/>
                <a:gd name="T62" fmla="*/ 671 w 701"/>
                <a:gd name="T63" fmla="*/ 181 h 669"/>
                <a:gd name="T64" fmla="*/ 694 w 701"/>
                <a:gd name="T65" fmla="*/ 251 h 669"/>
                <a:gd name="T66" fmla="*/ 701 w 701"/>
                <a:gd name="T67" fmla="*/ 320 h 669"/>
                <a:gd name="T68" fmla="*/ 692 w 701"/>
                <a:gd name="T69" fmla="*/ 385 h 669"/>
                <a:gd name="T70" fmla="*/ 670 w 701"/>
                <a:gd name="T71" fmla="*/ 440 h 669"/>
                <a:gd name="T72" fmla="*/ 635 w 701"/>
                <a:gd name="T73" fmla="*/ 480 h 669"/>
                <a:gd name="T74" fmla="*/ 598 w 701"/>
                <a:gd name="T75" fmla="*/ 499 h 669"/>
                <a:gd name="T76" fmla="*/ 573 w 701"/>
                <a:gd name="T77" fmla="*/ 501 h 669"/>
                <a:gd name="T78" fmla="*/ 549 w 701"/>
                <a:gd name="T79" fmla="*/ 499 h 669"/>
                <a:gd name="T80" fmla="*/ 524 w 701"/>
                <a:gd name="T81" fmla="*/ 489 h 669"/>
                <a:gd name="T82" fmla="*/ 510 w 701"/>
                <a:gd name="T83" fmla="*/ 475 h 669"/>
                <a:gd name="T84" fmla="*/ 502 w 701"/>
                <a:gd name="T85" fmla="*/ 452 h 669"/>
                <a:gd name="T86" fmla="*/ 501 w 701"/>
                <a:gd name="T87" fmla="*/ 192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669">
                  <a:moveTo>
                    <a:pt x="501" y="624"/>
                  </a:moveTo>
                  <a:lnTo>
                    <a:pt x="501" y="624"/>
                  </a:lnTo>
                  <a:lnTo>
                    <a:pt x="482" y="634"/>
                  </a:lnTo>
                  <a:lnTo>
                    <a:pt x="463" y="643"/>
                  </a:lnTo>
                  <a:lnTo>
                    <a:pt x="443" y="650"/>
                  </a:lnTo>
                  <a:lnTo>
                    <a:pt x="422" y="657"/>
                  </a:lnTo>
                  <a:lnTo>
                    <a:pt x="400" y="662"/>
                  </a:lnTo>
                  <a:lnTo>
                    <a:pt x="379" y="665"/>
                  </a:lnTo>
                  <a:lnTo>
                    <a:pt x="357" y="668"/>
                  </a:lnTo>
                  <a:lnTo>
                    <a:pt x="334" y="669"/>
                  </a:lnTo>
                  <a:lnTo>
                    <a:pt x="334" y="669"/>
                  </a:lnTo>
                  <a:lnTo>
                    <a:pt x="317" y="668"/>
                  </a:lnTo>
                  <a:lnTo>
                    <a:pt x="300" y="667"/>
                  </a:lnTo>
                  <a:lnTo>
                    <a:pt x="283" y="664"/>
                  </a:lnTo>
                  <a:lnTo>
                    <a:pt x="267" y="662"/>
                  </a:lnTo>
                  <a:lnTo>
                    <a:pt x="250" y="658"/>
                  </a:lnTo>
                  <a:lnTo>
                    <a:pt x="235" y="654"/>
                  </a:lnTo>
                  <a:lnTo>
                    <a:pt x="220" y="648"/>
                  </a:lnTo>
                  <a:lnTo>
                    <a:pt x="204" y="642"/>
                  </a:lnTo>
                  <a:lnTo>
                    <a:pt x="189" y="636"/>
                  </a:lnTo>
                  <a:lnTo>
                    <a:pt x="175" y="628"/>
                  </a:lnTo>
                  <a:lnTo>
                    <a:pt x="161" y="621"/>
                  </a:lnTo>
                  <a:lnTo>
                    <a:pt x="148" y="611"/>
                  </a:lnTo>
                  <a:lnTo>
                    <a:pt x="135" y="602"/>
                  </a:lnTo>
                  <a:lnTo>
                    <a:pt x="122" y="592"/>
                  </a:lnTo>
                  <a:lnTo>
                    <a:pt x="110" y="582"/>
                  </a:lnTo>
                  <a:lnTo>
                    <a:pt x="98" y="571"/>
                  </a:lnTo>
                  <a:lnTo>
                    <a:pt x="87" y="559"/>
                  </a:lnTo>
                  <a:lnTo>
                    <a:pt x="77" y="547"/>
                  </a:lnTo>
                  <a:lnTo>
                    <a:pt x="66" y="534"/>
                  </a:lnTo>
                  <a:lnTo>
                    <a:pt x="57" y="521"/>
                  </a:lnTo>
                  <a:lnTo>
                    <a:pt x="48" y="507"/>
                  </a:lnTo>
                  <a:lnTo>
                    <a:pt x="40" y="494"/>
                  </a:lnTo>
                  <a:lnTo>
                    <a:pt x="33" y="479"/>
                  </a:lnTo>
                  <a:lnTo>
                    <a:pt x="26" y="465"/>
                  </a:lnTo>
                  <a:lnTo>
                    <a:pt x="20" y="449"/>
                  </a:lnTo>
                  <a:lnTo>
                    <a:pt x="15" y="434"/>
                  </a:lnTo>
                  <a:lnTo>
                    <a:pt x="11" y="419"/>
                  </a:lnTo>
                  <a:lnTo>
                    <a:pt x="7" y="402"/>
                  </a:lnTo>
                  <a:lnTo>
                    <a:pt x="4" y="385"/>
                  </a:lnTo>
                  <a:lnTo>
                    <a:pt x="2" y="369"/>
                  </a:lnTo>
                  <a:lnTo>
                    <a:pt x="1" y="352"/>
                  </a:lnTo>
                  <a:lnTo>
                    <a:pt x="0" y="335"/>
                  </a:lnTo>
                  <a:lnTo>
                    <a:pt x="0" y="335"/>
                  </a:lnTo>
                  <a:lnTo>
                    <a:pt x="1" y="317"/>
                  </a:lnTo>
                  <a:lnTo>
                    <a:pt x="2" y="300"/>
                  </a:lnTo>
                  <a:lnTo>
                    <a:pt x="4" y="284"/>
                  </a:lnTo>
                  <a:lnTo>
                    <a:pt x="7" y="267"/>
                  </a:lnTo>
                  <a:lnTo>
                    <a:pt x="11" y="251"/>
                  </a:lnTo>
                  <a:lnTo>
                    <a:pt x="15" y="235"/>
                  </a:lnTo>
                  <a:lnTo>
                    <a:pt x="20" y="220"/>
                  </a:lnTo>
                  <a:lnTo>
                    <a:pt x="26" y="205"/>
                  </a:lnTo>
                  <a:lnTo>
                    <a:pt x="33" y="189"/>
                  </a:lnTo>
                  <a:lnTo>
                    <a:pt x="40" y="175"/>
                  </a:lnTo>
                  <a:lnTo>
                    <a:pt x="48" y="161"/>
                  </a:lnTo>
                  <a:lnTo>
                    <a:pt x="57" y="148"/>
                  </a:lnTo>
                  <a:lnTo>
                    <a:pt x="66" y="135"/>
                  </a:lnTo>
                  <a:lnTo>
                    <a:pt x="77" y="122"/>
                  </a:lnTo>
                  <a:lnTo>
                    <a:pt x="87" y="110"/>
                  </a:lnTo>
                  <a:lnTo>
                    <a:pt x="98" y="98"/>
                  </a:lnTo>
                  <a:lnTo>
                    <a:pt x="110" y="88"/>
                  </a:lnTo>
                  <a:lnTo>
                    <a:pt x="122" y="77"/>
                  </a:lnTo>
                  <a:lnTo>
                    <a:pt x="135" y="68"/>
                  </a:lnTo>
                  <a:lnTo>
                    <a:pt x="148" y="58"/>
                  </a:lnTo>
                  <a:lnTo>
                    <a:pt x="161" y="49"/>
                  </a:lnTo>
                  <a:lnTo>
                    <a:pt x="175" y="42"/>
                  </a:lnTo>
                  <a:lnTo>
                    <a:pt x="189" y="33"/>
                  </a:lnTo>
                  <a:lnTo>
                    <a:pt x="204" y="27"/>
                  </a:lnTo>
                  <a:lnTo>
                    <a:pt x="220" y="22"/>
                  </a:lnTo>
                  <a:lnTo>
                    <a:pt x="235" y="16"/>
                  </a:lnTo>
                  <a:lnTo>
                    <a:pt x="250" y="11"/>
                  </a:lnTo>
                  <a:lnTo>
                    <a:pt x="267" y="7"/>
                  </a:lnTo>
                  <a:lnTo>
                    <a:pt x="283" y="5"/>
                  </a:lnTo>
                  <a:lnTo>
                    <a:pt x="300" y="3"/>
                  </a:lnTo>
                  <a:lnTo>
                    <a:pt x="317" y="1"/>
                  </a:lnTo>
                  <a:lnTo>
                    <a:pt x="334" y="0"/>
                  </a:lnTo>
                  <a:lnTo>
                    <a:pt x="334" y="0"/>
                  </a:lnTo>
                  <a:lnTo>
                    <a:pt x="354" y="1"/>
                  </a:lnTo>
                  <a:lnTo>
                    <a:pt x="374" y="3"/>
                  </a:lnTo>
                  <a:lnTo>
                    <a:pt x="394" y="4"/>
                  </a:lnTo>
                  <a:lnTo>
                    <a:pt x="413" y="6"/>
                  </a:lnTo>
                  <a:lnTo>
                    <a:pt x="431" y="10"/>
                  </a:lnTo>
                  <a:lnTo>
                    <a:pt x="449" y="13"/>
                  </a:lnTo>
                  <a:lnTo>
                    <a:pt x="465" y="18"/>
                  </a:lnTo>
                  <a:lnTo>
                    <a:pt x="482" y="23"/>
                  </a:lnTo>
                  <a:lnTo>
                    <a:pt x="497" y="27"/>
                  </a:lnTo>
                  <a:lnTo>
                    <a:pt x="513" y="33"/>
                  </a:lnTo>
                  <a:lnTo>
                    <a:pt x="527" y="40"/>
                  </a:lnTo>
                  <a:lnTo>
                    <a:pt x="541" y="48"/>
                  </a:lnTo>
                  <a:lnTo>
                    <a:pt x="566" y="62"/>
                  </a:lnTo>
                  <a:lnTo>
                    <a:pt x="589" y="79"/>
                  </a:lnTo>
                  <a:lnTo>
                    <a:pt x="609" y="97"/>
                  </a:lnTo>
                  <a:lnTo>
                    <a:pt x="628" y="117"/>
                  </a:lnTo>
                  <a:lnTo>
                    <a:pt x="645" y="137"/>
                  </a:lnTo>
                  <a:lnTo>
                    <a:pt x="659" y="160"/>
                  </a:lnTo>
                  <a:lnTo>
                    <a:pt x="671" y="181"/>
                  </a:lnTo>
                  <a:lnTo>
                    <a:pt x="680" y="205"/>
                  </a:lnTo>
                  <a:lnTo>
                    <a:pt x="688" y="228"/>
                  </a:lnTo>
                  <a:lnTo>
                    <a:pt x="694" y="251"/>
                  </a:lnTo>
                  <a:lnTo>
                    <a:pt x="698" y="274"/>
                  </a:lnTo>
                  <a:lnTo>
                    <a:pt x="700" y="298"/>
                  </a:lnTo>
                  <a:lnTo>
                    <a:pt x="701" y="320"/>
                  </a:lnTo>
                  <a:lnTo>
                    <a:pt x="700" y="343"/>
                  </a:lnTo>
                  <a:lnTo>
                    <a:pt x="697" y="364"/>
                  </a:lnTo>
                  <a:lnTo>
                    <a:pt x="692" y="385"/>
                  </a:lnTo>
                  <a:lnTo>
                    <a:pt x="686" y="406"/>
                  </a:lnTo>
                  <a:lnTo>
                    <a:pt x="679" y="423"/>
                  </a:lnTo>
                  <a:lnTo>
                    <a:pt x="670" y="440"/>
                  </a:lnTo>
                  <a:lnTo>
                    <a:pt x="660" y="455"/>
                  </a:lnTo>
                  <a:lnTo>
                    <a:pt x="648" y="468"/>
                  </a:lnTo>
                  <a:lnTo>
                    <a:pt x="635" y="480"/>
                  </a:lnTo>
                  <a:lnTo>
                    <a:pt x="621" y="489"/>
                  </a:lnTo>
                  <a:lnTo>
                    <a:pt x="606" y="495"/>
                  </a:lnTo>
                  <a:lnTo>
                    <a:pt x="598" y="499"/>
                  </a:lnTo>
                  <a:lnTo>
                    <a:pt x="589" y="500"/>
                  </a:lnTo>
                  <a:lnTo>
                    <a:pt x="581" y="501"/>
                  </a:lnTo>
                  <a:lnTo>
                    <a:pt x="573" y="501"/>
                  </a:lnTo>
                  <a:lnTo>
                    <a:pt x="573" y="501"/>
                  </a:lnTo>
                  <a:lnTo>
                    <a:pt x="560" y="501"/>
                  </a:lnTo>
                  <a:lnTo>
                    <a:pt x="549" y="499"/>
                  </a:lnTo>
                  <a:lnTo>
                    <a:pt x="539" y="497"/>
                  </a:lnTo>
                  <a:lnTo>
                    <a:pt x="531" y="494"/>
                  </a:lnTo>
                  <a:lnTo>
                    <a:pt x="524" y="489"/>
                  </a:lnTo>
                  <a:lnTo>
                    <a:pt x="518" y="485"/>
                  </a:lnTo>
                  <a:lnTo>
                    <a:pt x="514" y="480"/>
                  </a:lnTo>
                  <a:lnTo>
                    <a:pt x="510" y="475"/>
                  </a:lnTo>
                  <a:lnTo>
                    <a:pt x="507" y="469"/>
                  </a:lnTo>
                  <a:lnTo>
                    <a:pt x="504" y="463"/>
                  </a:lnTo>
                  <a:lnTo>
                    <a:pt x="502" y="452"/>
                  </a:lnTo>
                  <a:lnTo>
                    <a:pt x="501" y="440"/>
                  </a:lnTo>
                  <a:lnTo>
                    <a:pt x="501" y="430"/>
                  </a:lnTo>
                  <a:lnTo>
                    <a:pt x="501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6846629" y="2811311"/>
            <a:ext cx="281059" cy="325436"/>
            <a:chOff x="3467267" y="4140202"/>
            <a:chExt cx="301625" cy="349250"/>
          </a:xfrm>
        </p:grpSpPr>
        <p:sp>
          <p:nvSpPr>
            <p:cNvPr id="49" name="Freeform 112"/>
            <p:cNvSpPr>
              <a:spLocks/>
            </p:cNvSpPr>
            <p:nvPr/>
          </p:nvSpPr>
          <p:spPr bwMode="auto">
            <a:xfrm>
              <a:off x="3467267" y="4262439"/>
              <a:ext cx="301625" cy="227013"/>
            </a:xfrm>
            <a:custGeom>
              <a:avLst/>
              <a:gdLst>
                <a:gd name="T0" fmla="*/ 475 w 952"/>
                <a:gd name="T1" fmla="*/ 715 h 715"/>
                <a:gd name="T2" fmla="*/ 952 w 952"/>
                <a:gd name="T3" fmla="*/ 476 h 715"/>
                <a:gd name="T4" fmla="*/ 952 w 952"/>
                <a:gd name="T5" fmla="*/ 0 h 715"/>
                <a:gd name="T6" fmla="*/ 475 w 952"/>
                <a:gd name="T7" fmla="*/ 190 h 715"/>
                <a:gd name="T8" fmla="*/ 0 w 952"/>
                <a:gd name="T9" fmla="*/ 0 h 715"/>
                <a:gd name="T10" fmla="*/ 0 w 952"/>
                <a:gd name="T11" fmla="*/ 476 h 715"/>
                <a:gd name="T12" fmla="*/ 475 w 952"/>
                <a:gd name="T13" fmla="*/ 71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715">
                  <a:moveTo>
                    <a:pt x="475" y="715"/>
                  </a:moveTo>
                  <a:lnTo>
                    <a:pt x="952" y="476"/>
                  </a:lnTo>
                  <a:lnTo>
                    <a:pt x="952" y="0"/>
                  </a:lnTo>
                  <a:lnTo>
                    <a:pt x="475" y="19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475" y="7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Line 113"/>
            <p:cNvSpPr>
              <a:spLocks noChangeShapeType="1"/>
            </p:cNvSpPr>
            <p:nvPr/>
          </p:nvSpPr>
          <p:spPr bwMode="auto">
            <a:xfrm>
              <a:off x="3618080" y="4322764"/>
              <a:ext cx="0" cy="166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14"/>
            <p:cNvSpPr>
              <a:spLocks noChangeShapeType="1"/>
            </p:cNvSpPr>
            <p:nvPr/>
          </p:nvSpPr>
          <p:spPr bwMode="auto">
            <a:xfrm flipH="1">
              <a:off x="34672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15"/>
            <p:cNvSpPr>
              <a:spLocks noChangeShapeType="1"/>
            </p:cNvSpPr>
            <p:nvPr/>
          </p:nvSpPr>
          <p:spPr bwMode="auto">
            <a:xfrm flipH="1" flipV="1">
              <a:off x="37085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Line 116"/>
            <p:cNvSpPr>
              <a:spLocks noChangeShapeType="1"/>
            </p:cNvSpPr>
            <p:nvPr/>
          </p:nvSpPr>
          <p:spPr bwMode="auto">
            <a:xfrm flipV="1">
              <a:off x="3618080" y="4140202"/>
              <a:ext cx="0" cy="122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17"/>
            <p:cNvSpPr>
              <a:spLocks/>
            </p:cNvSpPr>
            <p:nvPr/>
          </p:nvSpPr>
          <p:spPr bwMode="auto">
            <a:xfrm>
              <a:off x="3557755" y="4200527"/>
              <a:ext cx="120650" cy="61913"/>
            </a:xfrm>
            <a:custGeom>
              <a:avLst/>
              <a:gdLst>
                <a:gd name="T0" fmla="*/ 382 w 382"/>
                <a:gd name="T1" fmla="*/ 0 h 191"/>
                <a:gd name="T2" fmla="*/ 190 w 382"/>
                <a:gd name="T3" fmla="*/ 191 h 191"/>
                <a:gd name="T4" fmla="*/ 0 w 382"/>
                <a:gd name="T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" h="191">
                  <a:moveTo>
                    <a:pt x="382" y="0"/>
                  </a:moveTo>
                  <a:lnTo>
                    <a:pt x="190" y="19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" name="Gruppieren 54"/>
          <p:cNvGrpSpPr/>
          <p:nvPr/>
        </p:nvGrpSpPr>
        <p:grpSpPr>
          <a:xfrm>
            <a:off x="1837234" y="2190778"/>
            <a:ext cx="239640" cy="323958"/>
            <a:chOff x="2589380" y="4148139"/>
            <a:chExt cx="257175" cy="347663"/>
          </a:xfrm>
        </p:grpSpPr>
        <p:sp>
          <p:nvSpPr>
            <p:cNvPr id="56" name="Freeform 118"/>
            <p:cNvSpPr>
              <a:spLocks/>
            </p:cNvSpPr>
            <p:nvPr/>
          </p:nvSpPr>
          <p:spPr bwMode="auto">
            <a:xfrm>
              <a:off x="2589380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5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19"/>
            <p:cNvSpPr>
              <a:spLocks/>
            </p:cNvSpPr>
            <p:nvPr/>
          </p:nvSpPr>
          <p:spPr bwMode="auto">
            <a:xfrm>
              <a:off x="2756067" y="4148139"/>
              <a:ext cx="90488" cy="90488"/>
            </a:xfrm>
            <a:custGeom>
              <a:avLst/>
              <a:gdLst>
                <a:gd name="T0" fmla="*/ 0 w 285"/>
                <a:gd name="T1" fmla="*/ 0 h 286"/>
                <a:gd name="T2" fmla="*/ 0 w 285"/>
                <a:gd name="T3" fmla="*/ 286 h 286"/>
                <a:gd name="T4" fmla="*/ 285 w 285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5" h="286">
                  <a:moveTo>
                    <a:pt x="0" y="0"/>
                  </a:moveTo>
                  <a:lnTo>
                    <a:pt x="0" y="286"/>
                  </a:lnTo>
                  <a:lnTo>
                    <a:pt x="285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" name="Gruppieren 57"/>
          <p:cNvGrpSpPr/>
          <p:nvPr/>
        </p:nvGrpSpPr>
        <p:grpSpPr>
          <a:xfrm>
            <a:off x="2268109" y="2190778"/>
            <a:ext cx="239640" cy="323958"/>
            <a:chOff x="4256255" y="4148139"/>
            <a:chExt cx="257175" cy="347663"/>
          </a:xfrm>
        </p:grpSpPr>
        <p:sp>
          <p:nvSpPr>
            <p:cNvPr id="59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2698983" y="2190778"/>
            <a:ext cx="325437" cy="323958"/>
            <a:chOff x="4991267" y="3348039"/>
            <a:chExt cx="349251" cy="347663"/>
          </a:xfrm>
        </p:grpSpPr>
        <p:sp>
          <p:nvSpPr>
            <p:cNvPr id="67" name="Freeform 147"/>
            <p:cNvSpPr>
              <a:spLocks/>
            </p:cNvSpPr>
            <p:nvPr/>
          </p:nvSpPr>
          <p:spPr bwMode="auto">
            <a:xfrm>
              <a:off x="4991267" y="3348039"/>
              <a:ext cx="242888" cy="317500"/>
            </a:xfrm>
            <a:custGeom>
              <a:avLst/>
              <a:gdLst>
                <a:gd name="T0" fmla="*/ 477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4 w 763"/>
                <a:gd name="T7" fmla="*/ 0 h 1002"/>
                <a:gd name="T8" fmla="*/ 763 w 763"/>
                <a:gd name="T9" fmla="*/ 238 h 1002"/>
                <a:gd name="T10" fmla="*/ 763 w 763"/>
                <a:gd name="T11" fmla="*/ 429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77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763" y="238"/>
                  </a:lnTo>
                  <a:lnTo>
                    <a:pt x="763" y="42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148"/>
            <p:cNvSpPr>
              <a:spLocks/>
            </p:cNvSpPr>
            <p:nvPr/>
          </p:nvSpPr>
          <p:spPr bwMode="auto">
            <a:xfrm>
              <a:off x="5157955" y="3348039"/>
              <a:ext cx="76200" cy="76200"/>
            </a:xfrm>
            <a:custGeom>
              <a:avLst/>
              <a:gdLst>
                <a:gd name="T0" fmla="*/ 0 w 239"/>
                <a:gd name="T1" fmla="*/ 0 h 238"/>
                <a:gd name="T2" fmla="*/ 0 w 239"/>
                <a:gd name="T3" fmla="*/ 238 h 238"/>
                <a:gd name="T4" fmla="*/ 239 w 23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" h="238">
                  <a:moveTo>
                    <a:pt x="0" y="0"/>
                  </a:moveTo>
                  <a:lnTo>
                    <a:pt x="0" y="238"/>
                  </a:lnTo>
                  <a:lnTo>
                    <a:pt x="239" y="2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149"/>
            <p:cNvSpPr>
              <a:spLocks/>
            </p:cNvSpPr>
            <p:nvPr/>
          </p:nvSpPr>
          <p:spPr bwMode="auto">
            <a:xfrm>
              <a:off x="5157955" y="3514727"/>
              <a:ext cx="182563" cy="180975"/>
            </a:xfrm>
            <a:custGeom>
              <a:avLst/>
              <a:gdLst>
                <a:gd name="T0" fmla="*/ 572 w 572"/>
                <a:gd name="T1" fmla="*/ 286 h 573"/>
                <a:gd name="T2" fmla="*/ 570 w 572"/>
                <a:gd name="T3" fmla="*/ 316 h 573"/>
                <a:gd name="T4" fmla="*/ 567 w 572"/>
                <a:gd name="T5" fmla="*/ 344 h 573"/>
                <a:gd name="T6" fmla="*/ 560 w 572"/>
                <a:gd name="T7" fmla="*/ 371 h 573"/>
                <a:gd name="T8" fmla="*/ 537 w 572"/>
                <a:gd name="T9" fmla="*/ 423 h 573"/>
                <a:gd name="T10" fmla="*/ 507 w 572"/>
                <a:gd name="T11" fmla="*/ 468 h 573"/>
                <a:gd name="T12" fmla="*/ 468 w 572"/>
                <a:gd name="T13" fmla="*/ 507 h 573"/>
                <a:gd name="T14" fmla="*/ 423 w 572"/>
                <a:gd name="T15" fmla="*/ 538 h 573"/>
                <a:gd name="T16" fmla="*/ 371 w 572"/>
                <a:gd name="T17" fmla="*/ 560 h 573"/>
                <a:gd name="T18" fmla="*/ 344 w 572"/>
                <a:gd name="T19" fmla="*/ 567 h 573"/>
                <a:gd name="T20" fmla="*/ 315 w 572"/>
                <a:gd name="T21" fmla="*/ 571 h 573"/>
                <a:gd name="T22" fmla="*/ 286 w 572"/>
                <a:gd name="T23" fmla="*/ 573 h 573"/>
                <a:gd name="T24" fmla="*/ 272 w 572"/>
                <a:gd name="T25" fmla="*/ 572 h 573"/>
                <a:gd name="T26" fmla="*/ 242 w 572"/>
                <a:gd name="T27" fmla="*/ 570 h 573"/>
                <a:gd name="T28" fmla="*/ 215 w 572"/>
                <a:gd name="T29" fmla="*/ 564 h 573"/>
                <a:gd name="T30" fmla="*/ 175 w 572"/>
                <a:gd name="T31" fmla="*/ 550 h 573"/>
                <a:gd name="T32" fmla="*/ 126 w 572"/>
                <a:gd name="T33" fmla="*/ 524 h 573"/>
                <a:gd name="T34" fmla="*/ 84 w 572"/>
                <a:gd name="T35" fmla="*/ 489 h 573"/>
                <a:gd name="T36" fmla="*/ 49 w 572"/>
                <a:gd name="T37" fmla="*/ 447 h 573"/>
                <a:gd name="T38" fmla="*/ 23 w 572"/>
                <a:gd name="T39" fmla="*/ 398 h 573"/>
                <a:gd name="T40" fmla="*/ 10 w 572"/>
                <a:gd name="T41" fmla="*/ 358 h 573"/>
                <a:gd name="T42" fmla="*/ 4 w 572"/>
                <a:gd name="T43" fmla="*/ 330 h 573"/>
                <a:gd name="T44" fmla="*/ 0 w 572"/>
                <a:gd name="T45" fmla="*/ 302 h 573"/>
                <a:gd name="T46" fmla="*/ 0 w 572"/>
                <a:gd name="T47" fmla="*/ 286 h 573"/>
                <a:gd name="T48" fmla="*/ 1 w 572"/>
                <a:gd name="T49" fmla="*/ 258 h 573"/>
                <a:gd name="T50" fmla="*/ 6 w 572"/>
                <a:gd name="T51" fmla="*/ 230 h 573"/>
                <a:gd name="T52" fmla="*/ 13 w 572"/>
                <a:gd name="T53" fmla="*/ 201 h 573"/>
                <a:gd name="T54" fmla="*/ 34 w 572"/>
                <a:gd name="T55" fmla="*/ 150 h 573"/>
                <a:gd name="T56" fmla="*/ 65 w 572"/>
                <a:gd name="T57" fmla="*/ 104 h 573"/>
                <a:gd name="T58" fmla="*/ 104 w 572"/>
                <a:gd name="T59" fmla="*/ 65 h 573"/>
                <a:gd name="T60" fmla="*/ 150 w 572"/>
                <a:gd name="T61" fmla="*/ 35 h 573"/>
                <a:gd name="T62" fmla="*/ 201 w 572"/>
                <a:gd name="T63" fmla="*/ 13 h 573"/>
                <a:gd name="T64" fmla="*/ 229 w 572"/>
                <a:gd name="T65" fmla="*/ 6 h 573"/>
                <a:gd name="T66" fmla="*/ 258 w 572"/>
                <a:gd name="T67" fmla="*/ 1 h 573"/>
                <a:gd name="T68" fmla="*/ 286 w 572"/>
                <a:gd name="T69" fmla="*/ 0 h 573"/>
                <a:gd name="T70" fmla="*/ 301 w 572"/>
                <a:gd name="T71" fmla="*/ 0 h 573"/>
                <a:gd name="T72" fmla="*/ 330 w 572"/>
                <a:gd name="T73" fmla="*/ 4 h 573"/>
                <a:gd name="T74" fmla="*/ 358 w 572"/>
                <a:gd name="T75" fmla="*/ 10 h 573"/>
                <a:gd name="T76" fmla="*/ 398 w 572"/>
                <a:gd name="T77" fmla="*/ 23 h 573"/>
                <a:gd name="T78" fmla="*/ 446 w 572"/>
                <a:gd name="T79" fmla="*/ 50 h 573"/>
                <a:gd name="T80" fmla="*/ 489 w 572"/>
                <a:gd name="T81" fmla="*/ 84 h 573"/>
                <a:gd name="T82" fmla="*/ 523 w 572"/>
                <a:gd name="T83" fmla="*/ 127 h 573"/>
                <a:gd name="T84" fmla="*/ 549 w 572"/>
                <a:gd name="T85" fmla="*/ 175 h 573"/>
                <a:gd name="T86" fmla="*/ 563 w 572"/>
                <a:gd name="T87" fmla="*/ 215 h 573"/>
                <a:gd name="T88" fmla="*/ 569 w 572"/>
                <a:gd name="T89" fmla="*/ 243 h 573"/>
                <a:gd name="T90" fmla="*/ 572 w 572"/>
                <a:gd name="T91" fmla="*/ 272 h 573"/>
                <a:gd name="T92" fmla="*/ 572 w 572"/>
                <a:gd name="T93" fmla="*/ 286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2" h="573">
                  <a:moveTo>
                    <a:pt x="572" y="286"/>
                  </a:moveTo>
                  <a:lnTo>
                    <a:pt x="572" y="286"/>
                  </a:lnTo>
                  <a:lnTo>
                    <a:pt x="572" y="302"/>
                  </a:lnTo>
                  <a:lnTo>
                    <a:pt x="570" y="316"/>
                  </a:lnTo>
                  <a:lnTo>
                    <a:pt x="569" y="330"/>
                  </a:lnTo>
                  <a:lnTo>
                    <a:pt x="567" y="344"/>
                  </a:lnTo>
                  <a:lnTo>
                    <a:pt x="563" y="358"/>
                  </a:lnTo>
                  <a:lnTo>
                    <a:pt x="560" y="371"/>
                  </a:lnTo>
                  <a:lnTo>
                    <a:pt x="549" y="398"/>
                  </a:lnTo>
                  <a:lnTo>
                    <a:pt x="537" y="423"/>
                  </a:lnTo>
                  <a:lnTo>
                    <a:pt x="523" y="447"/>
                  </a:lnTo>
                  <a:lnTo>
                    <a:pt x="507" y="468"/>
                  </a:lnTo>
                  <a:lnTo>
                    <a:pt x="489" y="489"/>
                  </a:lnTo>
                  <a:lnTo>
                    <a:pt x="468" y="507"/>
                  </a:lnTo>
                  <a:lnTo>
                    <a:pt x="446" y="524"/>
                  </a:lnTo>
                  <a:lnTo>
                    <a:pt x="423" y="538"/>
                  </a:lnTo>
                  <a:lnTo>
                    <a:pt x="398" y="550"/>
                  </a:lnTo>
                  <a:lnTo>
                    <a:pt x="371" y="560"/>
                  </a:lnTo>
                  <a:lnTo>
                    <a:pt x="358" y="564"/>
                  </a:lnTo>
                  <a:lnTo>
                    <a:pt x="344" y="567"/>
                  </a:lnTo>
                  <a:lnTo>
                    <a:pt x="330" y="570"/>
                  </a:lnTo>
                  <a:lnTo>
                    <a:pt x="315" y="571"/>
                  </a:lnTo>
                  <a:lnTo>
                    <a:pt x="301" y="572"/>
                  </a:lnTo>
                  <a:lnTo>
                    <a:pt x="286" y="573"/>
                  </a:lnTo>
                  <a:lnTo>
                    <a:pt x="286" y="573"/>
                  </a:lnTo>
                  <a:lnTo>
                    <a:pt x="272" y="572"/>
                  </a:lnTo>
                  <a:lnTo>
                    <a:pt x="258" y="571"/>
                  </a:lnTo>
                  <a:lnTo>
                    <a:pt x="242" y="570"/>
                  </a:lnTo>
                  <a:lnTo>
                    <a:pt x="229" y="567"/>
                  </a:lnTo>
                  <a:lnTo>
                    <a:pt x="215" y="564"/>
                  </a:lnTo>
                  <a:lnTo>
                    <a:pt x="201" y="560"/>
                  </a:lnTo>
                  <a:lnTo>
                    <a:pt x="175" y="550"/>
                  </a:lnTo>
                  <a:lnTo>
                    <a:pt x="150" y="538"/>
                  </a:lnTo>
                  <a:lnTo>
                    <a:pt x="126" y="524"/>
                  </a:lnTo>
                  <a:lnTo>
                    <a:pt x="104" y="507"/>
                  </a:lnTo>
                  <a:lnTo>
                    <a:pt x="84" y="489"/>
                  </a:lnTo>
                  <a:lnTo>
                    <a:pt x="65" y="468"/>
                  </a:lnTo>
                  <a:lnTo>
                    <a:pt x="49" y="447"/>
                  </a:lnTo>
                  <a:lnTo>
                    <a:pt x="34" y="423"/>
                  </a:lnTo>
                  <a:lnTo>
                    <a:pt x="23" y="398"/>
                  </a:lnTo>
                  <a:lnTo>
                    <a:pt x="13" y="371"/>
                  </a:lnTo>
                  <a:lnTo>
                    <a:pt x="10" y="358"/>
                  </a:lnTo>
                  <a:lnTo>
                    <a:pt x="6" y="344"/>
                  </a:lnTo>
                  <a:lnTo>
                    <a:pt x="4" y="330"/>
                  </a:lnTo>
                  <a:lnTo>
                    <a:pt x="1" y="316"/>
                  </a:lnTo>
                  <a:lnTo>
                    <a:pt x="0" y="302"/>
                  </a:lnTo>
                  <a:lnTo>
                    <a:pt x="0" y="286"/>
                  </a:lnTo>
                  <a:lnTo>
                    <a:pt x="0" y="286"/>
                  </a:lnTo>
                  <a:lnTo>
                    <a:pt x="0" y="272"/>
                  </a:lnTo>
                  <a:lnTo>
                    <a:pt x="1" y="258"/>
                  </a:lnTo>
                  <a:lnTo>
                    <a:pt x="4" y="243"/>
                  </a:lnTo>
                  <a:lnTo>
                    <a:pt x="6" y="230"/>
                  </a:lnTo>
                  <a:lnTo>
                    <a:pt x="10" y="215"/>
                  </a:lnTo>
                  <a:lnTo>
                    <a:pt x="13" y="201"/>
                  </a:lnTo>
                  <a:lnTo>
                    <a:pt x="23" y="175"/>
                  </a:lnTo>
                  <a:lnTo>
                    <a:pt x="34" y="150"/>
                  </a:lnTo>
                  <a:lnTo>
                    <a:pt x="49" y="127"/>
                  </a:lnTo>
                  <a:lnTo>
                    <a:pt x="65" y="104"/>
                  </a:lnTo>
                  <a:lnTo>
                    <a:pt x="84" y="84"/>
                  </a:lnTo>
                  <a:lnTo>
                    <a:pt x="104" y="65"/>
                  </a:lnTo>
                  <a:lnTo>
                    <a:pt x="126" y="50"/>
                  </a:lnTo>
                  <a:lnTo>
                    <a:pt x="150" y="35"/>
                  </a:lnTo>
                  <a:lnTo>
                    <a:pt x="175" y="23"/>
                  </a:lnTo>
                  <a:lnTo>
                    <a:pt x="201" y="13"/>
                  </a:lnTo>
                  <a:lnTo>
                    <a:pt x="215" y="10"/>
                  </a:lnTo>
                  <a:lnTo>
                    <a:pt x="229" y="6"/>
                  </a:lnTo>
                  <a:lnTo>
                    <a:pt x="242" y="4"/>
                  </a:lnTo>
                  <a:lnTo>
                    <a:pt x="258" y="1"/>
                  </a:lnTo>
                  <a:lnTo>
                    <a:pt x="272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301" y="0"/>
                  </a:lnTo>
                  <a:lnTo>
                    <a:pt x="315" y="1"/>
                  </a:lnTo>
                  <a:lnTo>
                    <a:pt x="330" y="4"/>
                  </a:lnTo>
                  <a:lnTo>
                    <a:pt x="344" y="6"/>
                  </a:lnTo>
                  <a:lnTo>
                    <a:pt x="358" y="10"/>
                  </a:lnTo>
                  <a:lnTo>
                    <a:pt x="371" y="13"/>
                  </a:lnTo>
                  <a:lnTo>
                    <a:pt x="398" y="23"/>
                  </a:lnTo>
                  <a:lnTo>
                    <a:pt x="423" y="35"/>
                  </a:lnTo>
                  <a:lnTo>
                    <a:pt x="446" y="50"/>
                  </a:lnTo>
                  <a:lnTo>
                    <a:pt x="468" y="65"/>
                  </a:lnTo>
                  <a:lnTo>
                    <a:pt x="489" y="84"/>
                  </a:lnTo>
                  <a:lnTo>
                    <a:pt x="507" y="104"/>
                  </a:lnTo>
                  <a:lnTo>
                    <a:pt x="523" y="127"/>
                  </a:lnTo>
                  <a:lnTo>
                    <a:pt x="537" y="150"/>
                  </a:lnTo>
                  <a:lnTo>
                    <a:pt x="549" y="175"/>
                  </a:lnTo>
                  <a:lnTo>
                    <a:pt x="560" y="201"/>
                  </a:lnTo>
                  <a:lnTo>
                    <a:pt x="563" y="215"/>
                  </a:lnTo>
                  <a:lnTo>
                    <a:pt x="567" y="230"/>
                  </a:lnTo>
                  <a:lnTo>
                    <a:pt x="569" y="243"/>
                  </a:lnTo>
                  <a:lnTo>
                    <a:pt x="570" y="258"/>
                  </a:lnTo>
                  <a:lnTo>
                    <a:pt x="572" y="272"/>
                  </a:lnTo>
                  <a:lnTo>
                    <a:pt x="572" y="286"/>
                  </a:lnTo>
                  <a:lnTo>
                    <a:pt x="572" y="2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Freeform 150"/>
            <p:cNvSpPr>
              <a:spLocks/>
            </p:cNvSpPr>
            <p:nvPr/>
          </p:nvSpPr>
          <p:spPr bwMode="auto">
            <a:xfrm>
              <a:off x="5199230" y="3579814"/>
              <a:ext cx="100013" cy="63500"/>
            </a:xfrm>
            <a:custGeom>
              <a:avLst/>
              <a:gdLst>
                <a:gd name="T0" fmla="*/ 312 w 312"/>
                <a:gd name="T1" fmla="*/ 0 h 200"/>
                <a:gd name="T2" fmla="*/ 130 w 312"/>
                <a:gd name="T3" fmla="*/ 200 h 200"/>
                <a:gd name="T4" fmla="*/ 0 w 312"/>
                <a:gd name="T5" fmla="*/ 7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" h="200">
                  <a:moveTo>
                    <a:pt x="312" y="0"/>
                  </a:moveTo>
                  <a:lnTo>
                    <a:pt x="130" y="200"/>
                  </a:lnTo>
                  <a:lnTo>
                    <a:pt x="0" y="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" name="Gruppieren 70"/>
          <p:cNvGrpSpPr/>
          <p:nvPr/>
        </p:nvGrpSpPr>
        <p:grpSpPr>
          <a:xfrm>
            <a:off x="3215655" y="2190778"/>
            <a:ext cx="270703" cy="323958"/>
            <a:chOff x="2589380" y="4887914"/>
            <a:chExt cx="290512" cy="347663"/>
          </a:xfrm>
        </p:grpSpPr>
        <p:sp>
          <p:nvSpPr>
            <p:cNvPr id="72" name="Freeform 151"/>
            <p:cNvSpPr>
              <a:spLocks/>
            </p:cNvSpPr>
            <p:nvPr/>
          </p:nvSpPr>
          <p:spPr bwMode="auto">
            <a:xfrm>
              <a:off x="2589380" y="4887914"/>
              <a:ext cx="242888" cy="317500"/>
            </a:xfrm>
            <a:custGeom>
              <a:avLst/>
              <a:gdLst>
                <a:gd name="T0" fmla="*/ 429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5 w 763"/>
                <a:gd name="T7" fmla="*/ 0 h 1002"/>
                <a:gd name="T8" fmla="*/ 763 w 763"/>
                <a:gd name="T9" fmla="*/ 239 h 1002"/>
                <a:gd name="T10" fmla="*/ 763 w 763"/>
                <a:gd name="T11" fmla="*/ 286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29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763" y="239"/>
                  </a:lnTo>
                  <a:lnTo>
                    <a:pt x="763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" name="Freeform 152"/>
            <p:cNvSpPr>
              <a:spLocks/>
            </p:cNvSpPr>
            <p:nvPr/>
          </p:nvSpPr>
          <p:spPr bwMode="auto">
            <a:xfrm>
              <a:off x="2756067" y="4887914"/>
              <a:ext cx="76200" cy="76200"/>
            </a:xfrm>
            <a:custGeom>
              <a:avLst/>
              <a:gdLst>
                <a:gd name="T0" fmla="*/ 0 w 238"/>
                <a:gd name="T1" fmla="*/ 0 h 239"/>
                <a:gd name="T2" fmla="*/ 0 w 238"/>
                <a:gd name="T3" fmla="*/ 239 h 239"/>
                <a:gd name="T4" fmla="*/ 238 w 238"/>
                <a:gd name="T5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" h="239">
                  <a:moveTo>
                    <a:pt x="0" y="0"/>
                  </a:moveTo>
                  <a:lnTo>
                    <a:pt x="0" y="239"/>
                  </a:lnTo>
                  <a:lnTo>
                    <a:pt x="238" y="23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" name="Freeform 153"/>
            <p:cNvSpPr>
              <a:spLocks/>
            </p:cNvSpPr>
            <p:nvPr/>
          </p:nvSpPr>
          <p:spPr bwMode="auto">
            <a:xfrm>
              <a:off x="2770355" y="5137152"/>
              <a:ext cx="92075" cy="98425"/>
            </a:xfrm>
            <a:custGeom>
              <a:avLst/>
              <a:gdLst>
                <a:gd name="T0" fmla="*/ 286 w 286"/>
                <a:gd name="T1" fmla="*/ 0 h 311"/>
                <a:gd name="T2" fmla="*/ 286 w 286"/>
                <a:gd name="T3" fmla="*/ 311 h 311"/>
                <a:gd name="T4" fmla="*/ 143 w 286"/>
                <a:gd name="T5" fmla="*/ 191 h 311"/>
                <a:gd name="T6" fmla="*/ 0 w 286"/>
                <a:gd name="T7" fmla="*/ 311 h 311"/>
                <a:gd name="T8" fmla="*/ 0 w 286"/>
                <a:gd name="T9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311">
                  <a:moveTo>
                    <a:pt x="286" y="0"/>
                  </a:moveTo>
                  <a:lnTo>
                    <a:pt x="286" y="311"/>
                  </a:lnTo>
                  <a:lnTo>
                    <a:pt x="143" y="191"/>
                  </a:ln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154"/>
            <p:cNvSpPr>
              <a:spLocks/>
            </p:cNvSpPr>
            <p:nvPr/>
          </p:nvSpPr>
          <p:spPr bwMode="auto">
            <a:xfrm>
              <a:off x="2794167" y="5068889"/>
              <a:ext cx="44450" cy="46038"/>
            </a:xfrm>
            <a:custGeom>
              <a:avLst/>
              <a:gdLst>
                <a:gd name="T0" fmla="*/ 143 w 143"/>
                <a:gd name="T1" fmla="*/ 71 h 143"/>
                <a:gd name="T2" fmla="*/ 143 w 143"/>
                <a:gd name="T3" fmla="*/ 71 h 143"/>
                <a:gd name="T4" fmla="*/ 143 w 143"/>
                <a:gd name="T5" fmla="*/ 78 h 143"/>
                <a:gd name="T6" fmla="*/ 141 w 143"/>
                <a:gd name="T7" fmla="*/ 85 h 143"/>
                <a:gd name="T8" fmla="*/ 137 w 143"/>
                <a:gd name="T9" fmla="*/ 99 h 143"/>
                <a:gd name="T10" fmla="*/ 130 w 143"/>
                <a:gd name="T11" fmla="*/ 111 h 143"/>
                <a:gd name="T12" fmla="*/ 121 w 143"/>
                <a:gd name="T13" fmla="*/ 122 h 143"/>
                <a:gd name="T14" fmla="*/ 111 w 143"/>
                <a:gd name="T15" fmla="*/ 130 h 143"/>
                <a:gd name="T16" fmla="*/ 99 w 143"/>
                <a:gd name="T17" fmla="*/ 137 h 143"/>
                <a:gd name="T18" fmla="*/ 85 w 143"/>
                <a:gd name="T19" fmla="*/ 141 h 143"/>
                <a:gd name="T20" fmla="*/ 78 w 143"/>
                <a:gd name="T21" fmla="*/ 142 h 143"/>
                <a:gd name="T22" fmla="*/ 71 w 143"/>
                <a:gd name="T23" fmla="*/ 143 h 143"/>
                <a:gd name="T24" fmla="*/ 71 w 143"/>
                <a:gd name="T25" fmla="*/ 143 h 143"/>
                <a:gd name="T26" fmla="*/ 64 w 143"/>
                <a:gd name="T27" fmla="*/ 142 h 143"/>
                <a:gd name="T28" fmla="*/ 56 w 143"/>
                <a:gd name="T29" fmla="*/ 141 h 143"/>
                <a:gd name="T30" fmla="*/ 43 w 143"/>
                <a:gd name="T31" fmla="*/ 137 h 143"/>
                <a:gd name="T32" fmla="*/ 30 w 143"/>
                <a:gd name="T33" fmla="*/ 130 h 143"/>
                <a:gd name="T34" fmla="*/ 20 w 143"/>
                <a:gd name="T35" fmla="*/ 122 h 143"/>
                <a:gd name="T36" fmla="*/ 12 w 143"/>
                <a:gd name="T37" fmla="*/ 111 h 143"/>
                <a:gd name="T38" fmla="*/ 6 w 143"/>
                <a:gd name="T39" fmla="*/ 99 h 143"/>
                <a:gd name="T40" fmla="*/ 1 w 143"/>
                <a:gd name="T41" fmla="*/ 85 h 143"/>
                <a:gd name="T42" fmla="*/ 0 w 143"/>
                <a:gd name="T43" fmla="*/ 78 h 143"/>
                <a:gd name="T44" fmla="*/ 0 w 143"/>
                <a:gd name="T45" fmla="*/ 71 h 143"/>
                <a:gd name="T46" fmla="*/ 0 w 143"/>
                <a:gd name="T47" fmla="*/ 71 h 143"/>
                <a:gd name="T48" fmla="*/ 0 w 143"/>
                <a:gd name="T49" fmla="*/ 64 h 143"/>
                <a:gd name="T50" fmla="*/ 1 w 143"/>
                <a:gd name="T51" fmla="*/ 57 h 143"/>
                <a:gd name="T52" fmla="*/ 6 w 143"/>
                <a:gd name="T53" fmla="*/ 44 h 143"/>
                <a:gd name="T54" fmla="*/ 12 w 143"/>
                <a:gd name="T55" fmla="*/ 31 h 143"/>
                <a:gd name="T56" fmla="*/ 20 w 143"/>
                <a:gd name="T57" fmla="*/ 20 h 143"/>
                <a:gd name="T58" fmla="*/ 30 w 143"/>
                <a:gd name="T59" fmla="*/ 12 h 143"/>
                <a:gd name="T60" fmla="*/ 43 w 143"/>
                <a:gd name="T61" fmla="*/ 5 h 143"/>
                <a:gd name="T62" fmla="*/ 56 w 143"/>
                <a:gd name="T63" fmla="*/ 1 h 143"/>
                <a:gd name="T64" fmla="*/ 64 w 143"/>
                <a:gd name="T65" fmla="*/ 0 h 143"/>
                <a:gd name="T66" fmla="*/ 71 w 143"/>
                <a:gd name="T67" fmla="*/ 0 h 143"/>
                <a:gd name="T68" fmla="*/ 71 w 143"/>
                <a:gd name="T69" fmla="*/ 0 h 143"/>
                <a:gd name="T70" fmla="*/ 78 w 143"/>
                <a:gd name="T71" fmla="*/ 0 h 143"/>
                <a:gd name="T72" fmla="*/ 85 w 143"/>
                <a:gd name="T73" fmla="*/ 1 h 143"/>
                <a:gd name="T74" fmla="*/ 99 w 143"/>
                <a:gd name="T75" fmla="*/ 5 h 143"/>
                <a:gd name="T76" fmla="*/ 111 w 143"/>
                <a:gd name="T77" fmla="*/ 12 h 143"/>
                <a:gd name="T78" fmla="*/ 121 w 143"/>
                <a:gd name="T79" fmla="*/ 20 h 143"/>
                <a:gd name="T80" fmla="*/ 130 w 143"/>
                <a:gd name="T81" fmla="*/ 31 h 143"/>
                <a:gd name="T82" fmla="*/ 137 w 143"/>
                <a:gd name="T83" fmla="*/ 44 h 143"/>
                <a:gd name="T84" fmla="*/ 141 w 143"/>
                <a:gd name="T85" fmla="*/ 57 h 143"/>
                <a:gd name="T86" fmla="*/ 143 w 143"/>
                <a:gd name="T87" fmla="*/ 64 h 143"/>
                <a:gd name="T88" fmla="*/ 143 w 143"/>
                <a:gd name="T89" fmla="*/ 71 h 143"/>
                <a:gd name="T90" fmla="*/ 143 w 143"/>
                <a:gd name="T91" fmla="*/ 7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lnTo>
                    <a:pt x="143" y="71"/>
                  </a:lnTo>
                  <a:lnTo>
                    <a:pt x="143" y="78"/>
                  </a:lnTo>
                  <a:lnTo>
                    <a:pt x="141" y="85"/>
                  </a:lnTo>
                  <a:lnTo>
                    <a:pt x="137" y="99"/>
                  </a:lnTo>
                  <a:lnTo>
                    <a:pt x="130" y="111"/>
                  </a:lnTo>
                  <a:lnTo>
                    <a:pt x="121" y="122"/>
                  </a:lnTo>
                  <a:lnTo>
                    <a:pt x="111" y="130"/>
                  </a:lnTo>
                  <a:lnTo>
                    <a:pt x="99" y="137"/>
                  </a:lnTo>
                  <a:lnTo>
                    <a:pt x="85" y="141"/>
                  </a:lnTo>
                  <a:lnTo>
                    <a:pt x="78" y="142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64" y="142"/>
                  </a:lnTo>
                  <a:lnTo>
                    <a:pt x="56" y="141"/>
                  </a:lnTo>
                  <a:lnTo>
                    <a:pt x="43" y="137"/>
                  </a:lnTo>
                  <a:lnTo>
                    <a:pt x="30" y="130"/>
                  </a:lnTo>
                  <a:lnTo>
                    <a:pt x="20" y="122"/>
                  </a:lnTo>
                  <a:lnTo>
                    <a:pt x="12" y="111"/>
                  </a:lnTo>
                  <a:lnTo>
                    <a:pt x="6" y="99"/>
                  </a:lnTo>
                  <a:lnTo>
                    <a:pt x="1" y="85"/>
                  </a:lnTo>
                  <a:lnTo>
                    <a:pt x="0" y="78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6" y="44"/>
                  </a:lnTo>
                  <a:lnTo>
                    <a:pt x="12" y="31"/>
                  </a:lnTo>
                  <a:lnTo>
                    <a:pt x="20" y="20"/>
                  </a:lnTo>
                  <a:lnTo>
                    <a:pt x="30" y="12"/>
                  </a:lnTo>
                  <a:lnTo>
                    <a:pt x="43" y="5"/>
                  </a:lnTo>
                  <a:lnTo>
                    <a:pt x="56" y="1"/>
                  </a:lnTo>
                  <a:lnTo>
                    <a:pt x="64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85" y="1"/>
                  </a:lnTo>
                  <a:lnTo>
                    <a:pt x="99" y="5"/>
                  </a:lnTo>
                  <a:lnTo>
                    <a:pt x="111" y="12"/>
                  </a:lnTo>
                  <a:lnTo>
                    <a:pt x="121" y="20"/>
                  </a:lnTo>
                  <a:lnTo>
                    <a:pt x="130" y="31"/>
                  </a:lnTo>
                  <a:lnTo>
                    <a:pt x="137" y="44"/>
                  </a:lnTo>
                  <a:lnTo>
                    <a:pt x="141" y="57"/>
                  </a:lnTo>
                  <a:lnTo>
                    <a:pt x="143" y="64"/>
                  </a:lnTo>
                  <a:lnTo>
                    <a:pt x="143" y="71"/>
                  </a:lnTo>
                  <a:lnTo>
                    <a:pt x="143" y="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155"/>
            <p:cNvSpPr>
              <a:spLocks/>
            </p:cNvSpPr>
            <p:nvPr/>
          </p:nvSpPr>
          <p:spPr bwMode="auto">
            <a:xfrm>
              <a:off x="2752892" y="5024439"/>
              <a:ext cx="127000" cy="136525"/>
            </a:xfrm>
            <a:custGeom>
              <a:avLst/>
              <a:gdLst>
                <a:gd name="T0" fmla="*/ 376 w 397"/>
                <a:gd name="T1" fmla="*/ 215 h 430"/>
                <a:gd name="T2" fmla="*/ 391 w 397"/>
                <a:gd name="T3" fmla="*/ 190 h 430"/>
                <a:gd name="T4" fmla="*/ 397 w 397"/>
                <a:gd name="T5" fmla="*/ 163 h 430"/>
                <a:gd name="T6" fmla="*/ 396 w 397"/>
                <a:gd name="T7" fmla="*/ 135 h 430"/>
                <a:gd name="T8" fmla="*/ 385 w 397"/>
                <a:gd name="T9" fmla="*/ 107 h 430"/>
                <a:gd name="T10" fmla="*/ 376 w 397"/>
                <a:gd name="T11" fmla="*/ 96 h 430"/>
                <a:gd name="T12" fmla="*/ 354 w 397"/>
                <a:gd name="T13" fmla="*/ 77 h 430"/>
                <a:gd name="T14" fmla="*/ 330 w 397"/>
                <a:gd name="T15" fmla="*/ 64 h 430"/>
                <a:gd name="T16" fmla="*/ 301 w 397"/>
                <a:gd name="T17" fmla="*/ 60 h 430"/>
                <a:gd name="T18" fmla="*/ 287 w 397"/>
                <a:gd name="T19" fmla="*/ 61 h 430"/>
                <a:gd name="T20" fmla="*/ 274 w 397"/>
                <a:gd name="T21" fmla="*/ 37 h 430"/>
                <a:gd name="T22" fmla="*/ 253 w 397"/>
                <a:gd name="T23" fmla="*/ 18 h 430"/>
                <a:gd name="T24" fmla="*/ 228 w 397"/>
                <a:gd name="T25" fmla="*/ 5 h 430"/>
                <a:gd name="T26" fmla="*/ 199 w 397"/>
                <a:gd name="T27" fmla="*/ 0 h 430"/>
                <a:gd name="T28" fmla="*/ 184 w 397"/>
                <a:gd name="T29" fmla="*/ 1 h 430"/>
                <a:gd name="T30" fmla="*/ 157 w 397"/>
                <a:gd name="T31" fmla="*/ 11 h 430"/>
                <a:gd name="T32" fmla="*/ 134 w 397"/>
                <a:gd name="T33" fmla="*/ 26 h 430"/>
                <a:gd name="T34" fmla="*/ 116 w 397"/>
                <a:gd name="T35" fmla="*/ 48 h 430"/>
                <a:gd name="T36" fmla="*/ 110 w 397"/>
                <a:gd name="T37" fmla="*/ 61 h 430"/>
                <a:gd name="T38" fmla="*/ 82 w 397"/>
                <a:gd name="T39" fmla="*/ 61 h 430"/>
                <a:gd name="T40" fmla="*/ 56 w 397"/>
                <a:gd name="T41" fmla="*/ 70 h 430"/>
                <a:gd name="T42" fmla="*/ 32 w 397"/>
                <a:gd name="T43" fmla="*/ 85 h 430"/>
                <a:gd name="T44" fmla="*/ 13 w 397"/>
                <a:gd name="T45" fmla="*/ 107 h 430"/>
                <a:gd name="T46" fmla="*/ 7 w 397"/>
                <a:gd name="T47" fmla="*/ 122 h 430"/>
                <a:gd name="T48" fmla="*/ 0 w 397"/>
                <a:gd name="T49" fmla="*/ 149 h 430"/>
                <a:gd name="T50" fmla="*/ 3 w 397"/>
                <a:gd name="T51" fmla="*/ 177 h 430"/>
                <a:gd name="T52" fmla="*/ 13 w 397"/>
                <a:gd name="T53" fmla="*/ 203 h 430"/>
                <a:gd name="T54" fmla="*/ 22 w 397"/>
                <a:gd name="T55" fmla="*/ 215 h 430"/>
                <a:gd name="T56" fmla="*/ 7 w 397"/>
                <a:gd name="T57" fmla="*/ 240 h 430"/>
                <a:gd name="T58" fmla="*/ 1 w 397"/>
                <a:gd name="T59" fmla="*/ 267 h 430"/>
                <a:gd name="T60" fmla="*/ 3 w 397"/>
                <a:gd name="T61" fmla="*/ 295 h 430"/>
                <a:gd name="T62" fmla="*/ 13 w 397"/>
                <a:gd name="T63" fmla="*/ 323 h 430"/>
                <a:gd name="T64" fmla="*/ 22 w 397"/>
                <a:gd name="T65" fmla="*/ 334 h 430"/>
                <a:gd name="T66" fmla="*/ 43 w 397"/>
                <a:gd name="T67" fmla="*/ 354 h 430"/>
                <a:gd name="T68" fmla="*/ 69 w 397"/>
                <a:gd name="T69" fmla="*/ 366 h 430"/>
                <a:gd name="T70" fmla="*/ 96 w 397"/>
                <a:gd name="T71" fmla="*/ 370 h 430"/>
                <a:gd name="T72" fmla="*/ 110 w 397"/>
                <a:gd name="T73" fmla="*/ 369 h 430"/>
                <a:gd name="T74" fmla="*/ 124 w 397"/>
                <a:gd name="T75" fmla="*/ 393 h 430"/>
                <a:gd name="T76" fmla="*/ 144 w 397"/>
                <a:gd name="T77" fmla="*/ 412 h 430"/>
                <a:gd name="T78" fmla="*/ 170 w 397"/>
                <a:gd name="T79" fmla="*/ 425 h 430"/>
                <a:gd name="T80" fmla="*/ 199 w 397"/>
                <a:gd name="T81" fmla="*/ 430 h 430"/>
                <a:gd name="T82" fmla="*/ 214 w 397"/>
                <a:gd name="T83" fmla="*/ 429 h 430"/>
                <a:gd name="T84" fmla="*/ 241 w 397"/>
                <a:gd name="T85" fmla="*/ 419 h 430"/>
                <a:gd name="T86" fmla="*/ 265 w 397"/>
                <a:gd name="T87" fmla="*/ 404 h 430"/>
                <a:gd name="T88" fmla="*/ 281 w 397"/>
                <a:gd name="T89" fmla="*/ 382 h 430"/>
                <a:gd name="T90" fmla="*/ 287 w 397"/>
                <a:gd name="T91" fmla="*/ 369 h 430"/>
                <a:gd name="T92" fmla="*/ 316 w 397"/>
                <a:gd name="T93" fmla="*/ 369 h 430"/>
                <a:gd name="T94" fmla="*/ 343 w 397"/>
                <a:gd name="T95" fmla="*/ 362 h 430"/>
                <a:gd name="T96" fmla="*/ 366 w 397"/>
                <a:gd name="T97" fmla="*/ 345 h 430"/>
                <a:gd name="T98" fmla="*/ 385 w 397"/>
                <a:gd name="T99" fmla="*/ 323 h 430"/>
                <a:gd name="T100" fmla="*/ 391 w 397"/>
                <a:gd name="T101" fmla="*/ 310 h 430"/>
                <a:gd name="T102" fmla="*/ 397 w 397"/>
                <a:gd name="T103" fmla="*/ 281 h 430"/>
                <a:gd name="T104" fmla="*/ 395 w 397"/>
                <a:gd name="T105" fmla="*/ 253 h 430"/>
                <a:gd name="T106" fmla="*/ 384 w 397"/>
                <a:gd name="T107" fmla="*/ 227 h 430"/>
                <a:gd name="T108" fmla="*/ 376 w 397"/>
                <a:gd name="T109" fmla="*/ 215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7" h="430">
                  <a:moveTo>
                    <a:pt x="376" y="215"/>
                  </a:moveTo>
                  <a:lnTo>
                    <a:pt x="376" y="215"/>
                  </a:lnTo>
                  <a:lnTo>
                    <a:pt x="384" y="203"/>
                  </a:lnTo>
                  <a:lnTo>
                    <a:pt x="391" y="190"/>
                  </a:lnTo>
                  <a:lnTo>
                    <a:pt x="395" y="177"/>
                  </a:lnTo>
                  <a:lnTo>
                    <a:pt x="397" y="163"/>
                  </a:lnTo>
                  <a:lnTo>
                    <a:pt x="397" y="149"/>
                  </a:lnTo>
                  <a:lnTo>
                    <a:pt x="396" y="135"/>
                  </a:lnTo>
                  <a:lnTo>
                    <a:pt x="391" y="122"/>
                  </a:lnTo>
                  <a:lnTo>
                    <a:pt x="385" y="107"/>
                  </a:lnTo>
                  <a:lnTo>
                    <a:pt x="385" y="107"/>
                  </a:lnTo>
                  <a:lnTo>
                    <a:pt x="376" y="96"/>
                  </a:lnTo>
                  <a:lnTo>
                    <a:pt x="366" y="85"/>
                  </a:lnTo>
                  <a:lnTo>
                    <a:pt x="354" y="77"/>
                  </a:lnTo>
                  <a:lnTo>
                    <a:pt x="343" y="70"/>
                  </a:lnTo>
                  <a:lnTo>
                    <a:pt x="330" y="64"/>
                  </a:lnTo>
                  <a:lnTo>
                    <a:pt x="316" y="61"/>
                  </a:lnTo>
                  <a:lnTo>
                    <a:pt x="301" y="60"/>
                  </a:lnTo>
                  <a:lnTo>
                    <a:pt x="287" y="61"/>
                  </a:lnTo>
                  <a:lnTo>
                    <a:pt x="287" y="61"/>
                  </a:lnTo>
                  <a:lnTo>
                    <a:pt x="281" y="48"/>
                  </a:lnTo>
                  <a:lnTo>
                    <a:pt x="274" y="37"/>
                  </a:lnTo>
                  <a:lnTo>
                    <a:pt x="265" y="26"/>
                  </a:lnTo>
                  <a:lnTo>
                    <a:pt x="253" y="18"/>
                  </a:lnTo>
                  <a:lnTo>
                    <a:pt x="241" y="11"/>
                  </a:lnTo>
                  <a:lnTo>
                    <a:pt x="228" y="5"/>
                  </a:lnTo>
                  <a:lnTo>
                    <a:pt x="214" y="1"/>
                  </a:lnTo>
                  <a:lnTo>
                    <a:pt x="199" y="0"/>
                  </a:lnTo>
                  <a:lnTo>
                    <a:pt x="199" y="0"/>
                  </a:lnTo>
                  <a:lnTo>
                    <a:pt x="184" y="1"/>
                  </a:lnTo>
                  <a:lnTo>
                    <a:pt x="170" y="5"/>
                  </a:lnTo>
                  <a:lnTo>
                    <a:pt x="157" y="11"/>
                  </a:lnTo>
                  <a:lnTo>
                    <a:pt x="144" y="18"/>
                  </a:lnTo>
                  <a:lnTo>
                    <a:pt x="134" y="26"/>
                  </a:lnTo>
                  <a:lnTo>
                    <a:pt x="124" y="37"/>
                  </a:lnTo>
                  <a:lnTo>
                    <a:pt x="116" y="48"/>
                  </a:lnTo>
                  <a:lnTo>
                    <a:pt x="110" y="61"/>
                  </a:lnTo>
                  <a:lnTo>
                    <a:pt x="110" y="61"/>
                  </a:lnTo>
                  <a:lnTo>
                    <a:pt x="96" y="60"/>
                  </a:lnTo>
                  <a:lnTo>
                    <a:pt x="82" y="61"/>
                  </a:lnTo>
                  <a:lnTo>
                    <a:pt x="69" y="65"/>
                  </a:lnTo>
                  <a:lnTo>
                    <a:pt x="56" y="70"/>
                  </a:lnTo>
                  <a:lnTo>
                    <a:pt x="43" y="77"/>
                  </a:lnTo>
                  <a:lnTo>
                    <a:pt x="32" y="85"/>
                  </a:lnTo>
                  <a:lnTo>
                    <a:pt x="22" y="96"/>
                  </a:lnTo>
                  <a:lnTo>
                    <a:pt x="13" y="107"/>
                  </a:lnTo>
                  <a:lnTo>
                    <a:pt x="13" y="107"/>
                  </a:lnTo>
                  <a:lnTo>
                    <a:pt x="7" y="122"/>
                  </a:lnTo>
                  <a:lnTo>
                    <a:pt x="3" y="135"/>
                  </a:lnTo>
                  <a:lnTo>
                    <a:pt x="0" y="149"/>
                  </a:lnTo>
                  <a:lnTo>
                    <a:pt x="1" y="163"/>
                  </a:lnTo>
                  <a:lnTo>
                    <a:pt x="3" y="177"/>
                  </a:lnTo>
                  <a:lnTo>
                    <a:pt x="7" y="190"/>
                  </a:lnTo>
                  <a:lnTo>
                    <a:pt x="13" y="203"/>
                  </a:lnTo>
                  <a:lnTo>
                    <a:pt x="22" y="215"/>
                  </a:lnTo>
                  <a:lnTo>
                    <a:pt x="22" y="215"/>
                  </a:lnTo>
                  <a:lnTo>
                    <a:pt x="13" y="227"/>
                  </a:lnTo>
                  <a:lnTo>
                    <a:pt x="7" y="240"/>
                  </a:lnTo>
                  <a:lnTo>
                    <a:pt x="3" y="253"/>
                  </a:lnTo>
                  <a:lnTo>
                    <a:pt x="1" y="267"/>
                  </a:lnTo>
                  <a:lnTo>
                    <a:pt x="0" y="281"/>
                  </a:lnTo>
                  <a:lnTo>
                    <a:pt x="3" y="295"/>
                  </a:lnTo>
                  <a:lnTo>
                    <a:pt x="7" y="310"/>
                  </a:lnTo>
                  <a:lnTo>
                    <a:pt x="13" y="323"/>
                  </a:lnTo>
                  <a:lnTo>
                    <a:pt x="13" y="323"/>
                  </a:lnTo>
                  <a:lnTo>
                    <a:pt x="22" y="334"/>
                  </a:lnTo>
                  <a:lnTo>
                    <a:pt x="32" y="345"/>
                  </a:lnTo>
                  <a:lnTo>
                    <a:pt x="43" y="354"/>
                  </a:lnTo>
                  <a:lnTo>
                    <a:pt x="56" y="362"/>
                  </a:lnTo>
                  <a:lnTo>
                    <a:pt x="69" y="366"/>
                  </a:lnTo>
                  <a:lnTo>
                    <a:pt x="82" y="369"/>
                  </a:lnTo>
                  <a:lnTo>
                    <a:pt x="96" y="370"/>
                  </a:lnTo>
                  <a:lnTo>
                    <a:pt x="110" y="369"/>
                  </a:lnTo>
                  <a:lnTo>
                    <a:pt x="110" y="369"/>
                  </a:lnTo>
                  <a:lnTo>
                    <a:pt x="116" y="382"/>
                  </a:lnTo>
                  <a:lnTo>
                    <a:pt x="124" y="393"/>
                  </a:lnTo>
                  <a:lnTo>
                    <a:pt x="134" y="404"/>
                  </a:lnTo>
                  <a:lnTo>
                    <a:pt x="144" y="412"/>
                  </a:lnTo>
                  <a:lnTo>
                    <a:pt x="157" y="419"/>
                  </a:lnTo>
                  <a:lnTo>
                    <a:pt x="170" y="425"/>
                  </a:lnTo>
                  <a:lnTo>
                    <a:pt x="184" y="429"/>
                  </a:lnTo>
                  <a:lnTo>
                    <a:pt x="199" y="430"/>
                  </a:lnTo>
                  <a:lnTo>
                    <a:pt x="199" y="430"/>
                  </a:lnTo>
                  <a:lnTo>
                    <a:pt x="214" y="429"/>
                  </a:lnTo>
                  <a:lnTo>
                    <a:pt x="228" y="425"/>
                  </a:lnTo>
                  <a:lnTo>
                    <a:pt x="241" y="419"/>
                  </a:lnTo>
                  <a:lnTo>
                    <a:pt x="253" y="412"/>
                  </a:lnTo>
                  <a:lnTo>
                    <a:pt x="265" y="404"/>
                  </a:lnTo>
                  <a:lnTo>
                    <a:pt x="274" y="393"/>
                  </a:lnTo>
                  <a:lnTo>
                    <a:pt x="281" y="382"/>
                  </a:lnTo>
                  <a:lnTo>
                    <a:pt x="287" y="369"/>
                  </a:lnTo>
                  <a:lnTo>
                    <a:pt x="287" y="369"/>
                  </a:lnTo>
                  <a:lnTo>
                    <a:pt x="301" y="370"/>
                  </a:lnTo>
                  <a:lnTo>
                    <a:pt x="316" y="369"/>
                  </a:lnTo>
                  <a:lnTo>
                    <a:pt x="330" y="366"/>
                  </a:lnTo>
                  <a:lnTo>
                    <a:pt x="343" y="362"/>
                  </a:lnTo>
                  <a:lnTo>
                    <a:pt x="354" y="354"/>
                  </a:lnTo>
                  <a:lnTo>
                    <a:pt x="366" y="345"/>
                  </a:lnTo>
                  <a:lnTo>
                    <a:pt x="376" y="334"/>
                  </a:lnTo>
                  <a:lnTo>
                    <a:pt x="385" y="323"/>
                  </a:lnTo>
                  <a:lnTo>
                    <a:pt x="385" y="323"/>
                  </a:lnTo>
                  <a:lnTo>
                    <a:pt x="391" y="310"/>
                  </a:lnTo>
                  <a:lnTo>
                    <a:pt x="396" y="295"/>
                  </a:lnTo>
                  <a:lnTo>
                    <a:pt x="397" y="281"/>
                  </a:lnTo>
                  <a:lnTo>
                    <a:pt x="397" y="267"/>
                  </a:lnTo>
                  <a:lnTo>
                    <a:pt x="395" y="253"/>
                  </a:lnTo>
                  <a:lnTo>
                    <a:pt x="391" y="240"/>
                  </a:lnTo>
                  <a:lnTo>
                    <a:pt x="384" y="227"/>
                  </a:lnTo>
                  <a:lnTo>
                    <a:pt x="376" y="215"/>
                  </a:lnTo>
                  <a:lnTo>
                    <a:pt x="376" y="2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2345077" y="2805394"/>
            <a:ext cx="278100" cy="337270"/>
            <a:chOff x="2052484" y="4554125"/>
            <a:chExt cx="298450" cy="361950"/>
          </a:xfrm>
        </p:grpSpPr>
        <p:sp>
          <p:nvSpPr>
            <p:cNvPr id="78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9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0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1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2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3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4" name="Gruppieren 83"/>
          <p:cNvGrpSpPr/>
          <p:nvPr/>
        </p:nvGrpSpPr>
        <p:grpSpPr>
          <a:xfrm>
            <a:off x="2790207" y="2805394"/>
            <a:ext cx="337270" cy="337270"/>
            <a:chOff x="2020734" y="5176425"/>
            <a:chExt cx="361950" cy="361950"/>
          </a:xfrm>
        </p:grpSpPr>
        <p:sp>
          <p:nvSpPr>
            <p:cNvPr id="85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6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7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8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9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0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1" name="Gruppieren 90"/>
          <p:cNvGrpSpPr/>
          <p:nvPr/>
        </p:nvGrpSpPr>
        <p:grpSpPr>
          <a:xfrm>
            <a:off x="1840777" y="2805394"/>
            <a:ext cx="337270" cy="337270"/>
            <a:chOff x="2593821" y="4554125"/>
            <a:chExt cx="361950" cy="361950"/>
          </a:xfrm>
        </p:grpSpPr>
        <p:sp>
          <p:nvSpPr>
            <p:cNvPr id="92" name="Freeform 176"/>
            <p:cNvSpPr>
              <a:spLocks/>
            </p:cNvSpPr>
            <p:nvPr/>
          </p:nvSpPr>
          <p:spPr bwMode="auto">
            <a:xfrm>
              <a:off x="2593821" y="4554125"/>
              <a:ext cx="361950" cy="361950"/>
            </a:xfrm>
            <a:custGeom>
              <a:avLst/>
              <a:gdLst>
                <a:gd name="T0" fmla="*/ 1593 w 1594"/>
                <a:gd name="T1" fmla="*/ 839 h 1595"/>
                <a:gd name="T2" fmla="*/ 1578 w 1594"/>
                <a:gd name="T3" fmla="*/ 958 h 1595"/>
                <a:gd name="T4" fmla="*/ 1546 w 1594"/>
                <a:gd name="T5" fmla="*/ 1072 h 1595"/>
                <a:gd name="T6" fmla="*/ 1499 w 1594"/>
                <a:gd name="T7" fmla="*/ 1178 h 1595"/>
                <a:gd name="T8" fmla="*/ 1436 w 1594"/>
                <a:gd name="T9" fmla="*/ 1275 h 1595"/>
                <a:gd name="T10" fmla="*/ 1361 w 1594"/>
                <a:gd name="T11" fmla="*/ 1361 h 1595"/>
                <a:gd name="T12" fmla="*/ 1274 w 1594"/>
                <a:gd name="T13" fmla="*/ 1436 h 1595"/>
                <a:gd name="T14" fmla="*/ 1178 w 1594"/>
                <a:gd name="T15" fmla="*/ 1499 h 1595"/>
                <a:gd name="T16" fmla="*/ 1072 w 1594"/>
                <a:gd name="T17" fmla="*/ 1547 h 1595"/>
                <a:gd name="T18" fmla="*/ 958 w 1594"/>
                <a:gd name="T19" fmla="*/ 1580 h 1595"/>
                <a:gd name="T20" fmla="*/ 839 w 1594"/>
                <a:gd name="T21" fmla="*/ 1594 h 1595"/>
                <a:gd name="T22" fmla="*/ 757 w 1594"/>
                <a:gd name="T23" fmla="*/ 1594 h 1595"/>
                <a:gd name="T24" fmla="*/ 637 w 1594"/>
                <a:gd name="T25" fmla="*/ 1580 h 1595"/>
                <a:gd name="T26" fmla="*/ 523 w 1594"/>
                <a:gd name="T27" fmla="*/ 1547 h 1595"/>
                <a:gd name="T28" fmla="*/ 418 w 1594"/>
                <a:gd name="T29" fmla="*/ 1499 h 1595"/>
                <a:gd name="T30" fmla="*/ 320 w 1594"/>
                <a:gd name="T31" fmla="*/ 1436 h 1595"/>
                <a:gd name="T32" fmla="*/ 234 w 1594"/>
                <a:gd name="T33" fmla="*/ 1361 h 1595"/>
                <a:gd name="T34" fmla="*/ 159 w 1594"/>
                <a:gd name="T35" fmla="*/ 1275 h 1595"/>
                <a:gd name="T36" fmla="*/ 97 w 1594"/>
                <a:gd name="T37" fmla="*/ 1178 h 1595"/>
                <a:gd name="T38" fmla="*/ 49 w 1594"/>
                <a:gd name="T39" fmla="*/ 1072 h 1595"/>
                <a:gd name="T40" fmla="*/ 17 w 1594"/>
                <a:gd name="T41" fmla="*/ 958 h 1595"/>
                <a:gd name="T42" fmla="*/ 1 w 1594"/>
                <a:gd name="T43" fmla="*/ 839 h 1595"/>
                <a:gd name="T44" fmla="*/ 1 w 1594"/>
                <a:gd name="T45" fmla="*/ 756 h 1595"/>
                <a:gd name="T46" fmla="*/ 17 w 1594"/>
                <a:gd name="T47" fmla="*/ 637 h 1595"/>
                <a:gd name="T48" fmla="*/ 49 w 1594"/>
                <a:gd name="T49" fmla="*/ 523 h 1595"/>
                <a:gd name="T50" fmla="*/ 97 w 1594"/>
                <a:gd name="T51" fmla="*/ 417 h 1595"/>
                <a:gd name="T52" fmla="*/ 159 w 1594"/>
                <a:gd name="T53" fmla="*/ 321 h 1595"/>
                <a:gd name="T54" fmla="*/ 234 w 1594"/>
                <a:gd name="T55" fmla="*/ 233 h 1595"/>
                <a:gd name="T56" fmla="*/ 320 w 1594"/>
                <a:gd name="T57" fmla="*/ 159 h 1595"/>
                <a:gd name="T58" fmla="*/ 418 w 1594"/>
                <a:gd name="T59" fmla="*/ 96 h 1595"/>
                <a:gd name="T60" fmla="*/ 523 w 1594"/>
                <a:gd name="T61" fmla="*/ 48 h 1595"/>
                <a:gd name="T62" fmla="*/ 637 w 1594"/>
                <a:gd name="T63" fmla="*/ 16 h 1595"/>
                <a:gd name="T64" fmla="*/ 757 w 1594"/>
                <a:gd name="T65" fmla="*/ 1 h 1595"/>
                <a:gd name="T66" fmla="*/ 839 w 1594"/>
                <a:gd name="T67" fmla="*/ 1 h 1595"/>
                <a:gd name="T68" fmla="*/ 958 w 1594"/>
                <a:gd name="T69" fmla="*/ 16 h 1595"/>
                <a:gd name="T70" fmla="*/ 1072 w 1594"/>
                <a:gd name="T71" fmla="*/ 48 h 1595"/>
                <a:gd name="T72" fmla="*/ 1178 w 1594"/>
                <a:gd name="T73" fmla="*/ 96 h 1595"/>
                <a:gd name="T74" fmla="*/ 1274 w 1594"/>
                <a:gd name="T75" fmla="*/ 159 h 1595"/>
                <a:gd name="T76" fmla="*/ 1361 w 1594"/>
                <a:gd name="T77" fmla="*/ 233 h 1595"/>
                <a:gd name="T78" fmla="*/ 1436 w 1594"/>
                <a:gd name="T79" fmla="*/ 321 h 1595"/>
                <a:gd name="T80" fmla="*/ 1499 w 1594"/>
                <a:gd name="T81" fmla="*/ 417 h 1595"/>
                <a:gd name="T82" fmla="*/ 1546 w 1594"/>
                <a:gd name="T83" fmla="*/ 523 h 1595"/>
                <a:gd name="T84" fmla="*/ 1578 w 1594"/>
                <a:gd name="T85" fmla="*/ 637 h 1595"/>
                <a:gd name="T86" fmla="*/ 1593 w 1594"/>
                <a:gd name="T87" fmla="*/ 756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94" h="1595">
                  <a:moveTo>
                    <a:pt x="1594" y="798"/>
                  </a:moveTo>
                  <a:lnTo>
                    <a:pt x="1594" y="798"/>
                  </a:lnTo>
                  <a:lnTo>
                    <a:pt x="1593" y="839"/>
                  </a:lnTo>
                  <a:lnTo>
                    <a:pt x="1590" y="879"/>
                  </a:lnTo>
                  <a:lnTo>
                    <a:pt x="1585" y="919"/>
                  </a:lnTo>
                  <a:lnTo>
                    <a:pt x="1578" y="958"/>
                  </a:lnTo>
                  <a:lnTo>
                    <a:pt x="1570" y="996"/>
                  </a:lnTo>
                  <a:lnTo>
                    <a:pt x="1558" y="1035"/>
                  </a:lnTo>
                  <a:lnTo>
                    <a:pt x="1546" y="1072"/>
                  </a:lnTo>
                  <a:lnTo>
                    <a:pt x="1532" y="1108"/>
                  </a:lnTo>
                  <a:lnTo>
                    <a:pt x="1516" y="1144"/>
                  </a:lnTo>
                  <a:lnTo>
                    <a:pt x="1499" y="1178"/>
                  </a:lnTo>
                  <a:lnTo>
                    <a:pt x="1479" y="1211"/>
                  </a:lnTo>
                  <a:lnTo>
                    <a:pt x="1459" y="1244"/>
                  </a:lnTo>
                  <a:lnTo>
                    <a:pt x="1436" y="1275"/>
                  </a:lnTo>
                  <a:lnTo>
                    <a:pt x="1412" y="1306"/>
                  </a:lnTo>
                  <a:lnTo>
                    <a:pt x="1388" y="1334"/>
                  </a:lnTo>
                  <a:lnTo>
                    <a:pt x="1361" y="1361"/>
                  </a:lnTo>
                  <a:lnTo>
                    <a:pt x="1333" y="1388"/>
                  </a:lnTo>
                  <a:lnTo>
                    <a:pt x="1304" y="1413"/>
                  </a:lnTo>
                  <a:lnTo>
                    <a:pt x="1274" y="1436"/>
                  </a:lnTo>
                  <a:lnTo>
                    <a:pt x="1243" y="1459"/>
                  </a:lnTo>
                  <a:lnTo>
                    <a:pt x="1211" y="1480"/>
                  </a:lnTo>
                  <a:lnTo>
                    <a:pt x="1178" y="1499"/>
                  </a:lnTo>
                  <a:lnTo>
                    <a:pt x="1143" y="1517"/>
                  </a:lnTo>
                  <a:lnTo>
                    <a:pt x="1108" y="1532"/>
                  </a:lnTo>
                  <a:lnTo>
                    <a:pt x="1072" y="1547"/>
                  </a:lnTo>
                  <a:lnTo>
                    <a:pt x="1035" y="1559"/>
                  </a:lnTo>
                  <a:lnTo>
                    <a:pt x="996" y="1570"/>
                  </a:lnTo>
                  <a:lnTo>
                    <a:pt x="958" y="1580"/>
                  </a:lnTo>
                  <a:lnTo>
                    <a:pt x="919" y="1586"/>
                  </a:lnTo>
                  <a:lnTo>
                    <a:pt x="879" y="1591"/>
                  </a:lnTo>
                  <a:lnTo>
                    <a:pt x="839" y="1594"/>
                  </a:lnTo>
                  <a:lnTo>
                    <a:pt x="798" y="1595"/>
                  </a:lnTo>
                  <a:lnTo>
                    <a:pt x="798" y="1595"/>
                  </a:lnTo>
                  <a:lnTo>
                    <a:pt x="757" y="1594"/>
                  </a:lnTo>
                  <a:lnTo>
                    <a:pt x="717" y="1591"/>
                  </a:lnTo>
                  <a:lnTo>
                    <a:pt x="676" y="1586"/>
                  </a:lnTo>
                  <a:lnTo>
                    <a:pt x="637" y="1580"/>
                  </a:lnTo>
                  <a:lnTo>
                    <a:pt x="598" y="1570"/>
                  </a:lnTo>
                  <a:lnTo>
                    <a:pt x="560" y="1559"/>
                  </a:lnTo>
                  <a:lnTo>
                    <a:pt x="523" y="1547"/>
                  </a:lnTo>
                  <a:lnTo>
                    <a:pt x="487" y="1532"/>
                  </a:lnTo>
                  <a:lnTo>
                    <a:pt x="452" y="1517"/>
                  </a:lnTo>
                  <a:lnTo>
                    <a:pt x="418" y="1499"/>
                  </a:lnTo>
                  <a:lnTo>
                    <a:pt x="384" y="1480"/>
                  </a:lnTo>
                  <a:lnTo>
                    <a:pt x="352" y="1459"/>
                  </a:lnTo>
                  <a:lnTo>
                    <a:pt x="320" y="1436"/>
                  </a:lnTo>
                  <a:lnTo>
                    <a:pt x="291" y="1413"/>
                  </a:lnTo>
                  <a:lnTo>
                    <a:pt x="262" y="1388"/>
                  </a:lnTo>
                  <a:lnTo>
                    <a:pt x="234" y="1361"/>
                  </a:lnTo>
                  <a:lnTo>
                    <a:pt x="208" y="1334"/>
                  </a:lnTo>
                  <a:lnTo>
                    <a:pt x="183" y="1306"/>
                  </a:lnTo>
                  <a:lnTo>
                    <a:pt x="159" y="1275"/>
                  </a:lnTo>
                  <a:lnTo>
                    <a:pt x="137" y="1244"/>
                  </a:lnTo>
                  <a:lnTo>
                    <a:pt x="116" y="1211"/>
                  </a:lnTo>
                  <a:lnTo>
                    <a:pt x="97" y="1178"/>
                  </a:lnTo>
                  <a:lnTo>
                    <a:pt x="80" y="1144"/>
                  </a:lnTo>
                  <a:lnTo>
                    <a:pt x="63" y="1108"/>
                  </a:lnTo>
                  <a:lnTo>
                    <a:pt x="49" y="1072"/>
                  </a:lnTo>
                  <a:lnTo>
                    <a:pt x="36" y="1035"/>
                  </a:lnTo>
                  <a:lnTo>
                    <a:pt x="26" y="996"/>
                  </a:lnTo>
                  <a:lnTo>
                    <a:pt x="17" y="958"/>
                  </a:lnTo>
                  <a:lnTo>
                    <a:pt x="10" y="919"/>
                  </a:lnTo>
                  <a:lnTo>
                    <a:pt x="5" y="879"/>
                  </a:lnTo>
                  <a:lnTo>
                    <a:pt x="1" y="839"/>
                  </a:lnTo>
                  <a:lnTo>
                    <a:pt x="0" y="798"/>
                  </a:lnTo>
                  <a:lnTo>
                    <a:pt x="0" y="798"/>
                  </a:lnTo>
                  <a:lnTo>
                    <a:pt x="1" y="756"/>
                  </a:lnTo>
                  <a:lnTo>
                    <a:pt x="5" y="716"/>
                  </a:lnTo>
                  <a:lnTo>
                    <a:pt x="10" y="676"/>
                  </a:lnTo>
                  <a:lnTo>
                    <a:pt x="17" y="637"/>
                  </a:lnTo>
                  <a:lnTo>
                    <a:pt x="26" y="598"/>
                  </a:lnTo>
                  <a:lnTo>
                    <a:pt x="36" y="561"/>
                  </a:lnTo>
                  <a:lnTo>
                    <a:pt x="49" y="523"/>
                  </a:lnTo>
                  <a:lnTo>
                    <a:pt x="63" y="487"/>
                  </a:lnTo>
                  <a:lnTo>
                    <a:pt x="80" y="451"/>
                  </a:lnTo>
                  <a:lnTo>
                    <a:pt x="97" y="417"/>
                  </a:lnTo>
                  <a:lnTo>
                    <a:pt x="116" y="383"/>
                  </a:lnTo>
                  <a:lnTo>
                    <a:pt x="137" y="351"/>
                  </a:lnTo>
                  <a:lnTo>
                    <a:pt x="159" y="321"/>
                  </a:lnTo>
                  <a:lnTo>
                    <a:pt x="183" y="290"/>
                  </a:lnTo>
                  <a:lnTo>
                    <a:pt x="208" y="261"/>
                  </a:lnTo>
                  <a:lnTo>
                    <a:pt x="234" y="233"/>
                  </a:lnTo>
                  <a:lnTo>
                    <a:pt x="262" y="207"/>
                  </a:lnTo>
                  <a:lnTo>
                    <a:pt x="291" y="181"/>
                  </a:lnTo>
                  <a:lnTo>
                    <a:pt x="320" y="159"/>
                  </a:lnTo>
                  <a:lnTo>
                    <a:pt x="352" y="136"/>
                  </a:lnTo>
                  <a:lnTo>
                    <a:pt x="384" y="115"/>
                  </a:lnTo>
                  <a:lnTo>
                    <a:pt x="418" y="96"/>
                  </a:lnTo>
                  <a:lnTo>
                    <a:pt x="452" y="78"/>
                  </a:lnTo>
                  <a:lnTo>
                    <a:pt x="487" y="63"/>
                  </a:lnTo>
                  <a:lnTo>
                    <a:pt x="523" y="48"/>
                  </a:lnTo>
                  <a:lnTo>
                    <a:pt x="560" y="36"/>
                  </a:lnTo>
                  <a:lnTo>
                    <a:pt x="598" y="25"/>
                  </a:lnTo>
                  <a:lnTo>
                    <a:pt x="637" y="16"/>
                  </a:lnTo>
                  <a:lnTo>
                    <a:pt x="676" y="9"/>
                  </a:lnTo>
                  <a:lnTo>
                    <a:pt x="717" y="4"/>
                  </a:lnTo>
                  <a:lnTo>
                    <a:pt x="757" y="1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839" y="1"/>
                  </a:lnTo>
                  <a:lnTo>
                    <a:pt x="879" y="4"/>
                  </a:lnTo>
                  <a:lnTo>
                    <a:pt x="919" y="9"/>
                  </a:lnTo>
                  <a:lnTo>
                    <a:pt x="958" y="16"/>
                  </a:lnTo>
                  <a:lnTo>
                    <a:pt x="996" y="25"/>
                  </a:lnTo>
                  <a:lnTo>
                    <a:pt x="1035" y="36"/>
                  </a:lnTo>
                  <a:lnTo>
                    <a:pt x="1072" y="48"/>
                  </a:lnTo>
                  <a:lnTo>
                    <a:pt x="1108" y="63"/>
                  </a:lnTo>
                  <a:lnTo>
                    <a:pt x="1143" y="78"/>
                  </a:lnTo>
                  <a:lnTo>
                    <a:pt x="1178" y="96"/>
                  </a:lnTo>
                  <a:lnTo>
                    <a:pt x="1211" y="115"/>
                  </a:lnTo>
                  <a:lnTo>
                    <a:pt x="1243" y="136"/>
                  </a:lnTo>
                  <a:lnTo>
                    <a:pt x="1274" y="159"/>
                  </a:lnTo>
                  <a:lnTo>
                    <a:pt x="1304" y="181"/>
                  </a:lnTo>
                  <a:lnTo>
                    <a:pt x="1333" y="207"/>
                  </a:lnTo>
                  <a:lnTo>
                    <a:pt x="1361" y="233"/>
                  </a:lnTo>
                  <a:lnTo>
                    <a:pt x="1388" y="261"/>
                  </a:lnTo>
                  <a:lnTo>
                    <a:pt x="1412" y="290"/>
                  </a:lnTo>
                  <a:lnTo>
                    <a:pt x="1436" y="321"/>
                  </a:lnTo>
                  <a:lnTo>
                    <a:pt x="1459" y="351"/>
                  </a:lnTo>
                  <a:lnTo>
                    <a:pt x="1479" y="383"/>
                  </a:lnTo>
                  <a:lnTo>
                    <a:pt x="1499" y="417"/>
                  </a:lnTo>
                  <a:lnTo>
                    <a:pt x="1516" y="451"/>
                  </a:lnTo>
                  <a:lnTo>
                    <a:pt x="1532" y="487"/>
                  </a:lnTo>
                  <a:lnTo>
                    <a:pt x="1546" y="523"/>
                  </a:lnTo>
                  <a:lnTo>
                    <a:pt x="1558" y="561"/>
                  </a:lnTo>
                  <a:lnTo>
                    <a:pt x="1570" y="598"/>
                  </a:lnTo>
                  <a:lnTo>
                    <a:pt x="1578" y="637"/>
                  </a:lnTo>
                  <a:lnTo>
                    <a:pt x="1585" y="676"/>
                  </a:lnTo>
                  <a:lnTo>
                    <a:pt x="1590" y="716"/>
                  </a:lnTo>
                  <a:lnTo>
                    <a:pt x="1593" y="756"/>
                  </a:lnTo>
                  <a:lnTo>
                    <a:pt x="1594" y="798"/>
                  </a:lnTo>
                  <a:lnTo>
                    <a:pt x="1594" y="7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3" name="Freeform 177"/>
            <p:cNvSpPr>
              <a:spLocks/>
            </p:cNvSpPr>
            <p:nvPr/>
          </p:nvSpPr>
          <p:spPr bwMode="auto">
            <a:xfrm>
              <a:off x="2766859" y="4649375"/>
              <a:ext cx="95250" cy="173038"/>
            </a:xfrm>
            <a:custGeom>
              <a:avLst/>
              <a:gdLst>
                <a:gd name="T0" fmla="*/ 0 w 416"/>
                <a:gd name="T1" fmla="*/ 0 h 763"/>
                <a:gd name="T2" fmla="*/ 0 w 416"/>
                <a:gd name="T3" fmla="*/ 382 h 763"/>
                <a:gd name="T4" fmla="*/ 416 w 416"/>
                <a:gd name="T5" fmla="*/ 763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6" h="763">
                  <a:moveTo>
                    <a:pt x="0" y="0"/>
                  </a:moveTo>
                  <a:lnTo>
                    <a:pt x="0" y="382"/>
                  </a:lnTo>
                  <a:lnTo>
                    <a:pt x="416" y="76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4" name="Gruppieren 93"/>
          <p:cNvGrpSpPr/>
          <p:nvPr/>
        </p:nvGrpSpPr>
        <p:grpSpPr>
          <a:xfrm>
            <a:off x="6162429" y="2184121"/>
            <a:ext cx="335791" cy="337270"/>
            <a:chOff x="3166909" y="5128800"/>
            <a:chExt cx="360362" cy="361950"/>
          </a:xfrm>
        </p:grpSpPr>
        <p:sp>
          <p:nvSpPr>
            <p:cNvPr id="95" name="Freeform 182"/>
            <p:cNvSpPr>
              <a:spLocks/>
            </p:cNvSpPr>
            <p:nvPr/>
          </p:nvSpPr>
          <p:spPr bwMode="auto">
            <a:xfrm>
              <a:off x="3166909" y="5160550"/>
              <a:ext cx="360362" cy="330200"/>
            </a:xfrm>
            <a:custGeom>
              <a:avLst/>
              <a:gdLst>
                <a:gd name="T0" fmla="*/ 276 w 1592"/>
                <a:gd name="T1" fmla="*/ 0 h 1457"/>
                <a:gd name="T2" fmla="*/ 0 w 1592"/>
                <a:gd name="T3" fmla="*/ 0 h 1457"/>
                <a:gd name="T4" fmla="*/ 0 w 1592"/>
                <a:gd name="T5" fmla="*/ 1457 h 1457"/>
                <a:gd name="T6" fmla="*/ 1592 w 1592"/>
                <a:gd name="T7" fmla="*/ 1457 h 1457"/>
                <a:gd name="T8" fmla="*/ 1592 w 1592"/>
                <a:gd name="T9" fmla="*/ 0 h 1457"/>
                <a:gd name="T10" fmla="*/ 1316 w 1592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2" h="1457">
                  <a:moveTo>
                    <a:pt x="276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2" y="1457"/>
                  </a:lnTo>
                  <a:lnTo>
                    <a:pt x="1592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6" name="Rectangle 183"/>
            <p:cNvSpPr>
              <a:spLocks noChangeArrowheads="1"/>
            </p:cNvSpPr>
            <p:nvPr/>
          </p:nvSpPr>
          <p:spPr bwMode="auto">
            <a:xfrm>
              <a:off x="3228821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7" name="Rectangle 184"/>
            <p:cNvSpPr>
              <a:spLocks noChangeArrowheads="1"/>
            </p:cNvSpPr>
            <p:nvPr/>
          </p:nvSpPr>
          <p:spPr bwMode="auto">
            <a:xfrm>
              <a:off x="3417734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8" name="Line 185"/>
            <p:cNvSpPr>
              <a:spLocks noChangeShapeType="1"/>
            </p:cNvSpPr>
            <p:nvPr/>
          </p:nvSpPr>
          <p:spPr bwMode="auto">
            <a:xfrm>
              <a:off x="3276446" y="5160550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Line 186"/>
            <p:cNvSpPr>
              <a:spLocks noChangeShapeType="1"/>
            </p:cNvSpPr>
            <p:nvPr/>
          </p:nvSpPr>
          <p:spPr bwMode="auto">
            <a:xfrm>
              <a:off x="3166909" y="5238338"/>
              <a:ext cx="360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0" name="Line 187"/>
            <p:cNvSpPr>
              <a:spLocks noChangeShapeType="1"/>
            </p:cNvSpPr>
            <p:nvPr/>
          </p:nvSpPr>
          <p:spPr bwMode="auto">
            <a:xfrm>
              <a:off x="3260571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1" name="Line 188"/>
            <p:cNvSpPr>
              <a:spLocks noChangeShapeType="1"/>
            </p:cNvSpPr>
            <p:nvPr/>
          </p:nvSpPr>
          <p:spPr bwMode="auto">
            <a:xfrm>
              <a:off x="3347884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2" name="Line 189"/>
            <p:cNvSpPr>
              <a:spLocks noChangeShapeType="1"/>
            </p:cNvSpPr>
            <p:nvPr/>
          </p:nvSpPr>
          <p:spPr bwMode="auto">
            <a:xfrm>
              <a:off x="3433609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3" name="Line 190"/>
            <p:cNvSpPr>
              <a:spLocks noChangeShapeType="1"/>
            </p:cNvSpPr>
            <p:nvPr/>
          </p:nvSpPr>
          <p:spPr bwMode="auto">
            <a:xfrm>
              <a:off x="3197071" y="53018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4" name="Line 191"/>
            <p:cNvSpPr>
              <a:spLocks noChangeShapeType="1"/>
            </p:cNvSpPr>
            <p:nvPr/>
          </p:nvSpPr>
          <p:spPr bwMode="auto">
            <a:xfrm>
              <a:off x="3197071" y="53653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5" name="Line 192"/>
            <p:cNvSpPr>
              <a:spLocks noChangeShapeType="1"/>
            </p:cNvSpPr>
            <p:nvPr/>
          </p:nvSpPr>
          <p:spPr bwMode="auto">
            <a:xfrm>
              <a:off x="3197071" y="5427250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6" name="Gruppieren 105"/>
          <p:cNvGrpSpPr/>
          <p:nvPr/>
        </p:nvGrpSpPr>
        <p:grpSpPr>
          <a:xfrm>
            <a:off x="6689450" y="2184121"/>
            <a:ext cx="337270" cy="337270"/>
            <a:chOff x="3692371" y="5127213"/>
            <a:chExt cx="361950" cy="361950"/>
          </a:xfrm>
        </p:grpSpPr>
        <p:sp>
          <p:nvSpPr>
            <p:cNvPr id="10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16" name="Gruppieren 115"/>
          <p:cNvGrpSpPr/>
          <p:nvPr/>
        </p:nvGrpSpPr>
        <p:grpSpPr>
          <a:xfrm>
            <a:off x="3294508" y="2805394"/>
            <a:ext cx="263308" cy="337270"/>
            <a:chOff x="3771746" y="4554125"/>
            <a:chExt cx="282575" cy="361950"/>
          </a:xfrm>
        </p:grpSpPr>
        <p:sp>
          <p:nvSpPr>
            <p:cNvPr id="117" name="Freeform 202"/>
            <p:cNvSpPr>
              <a:spLocks/>
            </p:cNvSpPr>
            <p:nvPr/>
          </p:nvSpPr>
          <p:spPr bwMode="auto">
            <a:xfrm>
              <a:off x="3793971" y="4554125"/>
              <a:ext cx="236537" cy="361950"/>
            </a:xfrm>
            <a:custGeom>
              <a:avLst/>
              <a:gdLst>
                <a:gd name="T0" fmla="*/ 1039 w 1039"/>
                <a:gd name="T1" fmla="*/ 0 h 1595"/>
                <a:gd name="T2" fmla="*/ 692 w 1039"/>
                <a:gd name="T3" fmla="*/ 798 h 1595"/>
                <a:gd name="T4" fmla="*/ 1039 w 1039"/>
                <a:gd name="T5" fmla="*/ 1595 h 1595"/>
                <a:gd name="T6" fmla="*/ 0 w 1039"/>
                <a:gd name="T7" fmla="*/ 1595 h 1595"/>
                <a:gd name="T8" fmla="*/ 345 w 1039"/>
                <a:gd name="T9" fmla="*/ 798 h 1595"/>
                <a:gd name="T10" fmla="*/ 0 w 1039"/>
                <a:gd name="T11" fmla="*/ 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9" h="1595">
                  <a:moveTo>
                    <a:pt x="1039" y="0"/>
                  </a:moveTo>
                  <a:lnTo>
                    <a:pt x="692" y="798"/>
                  </a:lnTo>
                  <a:lnTo>
                    <a:pt x="1039" y="1595"/>
                  </a:lnTo>
                  <a:lnTo>
                    <a:pt x="0" y="1595"/>
                  </a:lnTo>
                  <a:lnTo>
                    <a:pt x="345" y="79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8" name="Freeform 203"/>
            <p:cNvSpPr>
              <a:spLocks/>
            </p:cNvSpPr>
            <p:nvPr/>
          </p:nvSpPr>
          <p:spPr bwMode="auto">
            <a:xfrm>
              <a:off x="3873346" y="4633500"/>
              <a:ext cx="77787" cy="85725"/>
            </a:xfrm>
            <a:custGeom>
              <a:avLst/>
              <a:gdLst>
                <a:gd name="T0" fmla="*/ 0 w 347"/>
                <a:gd name="T1" fmla="*/ 0 h 383"/>
                <a:gd name="T2" fmla="*/ 347 w 347"/>
                <a:gd name="T3" fmla="*/ 0 h 383"/>
                <a:gd name="T4" fmla="*/ 174 w 347"/>
                <a:gd name="T5" fmla="*/ 383 h 383"/>
                <a:gd name="T6" fmla="*/ 0 w 347"/>
                <a:gd name="T7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383">
                  <a:moveTo>
                    <a:pt x="0" y="0"/>
                  </a:moveTo>
                  <a:lnTo>
                    <a:pt x="347" y="0"/>
                  </a:lnTo>
                  <a:lnTo>
                    <a:pt x="174" y="38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9" name="Freeform 204"/>
            <p:cNvSpPr>
              <a:spLocks/>
            </p:cNvSpPr>
            <p:nvPr/>
          </p:nvSpPr>
          <p:spPr bwMode="auto">
            <a:xfrm>
              <a:off x="3849534" y="4782725"/>
              <a:ext cx="125412" cy="101600"/>
            </a:xfrm>
            <a:custGeom>
              <a:avLst/>
              <a:gdLst>
                <a:gd name="T0" fmla="*/ 554 w 554"/>
                <a:gd name="T1" fmla="*/ 451 h 451"/>
                <a:gd name="T2" fmla="*/ 0 w 554"/>
                <a:gd name="T3" fmla="*/ 451 h 451"/>
                <a:gd name="T4" fmla="*/ 277 w 554"/>
                <a:gd name="T5" fmla="*/ 0 h 451"/>
                <a:gd name="T6" fmla="*/ 554 w 554"/>
                <a:gd name="T7" fmla="*/ 45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4" h="451">
                  <a:moveTo>
                    <a:pt x="554" y="451"/>
                  </a:moveTo>
                  <a:lnTo>
                    <a:pt x="0" y="451"/>
                  </a:lnTo>
                  <a:lnTo>
                    <a:pt x="277" y="0"/>
                  </a:lnTo>
                  <a:lnTo>
                    <a:pt x="554" y="4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0" name="Line 205"/>
            <p:cNvSpPr>
              <a:spLocks noChangeShapeType="1"/>
            </p:cNvSpPr>
            <p:nvPr/>
          </p:nvSpPr>
          <p:spPr bwMode="auto">
            <a:xfrm>
              <a:off x="3771746" y="455412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1" name="Line 206"/>
            <p:cNvSpPr>
              <a:spLocks noChangeShapeType="1"/>
            </p:cNvSpPr>
            <p:nvPr/>
          </p:nvSpPr>
          <p:spPr bwMode="auto">
            <a:xfrm>
              <a:off x="3771746" y="491607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2" name="Gruppieren 121"/>
          <p:cNvGrpSpPr/>
          <p:nvPr/>
        </p:nvGrpSpPr>
        <p:grpSpPr>
          <a:xfrm>
            <a:off x="2791328" y="3403836"/>
            <a:ext cx="329875" cy="331353"/>
            <a:chOff x="1149350" y="4619626"/>
            <a:chExt cx="354013" cy="355600"/>
          </a:xfrm>
        </p:grpSpPr>
        <p:sp>
          <p:nvSpPr>
            <p:cNvPr id="123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5" name="Gruppieren 124"/>
          <p:cNvGrpSpPr/>
          <p:nvPr/>
        </p:nvGrpSpPr>
        <p:grpSpPr>
          <a:xfrm>
            <a:off x="2319204" y="3403836"/>
            <a:ext cx="329875" cy="331353"/>
            <a:chOff x="579438" y="4619626"/>
            <a:chExt cx="354013" cy="355600"/>
          </a:xfrm>
        </p:grpSpPr>
        <p:sp>
          <p:nvSpPr>
            <p:cNvPr id="126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8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9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0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1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uppieren 131"/>
          <p:cNvGrpSpPr/>
          <p:nvPr/>
        </p:nvGrpSpPr>
        <p:grpSpPr>
          <a:xfrm>
            <a:off x="3263453" y="3404576"/>
            <a:ext cx="329875" cy="329875"/>
            <a:chOff x="1079500" y="5097463"/>
            <a:chExt cx="354013" cy="354013"/>
          </a:xfrm>
        </p:grpSpPr>
        <p:sp>
          <p:nvSpPr>
            <p:cNvPr id="133" name="Line 233"/>
            <p:cNvSpPr>
              <a:spLocks noChangeShapeType="1"/>
            </p:cNvSpPr>
            <p:nvPr/>
          </p:nvSpPr>
          <p:spPr bwMode="auto">
            <a:xfrm>
              <a:off x="1187450" y="5173663"/>
              <a:ext cx="0" cy="24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4" name="Line 234"/>
            <p:cNvSpPr>
              <a:spLocks noChangeShapeType="1"/>
            </p:cNvSpPr>
            <p:nvPr/>
          </p:nvSpPr>
          <p:spPr bwMode="auto">
            <a:xfrm flipV="1">
              <a:off x="1295400" y="5097463"/>
              <a:ext cx="0" cy="153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5" name="Freeform 235"/>
            <p:cNvSpPr>
              <a:spLocks/>
            </p:cNvSpPr>
            <p:nvPr/>
          </p:nvSpPr>
          <p:spPr bwMode="auto">
            <a:xfrm>
              <a:off x="1079500" y="5097463"/>
              <a:ext cx="323850" cy="323850"/>
            </a:xfrm>
            <a:custGeom>
              <a:avLst/>
              <a:gdLst>
                <a:gd name="T0" fmla="*/ 505 w 816"/>
                <a:gd name="T1" fmla="*/ 648 h 815"/>
                <a:gd name="T2" fmla="*/ 272 w 816"/>
                <a:gd name="T3" fmla="*/ 815 h 815"/>
                <a:gd name="T4" fmla="*/ 0 w 816"/>
                <a:gd name="T5" fmla="*/ 621 h 815"/>
                <a:gd name="T6" fmla="*/ 0 w 816"/>
                <a:gd name="T7" fmla="*/ 0 h 815"/>
                <a:gd name="T8" fmla="*/ 272 w 816"/>
                <a:gd name="T9" fmla="*/ 194 h 815"/>
                <a:gd name="T10" fmla="*/ 543 w 816"/>
                <a:gd name="T11" fmla="*/ 0 h 815"/>
                <a:gd name="T12" fmla="*/ 816 w 816"/>
                <a:gd name="T13" fmla="*/ 194 h 815"/>
                <a:gd name="T14" fmla="*/ 816 w 816"/>
                <a:gd name="T15" fmla="*/ 388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6" h="815">
                  <a:moveTo>
                    <a:pt x="505" y="648"/>
                  </a:moveTo>
                  <a:lnTo>
                    <a:pt x="272" y="815"/>
                  </a:lnTo>
                  <a:lnTo>
                    <a:pt x="0" y="621"/>
                  </a:lnTo>
                  <a:lnTo>
                    <a:pt x="0" y="0"/>
                  </a:lnTo>
                  <a:lnTo>
                    <a:pt x="272" y="194"/>
                  </a:lnTo>
                  <a:lnTo>
                    <a:pt x="543" y="0"/>
                  </a:lnTo>
                  <a:lnTo>
                    <a:pt x="816" y="194"/>
                  </a:lnTo>
                  <a:lnTo>
                    <a:pt x="816" y="3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6" name="Freeform 236"/>
            <p:cNvSpPr>
              <a:spLocks/>
            </p:cNvSpPr>
            <p:nvPr/>
          </p:nvSpPr>
          <p:spPr bwMode="auto">
            <a:xfrm>
              <a:off x="1311275" y="5281613"/>
              <a:ext cx="122238" cy="169863"/>
            </a:xfrm>
            <a:custGeom>
              <a:avLst/>
              <a:gdLst>
                <a:gd name="T0" fmla="*/ 309 w 309"/>
                <a:gd name="T1" fmla="*/ 156 h 428"/>
                <a:gd name="T2" fmla="*/ 309 w 309"/>
                <a:gd name="T3" fmla="*/ 156 h 428"/>
                <a:gd name="T4" fmla="*/ 309 w 309"/>
                <a:gd name="T5" fmla="*/ 164 h 428"/>
                <a:gd name="T6" fmla="*/ 308 w 309"/>
                <a:gd name="T7" fmla="*/ 174 h 428"/>
                <a:gd name="T8" fmla="*/ 303 w 309"/>
                <a:gd name="T9" fmla="*/ 192 h 428"/>
                <a:gd name="T10" fmla="*/ 296 w 309"/>
                <a:gd name="T11" fmla="*/ 213 h 428"/>
                <a:gd name="T12" fmla="*/ 286 w 309"/>
                <a:gd name="T13" fmla="*/ 234 h 428"/>
                <a:gd name="T14" fmla="*/ 274 w 309"/>
                <a:gd name="T15" fmla="*/ 257 h 428"/>
                <a:gd name="T16" fmla="*/ 261 w 309"/>
                <a:gd name="T17" fmla="*/ 279 h 428"/>
                <a:gd name="T18" fmla="*/ 246 w 309"/>
                <a:gd name="T19" fmla="*/ 302 h 428"/>
                <a:gd name="T20" fmla="*/ 233 w 309"/>
                <a:gd name="T21" fmla="*/ 324 h 428"/>
                <a:gd name="T22" fmla="*/ 204 w 309"/>
                <a:gd name="T23" fmla="*/ 364 h 428"/>
                <a:gd name="T24" fmla="*/ 179 w 309"/>
                <a:gd name="T25" fmla="*/ 397 h 428"/>
                <a:gd name="T26" fmla="*/ 155 w 309"/>
                <a:gd name="T27" fmla="*/ 428 h 428"/>
                <a:gd name="T28" fmla="*/ 155 w 309"/>
                <a:gd name="T29" fmla="*/ 428 h 428"/>
                <a:gd name="T30" fmla="*/ 131 w 309"/>
                <a:gd name="T31" fmla="*/ 397 h 428"/>
                <a:gd name="T32" fmla="*/ 105 w 309"/>
                <a:gd name="T33" fmla="*/ 364 h 428"/>
                <a:gd name="T34" fmla="*/ 76 w 309"/>
                <a:gd name="T35" fmla="*/ 324 h 428"/>
                <a:gd name="T36" fmla="*/ 63 w 309"/>
                <a:gd name="T37" fmla="*/ 302 h 428"/>
                <a:gd name="T38" fmla="*/ 48 w 309"/>
                <a:gd name="T39" fmla="*/ 279 h 428"/>
                <a:gd name="T40" fmla="*/ 36 w 309"/>
                <a:gd name="T41" fmla="*/ 257 h 428"/>
                <a:gd name="T42" fmla="*/ 23 w 309"/>
                <a:gd name="T43" fmla="*/ 234 h 428"/>
                <a:gd name="T44" fmla="*/ 13 w 309"/>
                <a:gd name="T45" fmla="*/ 213 h 428"/>
                <a:gd name="T46" fmla="*/ 6 w 309"/>
                <a:gd name="T47" fmla="*/ 192 h 428"/>
                <a:gd name="T48" fmla="*/ 1 w 309"/>
                <a:gd name="T49" fmla="*/ 174 h 428"/>
                <a:gd name="T50" fmla="*/ 0 w 309"/>
                <a:gd name="T51" fmla="*/ 164 h 428"/>
                <a:gd name="T52" fmla="*/ 0 w 309"/>
                <a:gd name="T53" fmla="*/ 156 h 428"/>
                <a:gd name="T54" fmla="*/ 0 w 309"/>
                <a:gd name="T55" fmla="*/ 156 h 428"/>
                <a:gd name="T56" fmla="*/ 0 w 309"/>
                <a:gd name="T57" fmla="*/ 140 h 428"/>
                <a:gd name="T58" fmla="*/ 2 w 309"/>
                <a:gd name="T59" fmla="*/ 124 h 428"/>
                <a:gd name="T60" fmla="*/ 6 w 309"/>
                <a:gd name="T61" fmla="*/ 109 h 428"/>
                <a:gd name="T62" fmla="*/ 12 w 309"/>
                <a:gd name="T63" fmla="*/ 96 h 428"/>
                <a:gd name="T64" fmla="*/ 18 w 309"/>
                <a:gd name="T65" fmla="*/ 82 h 428"/>
                <a:gd name="T66" fmla="*/ 26 w 309"/>
                <a:gd name="T67" fmla="*/ 69 h 428"/>
                <a:gd name="T68" fmla="*/ 34 w 309"/>
                <a:gd name="T69" fmla="*/ 57 h 428"/>
                <a:gd name="T70" fmla="*/ 44 w 309"/>
                <a:gd name="T71" fmla="*/ 46 h 428"/>
                <a:gd name="T72" fmla="*/ 55 w 309"/>
                <a:gd name="T73" fmla="*/ 36 h 428"/>
                <a:gd name="T74" fmla="*/ 68 w 309"/>
                <a:gd name="T75" fmla="*/ 27 h 428"/>
                <a:gd name="T76" fmla="*/ 80 w 309"/>
                <a:gd name="T77" fmla="*/ 20 h 428"/>
                <a:gd name="T78" fmla="*/ 94 w 309"/>
                <a:gd name="T79" fmla="*/ 12 h 428"/>
                <a:gd name="T80" fmla="*/ 109 w 309"/>
                <a:gd name="T81" fmla="*/ 8 h 428"/>
                <a:gd name="T82" fmla="*/ 124 w 309"/>
                <a:gd name="T83" fmla="*/ 4 h 428"/>
                <a:gd name="T84" fmla="*/ 138 w 309"/>
                <a:gd name="T85" fmla="*/ 1 h 428"/>
                <a:gd name="T86" fmla="*/ 155 w 309"/>
                <a:gd name="T87" fmla="*/ 0 h 428"/>
                <a:gd name="T88" fmla="*/ 155 w 309"/>
                <a:gd name="T89" fmla="*/ 0 h 428"/>
                <a:gd name="T90" fmla="*/ 171 w 309"/>
                <a:gd name="T91" fmla="*/ 1 h 428"/>
                <a:gd name="T92" fmla="*/ 186 w 309"/>
                <a:gd name="T93" fmla="*/ 4 h 428"/>
                <a:gd name="T94" fmla="*/ 200 w 309"/>
                <a:gd name="T95" fmla="*/ 8 h 428"/>
                <a:gd name="T96" fmla="*/ 215 w 309"/>
                <a:gd name="T97" fmla="*/ 12 h 428"/>
                <a:gd name="T98" fmla="*/ 229 w 309"/>
                <a:gd name="T99" fmla="*/ 20 h 428"/>
                <a:gd name="T100" fmla="*/ 241 w 309"/>
                <a:gd name="T101" fmla="*/ 27 h 428"/>
                <a:gd name="T102" fmla="*/ 254 w 309"/>
                <a:gd name="T103" fmla="*/ 36 h 428"/>
                <a:gd name="T104" fmla="*/ 265 w 309"/>
                <a:gd name="T105" fmla="*/ 46 h 428"/>
                <a:gd name="T106" fmla="*/ 275 w 309"/>
                <a:gd name="T107" fmla="*/ 57 h 428"/>
                <a:gd name="T108" fmla="*/ 283 w 309"/>
                <a:gd name="T109" fmla="*/ 69 h 428"/>
                <a:gd name="T110" fmla="*/ 291 w 309"/>
                <a:gd name="T111" fmla="*/ 82 h 428"/>
                <a:gd name="T112" fmla="*/ 298 w 309"/>
                <a:gd name="T113" fmla="*/ 96 h 428"/>
                <a:gd name="T114" fmla="*/ 303 w 309"/>
                <a:gd name="T115" fmla="*/ 109 h 428"/>
                <a:gd name="T116" fmla="*/ 307 w 309"/>
                <a:gd name="T117" fmla="*/ 124 h 428"/>
                <a:gd name="T118" fmla="*/ 309 w 309"/>
                <a:gd name="T119" fmla="*/ 140 h 428"/>
                <a:gd name="T120" fmla="*/ 309 w 309"/>
                <a:gd name="T121" fmla="*/ 156 h 428"/>
                <a:gd name="T122" fmla="*/ 309 w 309"/>
                <a:gd name="T123" fmla="*/ 156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9" h="428">
                  <a:moveTo>
                    <a:pt x="309" y="156"/>
                  </a:moveTo>
                  <a:lnTo>
                    <a:pt x="309" y="156"/>
                  </a:lnTo>
                  <a:lnTo>
                    <a:pt x="309" y="164"/>
                  </a:lnTo>
                  <a:lnTo>
                    <a:pt x="308" y="174"/>
                  </a:lnTo>
                  <a:lnTo>
                    <a:pt x="303" y="192"/>
                  </a:lnTo>
                  <a:lnTo>
                    <a:pt x="296" y="213"/>
                  </a:lnTo>
                  <a:lnTo>
                    <a:pt x="286" y="234"/>
                  </a:lnTo>
                  <a:lnTo>
                    <a:pt x="274" y="257"/>
                  </a:lnTo>
                  <a:lnTo>
                    <a:pt x="261" y="279"/>
                  </a:lnTo>
                  <a:lnTo>
                    <a:pt x="246" y="302"/>
                  </a:lnTo>
                  <a:lnTo>
                    <a:pt x="233" y="324"/>
                  </a:lnTo>
                  <a:lnTo>
                    <a:pt x="204" y="364"/>
                  </a:lnTo>
                  <a:lnTo>
                    <a:pt x="179" y="397"/>
                  </a:lnTo>
                  <a:lnTo>
                    <a:pt x="155" y="428"/>
                  </a:lnTo>
                  <a:lnTo>
                    <a:pt x="155" y="428"/>
                  </a:lnTo>
                  <a:lnTo>
                    <a:pt x="131" y="397"/>
                  </a:lnTo>
                  <a:lnTo>
                    <a:pt x="105" y="364"/>
                  </a:lnTo>
                  <a:lnTo>
                    <a:pt x="76" y="324"/>
                  </a:lnTo>
                  <a:lnTo>
                    <a:pt x="63" y="302"/>
                  </a:lnTo>
                  <a:lnTo>
                    <a:pt x="48" y="279"/>
                  </a:lnTo>
                  <a:lnTo>
                    <a:pt x="36" y="257"/>
                  </a:lnTo>
                  <a:lnTo>
                    <a:pt x="23" y="234"/>
                  </a:lnTo>
                  <a:lnTo>
                    <a:pt x="13" y="213"/>
                  </a:lnTo>
                  <a:lnTo>
                    <a:pt x="6" y="192"/>
                  </a:lnTo>
                  <a:lnTo>
                    <a:pt x="1" y="174"/>
                  </a:lnTo>
                  <a:lnTo>
                    <a:pt x="0" y="164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40"/>
                  </a:lnTo>
                  <a:lnTo>
                    <a:pt x="2" y="124"/>
                  </a:lnTo>
                  <a:lnTo>
                    <a:pt x="6" y="109"/>
                  </a:lnTo>
                  <a:lnTo>
                    <a:pt x="12" y="96"/>
                  </a:lnTo>
                  <a:lnTo>
                    <a:pt x="18" y="82"/>
                  </a:lnTo>
                  <a:lnTo>
                    <a:pt x="26" y="69"/>
                  </a:lnTo>
                  <a:lnTo>
                    <a:pt x="34" y="57"/>
                  </a:lnTo>
                  <a:lnTo>
                    <a:pt x="44" y="46"/>
                  </a:lnTo>
                  <a:lnTo>
                    <a:pt x="55" y="36"/>
                  </a:lnTo>
                  <a:lnTo>
                    <a:pt x="68" y="27"/>
                  </a:lnTo>
                  <a:lnTo>
                    <a:pt x="80" y="20"/>
                  </a:lnTo>
                  <a:lnTo>
                    <a:pt x="94" y="12"/>
                  </a:lnTo>
                  <a:lnTo>
                    <a:pt x="109" y="8"/>
                  </a:lnTo>
                  <a:lnTo>
                    <a:pt x="124" y="4"/>
                  </a:lnTo>
                  <a:lnTo>
                    <a:pt x="138" y="1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71" y="1"/>
                  </a:lnTo>
                  <a:lnTo>
                    <a:pt x="186" y="4"/>
                  </a:lnTo>
                  <a:lnTo>
                    <a:pt x="200" y="8"/>
                  </a:lnTo>
                  <a:lnTo>
                    <a:pt x="215" y="12"/>
                  </a:lnTo>
                  <a:lnTo>
                    <a:pt x="229" y="20"/>
                  </a:lnTo>
                  <a:lnTo>
                    <a:pt x="241" y="27"/>
                  </a:lnTo>
                  <a:lnTo>
                    <a:pt x="254" y="36"/>
                  </a:lnTo>
                  <a:lnTo>
                    <a:pt x="265" y="46"/>
                  </a:lnTo>
                  <a:lnTo>
                    <a:pt x="275" y="57"/>
                  </a:lnTo>
                  <a:lnTo>
                    <a:pt x="283" y="69"/>
                  </a:lnTo>
                  <a:lnTo>
                    <a:pt x="291" y="82"/>
                  </a:lnTo>
                  <a:lnTo>
                    <a:pt x="298" y="96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40"/>
                  </a:lnTo>
                  <a:lnTo>
                    <a:pt x="309" y="156"/>
                  </a:lnTo>
                  <a:lnTo>
                    <a:pt x="309" y="1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7" name="Freeform 237"/>
            <p:cNvSpPr>
              <a:spLocks/>
            </p:cNvSpPr>
            <p:nvPr/>
          </p:nvSpPr>
          <p:spPr bwMode="auto">
            <a:xfrm>
              <a:off x="1349375" y="5321301"/>
              <a:ext cx="46038" cy="46038"/>
            </a:xfrm>
            <a:custGeom>
              <a:avLst/>
              <a:gdLst>
                <a:gd name="T0" fmla="*/ 117 w 117"/>
                <a:gd name="T1" fmla="*/ 58 h 116"/>
                <a:gd name="T2" fmla="*/ 117 w 117"/>
                <a:gd name="T3" fmla="*/ 58 h 116"/>
                <a:gd name="T4" fmla="*/ 116 w 117"/>
                <a:gd name="T5" fmla="*/ 69 h 116"/>
                <a:gd name="T6" fmla="*/ 112 w 117"/>
                <a:gd name="T7" fmla="*/ 81 h 116"/>
                <a:gd name="T8" fmla="*/ 107 w 117"/>
                <a:gd name="T9" fmla="*/ 90 h 116"/>
                <a:gd name="T10" fmla="*/ 99 w 117"/>
                <a:gd name="T11" fmla="*/ 99 h 116"/>
                <a:gd name="T12" fmla="*/ 91 w 117"/>
                <a:gd name="T13" fmla="*/ 107 h 116"/>
                <a:gd name="T14" fmla="*/ 81 w 117"/>
                <a:gd name="T15" fmla="*/ 112 h 116"/>
                <a:gd name="T16" fmla="*/ 71 w 117"/>
                <a:gd name="T17" fmla="*/ 115 h 116"/>
                <a:gd name="T18" fmla="*/ 59 w 117"/>
                <a:gd name="T19" fmla="*/ 116 h 116"/>
                <a:gd name="T20" fmla="*/ 59 w 117"/>
                <a:gd name="T21" fmla="*/ 116 h 116"/>
                <a:gd name="T22" fmla="*/ 47 w 117"/>
                <a:gd name="T23" fmla="*/ 115 h 116"/>
                <a:gd name="T24" fmla="*/ 36 w 117"/>
                <a:gd name="T25" fmla="*/ 112 h 116"/>
                <a:gd name="T26" fmla="*/ 26 w 117"/>
                <a:gd name="T27" fmla="*/ 107 h 116"/>
                <a:gd name="T28" fmla="*/ 18 w 117"/>
                <a:gd name="T29" fmla="*/ 99 h 116"/>
                <a:gd name="T30" fmla="*/ 10 w 117"/>
                <a:gd name="T31" fmla="*/ 90 h 116"/>
                <a:gd name="T32" fmla="*/ 5 w 117"/>
                <a:gd name="T33" fmla="*/ 81 h 116"/>
                <a:gd name="T34" fmla="*/ 2 w 117"/>
                <a:gd name="T35" fmla="*/ 69 h 116"/>
                <a:gd name="T36" fmla="*/ 0 w 117"/>
                <a:gd name="T37" fmla="*/ 58 h 116"/>
                <a:gd name="T38" fmla="*/ 0 w 117"/>
                <a:gd name="T39" fmla="*/ 58 h 116"/>
                <a:gd name="T40" fmla="*/ 2 w 117"/>
                <a:gd name="T41" fmla="*/ 46 h 116"/>
                <a:gd name="T42" fmla="*/ 5 w 117"/>
                <a:gd name="T43" fmla="*/ 35 h 116"/>
                <a:gd name="T44" fmla="*/ 10 w 117"/>
                <a:gd name="T45" fmla="*/ 25 h 116"/>
                <a:gd name="T46" fmla="*/ 18 w 117"/>
                <a:gd name="T47" fmla="*/ 16 h 116"/>
                <a:gd name="T48" fmla="*/ 26 w 117"/>
                <a:gd name="T49" fmla="*/ 10 h 116"/>
                <a:gd name="T50" fmla="*/ 36 w 117"/>
                <a:gd name="T51" fmla="*/ 4 h 116"/>
                <a:gd name="T52" fmla="*/ 47 w 117"/>
                <a:gd name="T53" fmla="*/ 1 h 116"/>
                <a:gd name="T54" fmla="*/ 59 w 117"/>
                <a:gd name="T55" fmla="*/ 0 h 116"/>
                <a:gd name="T56" fmla="*/ 59 w 117"/>
                <a:gd name="T57" fmla="*/ 0 h 116"/>
                <a:gd name="T58" fmla="*/ 71 w 117"/>
                <a:gd name="T59" fmla="*/ 1 h 116"/>
                <a:gd name="T60" fmla="*/ 81 w 117"/>
                <a:gd name="T61" fmla="*/ 4 h 116"/>
                <a:gd name="T62" fmla="*/ 91 w 117"/>
                <a:gd name="T63" fmla="*/ 10 h 116"/>
                <a:gd name="T64" fmla="*/ 99 w 117"/>
                <a:gd name="T65" fmla="*/ 16 h 116"/>
                <a:gd name="T66" fmla="*/ 107 w 117"/>
                <a:gd name="T67" fmla="*/ 25 h 116"/>
                <a:gd name="T68" fmla="*/ 112 w 117"/>
                <a:gd name="T69" fmla="*/ 35 h 116"/>
                <a:gd name="T70" fmla="*/ 116 w 117"/>
                <a:gd name="T71" fmla="*/ 46 h 116"/>
                <a:gd name="T72" fmla="*/ 117 w 117"/>
                <a:gd name="T73" fmla="*/ 58 h 116"/>
                <a:gd name="T74" fmla="*/ 117 w 117"/>
                <a:gd name="T75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6">
                  <a:moveTo>
                    <a:pt x="117" y="58"/>
                  </a:moveTo>
                  <a:lnTo>
                    <a:pt x="117" y="58"/>
                  </a:lnTo>
                  <a:lnTo>
                    <a:pt x="116" y="69"/>
                  </a:lnTo>
                  <a:lnTo>
                    <a:pt x="112" y="81"/>
                  </a:lnTo>
                  <a:lnTo>
                    <a:pt x="107" y="90"/>
                  </a:lnTo>
                  <a:lnTo>
                    <a:pt x="99" y="99"/>
                  </a:lnTo>
                  <a:lnTo>
                    <a:pt x="91" y="107"/>
                  </a:lnTo>
                  <a:lnTo>
                    <a:pt x="81" y="112"/>
                  </a:lnTo>
                  <a:lnTo>
                    <a:pt x="71" y="115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47" y="115"/>
                  </a:lnTo>
                  <a:lnTo>
                    <a:pt x="36" y="112"/>
                  </a:lnTo>
                  <a:lnTo>
                    <a:pt x="26" y="107"/>
                  </a:lnTo>
                  <a:lnTo>
                    <a:pt x="18" y="99"/>
                  </a:lnTo>
                  <a:lnTo>
                    <a:pt x="10" y="90"/>
                  </a:lnTo>
                  <a:lnTo>
                    <a:pt x="5" y="81"/>
                  </a:lnTo>
                  <a:lnTo>
                    <a:pt x="2" y="69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46"/>
                  </a:lnTo>
                  <a:lnTo>
                    <a:pt x="5" y="35"/>
                  </a:lnTo>
                  <a:lnTo>
                    <a:pt x="10" y="25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6" y="4"/>
                  </a:lnTo>
                  <a:lnTo>
                    <a:pt x="47" y="1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1" y="1"/>
                  </a:lnTo>
                  <a:lnTo>
                    <a:pt x="81" y="4"/>
                  </a:lnTo>
                  <a:lnTo>
                    <a:pt x="91" y="10"/>
                  </a:lnTo>
                  <a:lnTo>
                    <a:pt x="99" y="16"/>
                  </a:lnTo>
                  <a:lnTo>
                    <a:pt x="107" y="25"/>
                  </a:lnTo>
                  <a:lnTo>
                    <a:pt x="112" y="35"/>
                  </a:lnTo>
                  <a:lnTo>
                    <a:pt x="116" y="46"/>
                  </a:lnTo>
                  <a:lnTo>
                    <a:pt x="117" y="58"/>
                  </a:lnTo>
                  <a:lnTo>
                    <a:pt x="117" y="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8" name="Gruppieren 137"/>
          <p:cNvGrpSpPr/>
          <p:nvPr/>
        </p:nvGrpSpPr>
        <p:grpSpPr>
          <a:xfrm>
            <a:off x="3735578" y="3403836"/>
            <a:ext cx="215971" cy="331353"/>
            <a:chOff x="1609725" y="5081588"/>
            <a:chExt cx="231775" cy="355600"/>
          </a:xfrm>
        </p:grpSpPr>
        <p:sp>
          <p:nvSpPr>
            <p:cNvPr id="139" name="Freeform 238"/>
            <p:cNvSpPr>
              <a:spLocks/>
            </p:cNvSpPr>
            <p:nvPr/>
          </p:nvSpPr>
          <p:spPr bwMode="auto">
            <a:xfrm>
              <a:off x="1609725" y="5081588"/>
              <a:ext cx="231775" cy="355600"/>
            </a:xfrm>
            <a:custGeom>
              <a:avLst/>
              <a:gdLst>
                <a:gd name="T0" fmla="*/ 583 w 583"/>
                <a:gd name="T1" fmla="*/ 291 h 893"/>
                <a:gd name="T2" fmla="*/ 580 w 583"/>
                <a:gd name="T3" fmla="*/ 324 h 893"/>
                <a:gd name="T4" fmla="*/ 571 w 583"/>
                <a:gd name="T5" fmla="*/ 363 h 893"/>
                <a:gd name="T6" fmla="*/ 556 w 583"/>
                <a:gd name="T7" fmla="*/ 406 h 893"/>
                <a:gd name="T8" fmla="*/ 516 w 583"/>
                <a:gd name="T9" fmla="*/ 502 h 893"/>
                <a:gd name="T10" fmla="*/ 465 w 583"/>
                <a:gd name="T11" fmla="*/ 602 h 893"/>
                <a:gd name="T12" fmla="*/ 411 w 583"/>
                <a:gd name="T13" fmla="*/ 700 h 893"/>
                <a:gd name="T14" fmla="*/ 338 w 583"/>
                <a:gd name="T15" fmla="*/ 821 h 893"/>
                <a:gd name="T16" fmla="*/ 292 w 583"/>
                <a:gd name="T17" fmla="*/ 893 h 893"/>
                <a:gd name="T18" fmla="*/ 279 w 583"/>
                <a:gd name="T19" fmla="*/ 873 h 893"/>
                <a:gd name="T20" fmla="*/ 200 w 583"/>
                <a:gd name="T21" fmla="*/ 744 h 893"/>
                <a:gd name="T22" fmla="*/ 147 w 583"/>
                <a:gd name="T23" fmla="*/ 653 h 893"/>
                <a:gd name="T24" fmla="*/ 93 w 583"/>
                <a:gd name="T25" fmla="*/ 552 h 893"/>
                <a:gd name="T26" fmla="*/ 46 w 583"/>
                <a:gd name="T27" fmla="*/ 453 h 893"/>
                <a:gd name="T28" fmla="*/ 20 w 583"/>
                <a:gd name="T29" fmla="*/ 384 h 893"/>
                <a:gd name="T30" fmla="*/ 8 w 583"/>
                <a:gd name="T31" fmla="*/ 343 h 893"/>
                <a:gd name="T32" fmla="*/ 2 w 583"/>
                <a:gd name="T33" fmla="*/ 307 h 893"/>
                <a:gd name="T34" fmla="*/ 0 w 583"/>
                <a:gd name="T35" fmla="*/ 291 h 893"/>
                <a:gd name="T36" fmla="*/ 3 w 583"/>
                <a:gd name="T37" fmla="*/ 261 h 893"/>
                <a:gd name="T38" fmla="*/ 14 w 583"/>
                <a:gd name="T39" fmla="*/ 204 h 893"/>
                <a:gd name="T40" fmla="*/ 36 w 583"/>
                <a:gd name="T41" fmla="*/ 152 h 893"/>
                <a:gd name="T42" fmla="*/ 67 w 583"/>
                <a:gd name="T43" fmla="*/ 106 h 893"/>
                <a:gd name="T44" fmla="*/ 107 w 583"/>
                <a:gd name="T45" fmla="*/ 67 h 893"/>
                <a:gd name="T46" fmla="*/ 153 w 583"/>
                <a:gd name="T47" fmla="*/ 36 h 893"/>
                <a:gd name="T48" fmla="*/ 205 w 583"/>
                <a:gd name="T49" fmla="*/ 13 h 893"/>
                <a:gd name="T50" fmla="*/ 262 w 583"/>
                <a:gd name="T51" fmla="*/ 1 h 893"/>
                <a:gd name="T52" fmla="*/ 292 w 583"/>
                <a:gd name="T53" fmla="*/ 0 h 893"/>
                <a:gd name="T54" fmla="*/ 307 w 583"/>
                <a:gd name="T55" fmla="*/ 1 h 893"/>
                <a:gd name="T56" fmla="*/ 351 w 583"/>
                <a:gd name="T57" fmla="*/ 6 h 893"/>
                <a:gd name="T58" fmla="*/ 406 w 583"/>
                <a:gd name="T59" fmla="*/ 23 h 893"/>
                <a:gd name="T60" fmla="*/ 455 w 583"/>
                <a:gd name="T61" fmla="*/ 49 h 893"/>
                <a:gd name="T62" fmla="*/ 497 w 583"/>
                <a:gd name="T63" fmla="*/ 85 h 893"/>
                <a:gd name="T64" fmla="*/ 533 w 583"/>
                <a:gd name="T65" fmla="*/ 129 h 893"/>
                <a:gd name="T66" fmla="*/ 561 w 583"/>
                <a:gd name="T67" fmla="*/ 178 h 893"/>
                <a:gd name="T68" fmla="*/ 577 w 583"/>
                <a:gd name="T69" fmla="*/ 233 h 893"/>
                <a:gd name="T70" fmla="*/ 583 w 583"/>
                <a:gd name="T71" fmla="*/ 276 h 893"/>
                <a:gd name="T72" fmla="*/ 583 w 583"/>
                <a:gd name="T73" fmla="*/ 291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83" h="893">
                  <a:moveTo>
                    <a:pt x="583" y="291"/>
                  </a:moveTo>
                  <a:lnTo>
                    <a:pt x="583" y="291"/>
                  </a:lnTo>
                  <a:lnTo>
                    <a:pt x="582" y="307"/>
                  </a:lnTo>
                  <a:lnTo>
                    <a:pt x="580" y="324"/>
                  </a:lnTo>
                  <a:lnTo>
                    <a:pt x="575" y="343"/>
                  </a:lnTo>
                  <a:lnTo>
                    <a:pt x="571" y="363"/>
                  </a:lnTo>
                  <a:lnTo>
                    <a:pt x="564" y="384"/>
                  </a:lnTo>
                  <a:lnTo>
                    <a:pt x="556" y="406"/>
                  </a:lnTo>
                  <a:lnTo>
                    <a:pt x="537" y="453"/>
                  </a:lnTo>
                  <a:lnTo>
                    <a:pt x="516" y="502"/>
                  </a:lnTo>
                  <a:lnTo>
                    <a:pt x="491" y="552"/>
                  </a:lnTo>
                  <a:lnTo>
                    <a:pt x="465" y="602"/>
                  </a:lnTo>
                  <a:lnTo>
                    <a:pt x="438" y="653"/>
                  </a:lnTo>
                  <a:lnTo>
                    <a:pt x="411" y="700"/>
                  </a:lnTo>
                  <a:lnTo>
                    <a:pt x="385" y="744"/>
                  </a:lnTo>
                  <a:lnTo>
                    <a:pt x="338" y="821"/>
                  </a:lnTo>
                  <a:lnTo>
                    <a:pt x="304" y="873"/>
                  </a:lnTo>
                  <a:lnTo>
                    <a:pt x="292" y="893"/>
                  </a:lnTo>
                  <a:lnTo>
                    <a:pt x="292" y="893"/>
                  </a:lnTo>
                  <a:lnTo>
                    <a:pt x="279" y="873"/>
                  </a:lnTo>
                  <a:lnTo>
                    <a:pt x="247" y="821"/>
                  </a:lnTo>
                  <a:lnTo>
                    <a:pt x="200" y="744"/>
                  </a:lnTo>
                  <a:lnTo>
                    <a:pt x="174" y="700"/>
                  </a:lnTo>
                  <a:lnTo>
                    <a:pt x="147" y="653"/>
                  </a:lnTo>
                  <a:lnTo>
                    <a:pt x="119" y="602"/>
                  </a:lnTo>
                  <a:lnTo>
                    <a:pt x="93" y="552"/>
                  </a:lnTo>
                  <a:lnTo>
                    <a:pt x="69" y="502"/>
                  </a:lnTo>
                  <a:lnTo>
                    <a:pt x="46" y="453"/>
                  </a:lnTo>
                  <a:lnTo>
                    <a:pt x="28" y="406"/>
                  </a:lnTo>
                  <a:lnTo>
                    <a:pt x="20" y="384"/>
                  </a:lnTo>
                  <a:lnTo>
                    <a:pt x="13" y="363"/>
                  </a:lnTo>
                  <a:lnTo>
                    <a:pt x="8" y="343"/>
                  </a:lnTo>
                  <a:lnTo>
                    <a:pt x="4" y="324"/>
                  </a:lnTo>
                  <a:lnTo>
                    <a:pt x="2" y="307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76"/>
                  </a:lnTo>
                  <a:lnTo>
                    <a:pt x="3" y="261"/>
                  </a:lnTo>
                  <a:lnTo>
                    <a:pt x="7" y="233"/>
                  </a:lnTo>
                  <a:lnTo>
                    <a:pt x="14" y="204"/>
                  </a:lnTo>
                  <a:lnTo>
                    <a:pt x="24" y="178"/>
                  </a:lnTo>
                  <a:lnTo>
                    <a:pt x="36" y="152"/>
                  </a:lnTo>
                  <a:lnTo>
                    <a:pt x="50" y="129"/>
                  </a:lnTo>
                  <a:lnTo>
                    <a:pt x="67" y="106"/>
                  </a:lnTo>
                  <a:lnTo>
                    <a:pt x="86" y="85"/>
                  </a:lnTo>
                  <a:lnTo>
                    <a:pt x="107" y="67"/>
                  </a:lnTo>
                  <a:lnTo>
                    <a:pt x="129" y="49"/>
                  </a:lnTo>
                  <a:lnTo>
                    <a:pt x="153" y="36"/>
                  </a:lnTo>
                  <a:lnTo>
                    <a:pt x="179" y="23"/>
                  </a:lnTo>
                  <a:lnTo>
                    <a:pt x="205" y="13"/>
                  </a:lnTo>
                  <a:lnTo>
                    <a:pt x="233" y="6"/>
                  </a:lnTo>
                  <a:lnTo>
                    <a:pt x="262" y="1"/>
                  </a:lnTo>
                  <a:lnTo>
                    <a:pt x="277" y="1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1"/>
                  </a:lnTo>
                  <a:lnTo>
                    <a:pt x="351" y="6"/>
                  </a:lnTo>
                  <a:lnTo>
                    <a:pt x="378" y="13"/>
                  </a:lnTo>
                  <a:lnTo>
                    <a:pt x="406" y="23"/>
                  </a:lnTo>
                  <a:lnTo>
                    <a:pt x="430" y="36"/>
                  </a:lnTo>
                  <a:lnTo>
                    <a:pt x="455" y="49"/>
                  </a:lnTo>
                  <a:lnTo>
                    <a:pt x="478" y="67"/>
                  </a:lnTo>
                  <a:lnTo>
                    <a:pt x="497" y="85"/>
                  </a:lnTo>
                  <a:lnTo>
                    <a:pt x="516" y="106"/>
                  </a:lnTo>
                  <a:lnTo>
                    <a:pt x="533" y="129"/>
                  </a:lnTo>
                  <a:lnTo>
                    <a:pt x="548" y="152"/>
                  </a:lnTo>
                  <a:lnTo>
                    <a:pt x="561" y="178"/>
                  </a:lnTo>
                  <a:lnTo>
                    <a:pt x="571" y="204"/>
                  </a:lnTo>
                  <a:lnTo>
                    <a:pt x="577" y="233"/>
                  </a:lnTo>
                  <a:lnTo>
                    <a:pt x="582" y="261"/>
                  </a:lnTo>
                  <a:lnTo>
                    <a:pt x="583" y="276"/>
                  </a:lnTo>
                  <a:lnTo>
                    <a:pt x="583" y="291"/>
                  </a:lnTo>
                  <a:lnTo>
                    <a:pt x="583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0" name="Freeform 239"/>
            <p:cNvSpPr>
              <a:spLocks/>
            </p:cNvSpPr>
            <p:nvPr/>
          </p:nvSpPr>
          <p:spPr bwMode="auto">
            <a:xfrm>
              <a:off x="1679575" y="5151438"/>
              <a:ext cx="92075" cy="92075"/>
            </a:xfrm>
            <a:custGeom>
              <a:avLst/>
              <a:gdLst>
                <a:gd name="T0" fmla="*/ 233 w 233"/>
                <a:gd name="T1" fmla="*/ 116 h 232"/>
                <a:gd name="T2" fmla="*/ 231 w 233"/>
                <a:gd name="T3" fmla="*/ 140 h 232"/>
                <a:gd name="T4" fmla="*/ 224 w 233"/>
                <a:gd name="T5" fmla="*/ 162 h 232"/>
                <a:gd name="T6" fmla="*/ 213 w 233"/>
                <a:gd name="T7" fmla="*/ 182 h 232"/>
                <a:gd name="T8" fmla="*/ 200 w 233"/>
                <a:gd name="T9" fmla="*/ 199 h 232"/>
                <a:gd name="T10" fmla="*/ 182 w 233"/>
                <a:gd name="T11" fmla="*/ 213 h 232"/>
                <a:gd name="T12" fmla="*/ 163 w 233"/>
                <a:gd name="T13" fmla="*/ 224 h 232"/>
                <a:gd name="T14" fmla="*/ 140 w 233"/>
                <a:gd name="T15" fmla="*/ 230 h 232"/>
                <a:gd name="T16" fmla="*/ 117 w 233"/>
                <a:gd name="T17" fmla="*/ 232 h 232"/>
                <a:gd name="T18" fmla="*/ 106 w 233"/>
                <a:gd name="T19" fmla="*/ 232 h 232"/>
                <a:gd name="T20" fmla="*/ 82 w 233"/>
                <a:gd name="T21" fmla="*/ 228 h 232"/>
                <a:gd name="T22" fmla="*/ 61 w 233"/>
                <a:gd name="T23" fmla="*/ 219 h 232"/>
                <a:gd name="T24" fmla="*/ 42 w 233"/>
                <a:gd name="T25" fmla="*/ 206 h 232"/>
                <a:gd name="T26" fmla="*/ 27 w 233"/>
                <a:gd name="T27" fmla="*/ 190 h 232"/>
                <a:gd name="T28" fmla="*/ 15 w 233"/>
                <a:gd name="T29" fmla="*/ 172 h 232"/>
                <a:gd name="T30" fmla="*/ 6 w 233"/>
                <a:gd name="T31" fmla="*/ 151 h 232"/>
                <a:gd name="T32" fmla="*/ 1 w 233"/>
                <a:gd name="T33" fmla="*/ 128 h 232"/>
                <a:gd name="T34" fmla="*/ 0 w 233"/>
                <a:gd name="T35" fmla="*/ 116 h 232"/>
                <a:gd name="T36" fmla="*/ 3 w 233"/>
                <a:gd name="T37" fmla="*/ 92 h 232"/>
                <a:gd name="T38" fmla="*/ 10 w 233"/>
                <a:gd name="T39" fmla="*/ 71 h 232"/>
                <a:gd name="T40" fmla="*/ 20 w 233"/>
                <a:gd name="T41" fmla="*/ 52 h 232"/>
                <a:gd name="T42" fmla="*/ 35 w 233"/>
                <a:gd name="T43" fmla="*/ 34 h 232"/>
                <a:gd name="T44" fmla="*/ 52 w 233"/>
                <a:gd name="T45" fmla="*/ 19 h 232"/>
                <a:gd name="T46" fmla="*/ 72 w 233"/>
                <a:gd name="T47" fmla="*/ 9 h 232"/>
                <a:gd name="T48" fmla="*/ 93 w 233"/>
                <a:gd name="T49" fmla="*/ 2 h 232"/>
                <a:gd name="T50" fmla="*/ 117 w 233"/>
                <a:gd name="T51" fmla="*/ 0 h 232"/>
                <a:gd name="T52" fmla="*/ 129 w 233"/>
                <a:gd name="T53" fmla="*/ 1 h 232"/>
                <a:gd name="T54" fmla="*/ 151 w 233"/>
                <a:gd name="T55" fmla="*/ 4 h 232"/>
                <a:gd name="T56" fmla="*/ 172 w 233"/>
                <a:gd name="T57" fmla="*/ 14 h 232"/>
                <a:gd name="T58" fmla="*/ 191 w 233"/>
                <a:gd name="T59" fmla="*/ 27 h 232"/>
                <a:gd name="T60" fmla="*/ 207 w 233"/>
                <a:gd name="T61" fmla="*/ 42 h 232"/>
                <a:gd name="T62" fmla="*/ 220 w 233"/>
                <a:gd name="T63" fmla="*/ 60 h 232"/>
                <a:gd name="T64" fmla="*/ 228 w 233"/>
                <a:gd name="T65" fmla="*/ 81 h 232"/>
                <a:gd name="T66" fmla="*/ 233 w 233"/>
                <a:gd name="T67" fmla="*/ 105 h 232"/>
                <a:gd name="T68" fmla="*/ 233 w 233"/>
                <a:gd name="T6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232">
                  <a:moveTo>
                    <a:pt x="233" y="116"/>
                  </a:moveTo>
                  <a:lnTo>
                    <a:pt x="233" y="116"/>
                  </a:lnTo>
                  <a:lnTo>
                    <a:pt x="233" y="128"/>
                  </a:lnTo>
                  <a:lnTo>
                    <a:pt x="231" y="140"/>
                  </a:lnTo>
                  <a:lnTo>
                    <a:pt x="228" y="151"/>
                  </a:lnTo>
                  <a:lnTo>
                    <a:pt x="224" y="162"/>
                  </a:lnTo>
                  <a:lnTo>
                    <a:pt x="220" y="172"/>
                  </a:lnTo>
                  <a:lnTo>
                    <a:pt x="213" y="182"/>
                  </a:lnTo>
                  <a:lnTo>
                    <a:pt x="207" y="190"/>
                  </a:lnTo>
                  <a:lnTo>
                    <a:pt x="200" y="199"/>
                  </a:lnTo>
                  <a:lnTo>
                    <a:pt x="191" y="206"/>
                  </a:lnTo>
                  <a:lnTo>
                    <a:pt x="182" y="213"/>
                  </a:lnTo>
                  <a:lnTo>
                    <a:pt x="172" y="219"/>
                  </a:lnTo>
                  <a:lnTo>
                    <a:pt x="163" y="224"/>
                  </a:lnTo>
                  <a:lnTo>
                    <a:pt x="151" y="228"/>
                  </a:lnTo>
                  <a:lnTo>
                    <a:pt x="140" y="230"/>
                  </a:lnTo>
                  <a:lnTo>
                    <a:pt x="129" y="232"/>
                  </a:lnTo>
                  <a:lnTo>
                    <a:pt x="117" y="232"/>
                  </a:lnTo>
                  <a:lnTo>
                    <a:pt x="117" y="232"/>
                  </a:lnTo>
                  <a:lnTo>
                    <a:pt x="106" y="232"/>
                  </a:lnTo>
                  <a:lnTo>
                    <a:pt x="93" y="230"/>
                  </a:lnTo>
                  <a:lnTo>
                    <a:pt x="82" y="228"/>
                  </a:lnTo>
                  <a:lnTo>
                    <a:pt x="72" y="224"/>
                  </a:lnTo>
                  <a:lnTo>
                    <a:pt x="61" y="219"/>
                  </a:lnTo>
                  <a:lnTo>
                    <a:pt x="52" y="213"/>
                  </a:lnTo>
                  <a:lnTo>
                    <a:pt x="42" y="206"/>
                  </a:lnTo>
                  <a:lnTo>
                    <a:pt x="35" y="199"/>
                  </a:lnTo>
                  <a:lnTo>
                    <a:pt x="27" y="190"/>
                  </a:lnTo>
                  <a:lnTo>
                    <a:pt x="20" y="182"/>
                  </a:lnTo>
                  <a:lnTo>
                    <a:pt x="15" y="172"/>
                  </a:lnTo>
                  <a:lnTo>
                    <a:pt x="10" y="162"/>
                  </a:lnTo>
                  <a:lnTo>
                    <a:pt x="6" y="151"/>
                  </a:lnTo>
                  <a:lnTo>
                    <a:pt x="3" y="140"/>
                  </a:lnTo>
                  <a:lnTo>
                    <a:pt x="1" y="128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05"/>
                  </a:lnTo>
                  <a:lnTo>
                    <a:pt x="3" y="92"/>
                  </a:lnTo>
                  <a:lnTo>
                    <a:pt x="6" y="81"/>
                  </a:lnTo>
                  <a:lnTo>
                    <a:pt x="10" y="71"/>
                  </a:lnTo>
                  <a:lnTo>
                    <a:pt x="15" y="60"/>
                  </a:lnTo>
                  <a:lnTo>
                    <a:pt x="20" y="52"/>
                  </a:lnTo>
                  <a:lnTo>
                    <a:pt x="27" y="42"/>
                  </a:lnTo>
                  <a:lnTo>
                    <a:pt x="35" y="34"/>
                  </a:lnTo>
                  <a:lnTo>
                    <a:pt x="42" y="27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2" y="9"/>
                  </a:lnTo>
                  <a:lnTo>
                    <a:pt x="82" y="4"/>
                  </a:lnTo>
                  <a:lnTo>
                    <a:pt x="93" y="2"/>
                  </a:lnTo>
                  <a:lnTo>
                    <a:pt x="106" y="1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1"/>
                  </a:lnTo>
                  <a:lnTo>
                    <a:pt x="140" y="2"/>
                  </a:lnTo>
                  <a:lnTo>
                    <a:pt x="151" y="4"/>
                  </a:lnTo>
                  <a:lnTo>
                    <a:pt x="163" y="9"/>
                  </a:lnTo>
                  <a:lnTo>
                    <a:pt x="172" y="14"/>
                  </a:lnTo>
                  <a:lnTo>
                    <a:pt x="182" y="19"/>
                  </a:lnTo>
                  <a:lnTo>
                    <a:pt x="191" y="27"/>
                  </a:lnTo>
                  <a:lnTo>
                    <a:pt x="200" y="34"/>
                  </a:lnTo>
                  <a:lnTo>
                    <a:pt x="207" y="42"/>
                  </a:lnTo>
                  <a:lnTo>
                    <a:pt x="213" y="52"/>
                  </a:lnTo>
                  <a:lnTo>
                    <a:pt x="220" y="60"/>
                  </a:lnTo>
                  <a:lnTo>
                    <a:pt x="224" y="71"/>
                  </a:lnTo>
                  <a:lnTo>
                    <a:pt x="228" y="81"/>
                  </a:lnTo>
                  <a:lnTo>
                    <a:pt x="231" y="92"/>
                  </a:lnTo>
                  <a:lnTo>
                    <a:pt x="233" y="105"/>
                  </a:lnTo>
                  <a:lnTo>
                    <a:pt x="233" y="116"/>
                  </a:lnTo>
                  <a:lnTo>
                    <a:pt x="233" y="1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1" name="Gruppieren 140"/>
          <p:cNvGrpSpPr/>
          <p:nvPr/>
        </p:nvGrpSpPr>
        <p:grpSpPr>
          <a:xfrm>
            <a:off x="4093799" y="3404576"/>
            <a:ext cx="329875" cy="329875"/>
            <a:chOff x="630238" y="5456238"/>
            <a:chExt cx="354013" cy="354013"/>
          </a:xfrm>
        </p:grpSpPr>
        <p:sp>
          <p:nvSpPr>
            <p:cNvPr id="142" name="Freeform 246"/>
            <p:cNvSpPr>
              <a:spLocks/>
            </p:cNvSpPr>
            <p:nvPr/>
          </p:nvSpPr>
          <p:spPr bwMode="auto">
            <a:xfrm>
              <a:off x="736600" y="5456238"/>
              <a:ext cx="123825" cy="123825"/>
            </a:xfrm>
            <a:custGeom>
              <a:avLst/>
              <a:gdLst>
                <a:gd name="T0" fmla="*/ 311 w 311"/>
                <a:gd name="T1" fmla="*/ 155 h 310"/>
                <a:gd name="T2" fmla="*/ 307 w 311"/>
                <a:gd name="T3" fmla="*/ 186 h 310"/>
                <a:gd name="T4" fmla="*/ 298 w 311"/>
                <a:gd name="T5" fmla="*/ 216 h 310"/>
                <a:gd name="T6" fmla="*/ 283 w 311"/>
                <a:gd name="T7" fmla="*/ 242 h 310"/>
                <a:gd name="T8" fmla="*/ 265 w 311"/>
                <a:gd name="T9" fmla="*/ 264 h 310"/>
                <a:gd name="T10" fmla="*/ 241 w 311"/>
                <a:gd name="T11" fmla="*/ 284 h 310"/>
                <a:gd name="T12" fmla="*/ 215 w 311"/>
                <a:gd name="T13" fmla="*/ 297 h 310"/>
                <a:gd name="T14" fmla="*/ 187 w 311"/>
                <a:gd name="T15" fmla="*/ 307 h 310"/>
                <a:gd name="T16" fmla="*/ 154 w 311"/>
                <a:gd name="T17" fmla="*/ 310 h 310"/>
                <a:gd name="T18" fmla="*/ 140 w 311"/>
                <a:gd name="T19" fmla="*/ 309 h 310"/>
                <a:gd name="T20" fmla="*/ 109 w 311"/>
                <a:gd name="T21" fmla="*/ 302 h 310"/>
                <a:gd name="T22" fmla="*/ 81 w 311"/>
                <a:gd name="T23" fmla="*/ 291 h 310"/>
                <a:gd name="T24" fmla="*/ 57 w 311"/>
                <a:gd name="T25" fmla="*/ 275 h 310"/>
                <a:gd name="T26" fmla="*/ 35 w 311"/>
                <a:gd name="T27" fmla="*/ 254 h 310"/>
                <a:gd name="T28" fmla="*/ 18 w 311"/>
                <a:gd name="T29" fmla="*/ 229 h 310"/>
                <a:gd name="T30" fmla="*/ 7 w 311"/>
                <a:gd name="T31" fmla="*/ 201 h 310"/>
                <a:gd name="T32" fmla="*/ 1 w 311"/>
                <a:gd name="T33" fmla="*/ 171 h 310"/>
                <a:gd name="T34" fmla="*/ 0 w 311"/>
                <a:gd name="T35" fmla="*/ 155 h 310"/>
                <a:gd name="T36" fmla="*/ 3 w 311"/>
                <a:gd name="T37" fmla="*/ 124 h 310"/>
                <a:gd name="T38" fmla="*/ 12 w 311"/>
                <a:gd name="T39" fmla="*/ 94 h 310"/>
                <a:gd name="T40" fmla="*/ 26 w 311"/>
                <a:gd name="T41" fmla="*/ 68 h 310"/>
                <a:gd name="T42" fmla="*/ 45 w 311"/>
                <a:gd name="T43" fmla="*/ 45 h 310"/>
                <a:gd name="T44" fmla="*/ 68 w 311"/>
                <a:gd name="T45" fmla="*/ 26 h 310"/>
                <a:gd name="T46" fmla="*/ 95 w 311"/>
                <a:gd name="T47" fmla="*/ 11 h 310"/>
                <a:gd name="T48" fmla="*/ 123 w 311"/>
                <a:gd name="T49" fmla="*/ 2 h 310"/>
                <a:gd name="T50" fmla="*/ 154 w 311"/>
                <a:gd name="T51" fmla="*/ 0 h 310"/>
                <a:gd name="T52" fmla="*/ 171 w 311"/>
                <a:gd name="T53" fmla="*/ 0 h 310"/>
                <a:gd name="T54" fmla="*/ 202 w 311"/>
                <a:gd name="T55" fmla="*/ 6 h 310"/>
                <a:gd name="T56" fmla="*/ 229 w 311"/>
                <a:gd name="T57" fmla="*/ 19 h 310"/>
                <a:gd name="T58" fmla="*/ 254 w 311"/>
                <a:gd name="T59" fmla="*/ 35 h 310"/>
                <a:gd name="T60" fmla="*/ 275 w 311"/>
                <a:gd name="T61" fmla="*/ 56 h 310"/>
                <a:gd name="T62" fmla="*/ 291 w 311"/>
                <a:gd name="T63" fmla="*/ 81 h 310"/>
                <a:gd name="T64" fmla="*/ 303 w 311"/>
                <a:gd name="T65" fmla="*/ 109 h 310"/>
                <a:gd name="T66" fmla="*/ 309 w 311"/>
                <a:gd name="T67" fmla="*/ 139 h 310"/>
                <a:gd name="T68" fmla="*/ 311 w 311"/>
                <a:gd name="T69" fmla="*/ 15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1" h="310">
                  <a:moveTo>
                    <a:pt x="311" y="155"/>
                  </a:moveTo>
                  <a:lnTo>
                    <a:pt x="311" y="155"/>
                  </a:lnTo>
                  <a:lnTo>
                    <a:pt x="309" y="171"/>
                  </a:lnTo>
                  <a:lnTo>
                    <a:pt x="307" y="186"/>
                  </a:lnTo>
                  <a:lnTo>
                    <a:pt x="303" y="201"/>
                  </a:lnTo>
                  <a:lnTo>
                    <a:pt x="298" y="216"/>
                  </a:lnTo>
                  <a:lnTo>
                    <a:pt x="291" y="229"/>
                  </a:lnTo>
                  <a:lnTo>
                    <a:pt x="283" y="242"/>
                  </a:lnTo>
                  <a:lnTo>
                    <a:pt x="275" y="254"/>
                  </a:lnTo>
                  <a:lnTo>
                    <a:pt x="265" y="264"/>
                  </a:lnTo>
                  <a:lnTo>
                    <a:pt x="254" y="275"/>
                  </a:lnTo>
                  <a:lnTo>
                    <a:pt x="241" y="284"/>
                  </a:lnTo>
                  <a:lnTo>
                    <a:pt x="229" y="291"/>
                  </a:lnTo>
                  <a:lnTo>
                    <a:pt x="215" y="297"/>
                  </a:lnTo>
                  <a:lnTo>
                    <a:pt x="202" y="302"/>
                  </a:lnTo>
                  <a:lnTo>
                    <a:pt x="187" y="307"/>
                  </a:lnTo>
                  <a:lnTo>
                    <a:pt x="171" y="309"/>
                  </a:lnTo>
                  <a:lnTo>
                    <a:pt x="154" y="310"/>
                  </a:lnTo>
                  <a:lnTo>
                    <a:pt x="154" y="310"/>
                  </a:lnTo>
                  <a:lnTo>
                    <a:pt x="140" y="309"/>
                  </a:lnTo>
                  <a:lnTo>
                    <a:pt x="123" y="307"/>
                  </a:lnTo>
                  <a:lnTo>
                    <a:pt x="109" y="302"/>
                  </a:lnTo>
                  <a:lnTo>
                    <a:pt x="95" y="297"/>
                  </a:lnTo>
                  <a:lnTo>
                    <a:pt x="81" y="291"/>
                  </a:lnTo>
                  <a:lnTo>
                    <a:pt x="68" y="284"/>
                  </a:lnTo>
                  <a:lnTo>
                    <a:pt x="57" y="275"/>
                  </a:lnTo>
                  <a:lnTo>
                    <a:pt x="45" y="264"/>
                  </a:lnTo>
                  <a:lnTo>
                    <a:pt x="35" y="254"/>
                  </a:lnTo>
                  <a:lnTo>
                    <a:pt x="26" y="242"/>
                  </a:lnTo>
                  <a:lnTo>
                    <a:pt x="18" y="229"/>
                  </a:lnTo>
                  <a:lnTo>
                    <a:pt x="12" y="216"/>
                  </a:lnTo>
                  <a:lnTo>
                    <a:pt x="7" y="201"/>
                  </a:lnTo>
                  <a:lnTo>
                    <a:pt x="3" y="186"/>
                  </a:lnTo>
                  <a:lnTo>
                    <a:pt x="1" y="171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1" y="139"/>
                  </a:lnTo>
                  <a:lnTo>
                    <a:pt x="3" y="124"/>
                  </a:lnTo>
                  <a:lnTo>
                    <a:pt x="7" y="109"/>
                  </a:lnTo>
                  <a:lnTo>
                    <a:pt x="12" y="94"/>
                  </a:lnTo>
                  <a:lnTo>
                    <a:pt x="18" y="81"/>
                  </a:lnTo>
                  <a:lnTo>
                    <a:pt x="26" y="68"/>
                  </a:lnTo>
                  <a:lnTo>
                    <a:pt x="35" y="56"/>
                  </a:lnTo>
                  <a:lnTo>
                    <a:pt x="45" y="45"/>
                  </a:lnTo>
                  <a:lnTo>
                    <a:pt x="57" y="35"/>
                  </a:lnTo>
                  <a:lnTo>
                    <a:pt x="68" y="26"/>
                  </a:lnTo>
                  <a:lnTo>
                    <a:pt x="81" y="19"/>
                  </a:lnTo>
                  <a:lnTo>
                    <a:pt x="95" y="11"/>
                  </a:lnTo>
                  <a:lnTo>
                    <a:pt x="109" y="6"/>
                  </a:lnTo>
                  <a:lnTo>
                    <a:pt x="123" y="2"/>
                  </a:lnTo>
                  <a:lnTo>
                    <a:pt x="140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71" y="0"/>
                  </a:lnTo>
                  <a:lnTo>
                    <a:pt x="187" y="2"/>
                  </a:lnTo>
                  <a:lnTo>
                    <a:pt x="202" y="6"/>
                  </a:lnTo>
                  <a:lnTo>
                    <a:pt x="215" y="11"/>
                  </a:lnTo>
                  <a:lnTo>
                    <a:pt x="229" y="19"/>
                  </a:lnTo>
                  <a:lnTo>
                    <a:pt x="241" y="26"/>
                  </a:lnTo>
                  <a:lnTo>
                    <a:pt x="254" y="35"/>
                  </a:lnTo>
                  <a:lnTo>
                    <a:pt x="265" y="45"/>
                  </a:lnTo>
                  <a:lnTo>
                    <a:pt x="275" y="56"/>
                  </a:lnTo>
                  <a:lnTo>
                    <a:pt x="283" y="68"/>
                  </a:lnTo>
                  <a:lnTo>
                    <a:pt x="291" y="81"/>
                  </a:lnTo>
                  <a:lnTo>
                    <a:pt x="298" y="94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39"/>
                  </a:lnTo>
                  <a:lnTo>
                    <a:pt x="311" y="155"/>
                  </a:lnTo>
                  <a:lnTo>
                    <a:pt x="311" y="15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3" name="Line 247"/>
            <p:cNvSpPr>
              <a:spLocks noChangeShapeType="1"/>
            </p:cNvSpPr>
            <p:nvPr/>
          </p:nvSpPr>
          <p:spPr bwMode="auto">
            <a:xfrm>
              <a:off x="798513" y="5580063"/>
              <a:ext cx="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4" name="Freeform 248"/>
            <p:cNvSpPr>
              <a:spLocks/>
            </p:cNvSpPr>
            <p:nvPr/>
          </p:nvSpPr>
          <p:spPr bwMode="auto">
            <a:xfrm>
              <a:off x="798513" y="5486401"/>
              <a:ext cx="31750" cy="31750"/>
            </a:xfrm>
            <a:custGeom>
              <a:avLst/>
              <a:gdLst>
                <a:gd name="T0" fmla="*/ 0 w 79"/>
                <a:gd name="T1" fmla="*/ 0 h 78"/>
                <a:gd name="T2" fmla="*/ 0 w 79"/>
                <a:gd name="T3" fmla="*/ 0 h 78"/>
                <a:gd name="T4" fmla="*/ 9 w 79"/>
                <a:gd name="T5" fmla="*/ 1 h 78"/>
                <a:gd name="T6" fmla="*/ 17 w 79"/>
                <a:gd name="T7" fmla="*/ 1 h 78"/>
                <a:gd name="T8" fmla="*/ 24 w 79"/>
                <a:gd name="T9" fmla="*/ 4 h 78"/>
                <a:gd name="T10" fmla="*/ 31 w 79"/>
                <a:gd name="T11" fmla="*/ 6 h 78"/>
                <a:gd name="T12" fmla="*/ 44 w 79"/>
                <a:gd name="T13" fmla="*/ 13 h 78"/>
                <a:gd name="T14" fmla="*/ 56 w 79"/>
                <a:gd name="T15" fmla="*/ 23 h 78"/>
                <a:gd name="T16" fmla="*/ 65 w 79"/>
                <a:gd name="T17" fmla="*/ 35 h 78"/>
                <a:gd name="T18" fmla="*/ 72 w 79"/>
                <a:gd name="T19" fmla="*/ 47 h 78"/>
                <a:gd name="T20" fmla="*/ 75 w 79"/>
                <a:gd name="T21" fmla="*/ 54 h 78"/>
                <a:gd name="T22" fmla="*/ 77 w 79"/>
                <a:gd name="T23" fmla="*/ 62 h 78"/>
                <a:gd name="T24" fmla="*/ 79 w 79"/>
                <a:gd name="T25" fmla="*/ 69 h 78"/>
                <a:gd name="T26" fmla="*/ 79 w 79"/>
                <a:gd name="T2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8">
                  <a:moveTo>
                    <a:pt x="0" y="0"/>
                  </a:moveTo>
                  <a:lnTo>
                    <a:pt x="0" y="0"/>
                  </a:lnTo>
                  <a:lnTo>
                    <a:pt x="9" y="1"/>
                  </a:lnTo>
                  <a:lnTo>
                    <a:pt x="17" y="1"/>
                  </a:lnTo>
                  <a:lnTo>
                    <a:pt x="24" y="4"/>
                  </a:lnTo>
                  <a:lnTo>
                    <a:pt x="31" y="6"/>
                  </a:lnTo>
                  <a:lnTo>
                    <a:pt x="44" y="13"/>
                  </a:lnTo>
                  <a:lnTo>
                    <a:pt x="56" y="23"/>
                  </a:lnTo>
                  <a:lnTo>
                    <a:pt x="65" y="35"/>
                  </a:lnTo>
                  <a:lnTo>
                    <a:pt x="72" y="47"/>
                  </a:lnTo>
                  <a:lnTo>
                    <a:pt x="75" y="54"/>
                  </a:lnTo>
                  <a:lnTo>
                    <a:pt x="77" y="62"/>
                  </a:lnTo>
                  <a:lnTo>
                    <a:pt x="79" y="69"/>
                  </a:lnTo>
                  <a:lnTo>
                    <a:pt x="79" y="7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5" name="Freeform 249"/>
            <p:cNvSpPr>
              <a:spLocks/>
            </p:cNvSpPr>
            <p:nvPr/>
          </p:nvSpPr>
          <p:spPr bwMode="auto">
            <a:xfrm>
              <a:off x="630238" y="5749926"/>
              <a:ext cx="354013" cy="60325"/>
            </a:xfrm>
            <a:custGeom>
              <a:avLst/>
              <a:gdLst>
                <a:gd name="T0" fmla="*/ 543 w 892"/>
                <a:gd name="T1" fmla="*/ 0 h 154"/>
                <a:gd name="T2" fmla="*/ 682 w 892"/>
                <a:gd name="T3" fmla="*/ 10 h 154"/>
                <a:gd name="T4" fmla="*/ 769 w 892"/>
                <a:gd name="T5" fmla="*/ 23 h 154"/>
                <a:gd name="T6" fmla="*/ 816 w 892"/>
                <a:gd name="T7" fmla="*/ 33 h 154"/>
                <a:gd name="T8" fmla="*/ 852 w 892"/>
                <a:gd name="T9" fmla="*/ 44 h 154"/>
                <a:gd name="T10" fmla="*/ 878 w 892"/>
                <a:gd name="T11" fmla="*/ 56 h 154"/>
                <a:gd name="T12" fmla="*/ 891 w 892"/>
                <a:gd name="T13" fmla="*/ 70 h 154"/>
                <a:gd name="T14" fmla="*/ 892 w 892"/>
                <a:gd name="T15" fmla="*/ 76 h 154"/>
                <a:gd name="T16" fmla="*/ 892 w 892"/>
                <a:gd name="T17" fmla="*/ 80 h 154"/>
                <a:gd name="T18" fmla="*/ 888 w 892"/>
                <a:gd name="T19" fmla="*/ 88 h 154"/>
                <a:gd name="T20" fmla="*/ 873 w 892"/>
                <a:gd name="T21" fmla="*/ 100 h 154"/>
                <a:gd name="T22" fmla="*/ 839 w 892"/>
                <a:gd name="T23" fmla="*/ 113 h 154"/>
                <a:gd name="T24" fmla="*/ 791 w 892"/>
                <a:gd name="T25" fmla="*/ 126 h 154"/>
                <a:gd name="T26" fmla="*/ 730 w 892"/>
                <a:gd name="T27" fmla="*/ 137 h 154"/>
                <a:gd name="T28" fmla="*/ 659 w 892"/>
                <a:gd name="T29" fmla="*/ 144 h 154"/>
                <a:gd name="T30" fmla="*/ 579 w 892"/>
                <a:gd name="T31" fmla="*/ 150 h 154"/>
                <a:gd name="T32" fmla="*/ 492 w 892"/>
                <a:gd name="T33" fmla="*/ 154 h 154"/>
                <a:gd name="T34" fmla="*/ 446 w 892"/>
                <a:gd name="T35" fmla="*/ 154 h 154"/>
                <a:gd name="T36" fmla="*/ 356 w 892"/>
                <a:gd name="T37" fmla="*/ 153 h 154"/>
                <a:gd name="T38" fmla="*/ 273 w 892"/>
                <a:gd name="T39" fmla="*/ 148 h 154"/>
                <a:gd name="T40" fmla="*/ 197 w 892"/>
                <a:gd name="T41" fmla="*/ 141 h 154"/>
                <a:gd name="T42" fmla="*/ 130 w 892"/>
                <a:gd name="T43" fmla="*/ 132 h 154"/>
                <a:gd name="T44" fmla="*/ 76 w 892"/>
                <a:gd name="T45" fmla="*/ 119 h 154"/>
                <a:gd name="T46" fmla="*/ 35 w 892"/>
                <a:gd name="T47" fmla="*/ 107 h 154"/>
                <a:gd name="T48" fmla="*/ 9 w 892"/>
                <a:gd name="T49" fmla="*/ 92 h 154"/>
                <a:gd name="T50" fmla="*/ 3 w 892"/>
                <a:gd name="T51" fmla="*/ 85 h 154"/>
                <a:gd name="T52" fmla="*/ 0 w 892"/>
                <a:gd name="T53" fmla="*/ 76 h 154"/>
                <a:gd name="T54" fmla="*/ 1 w 892"/>
                <a:gd name="T55" fmla="*/ 70 h 154"/>
                <a:gd name="T56" fmla="*/ 13 w 892"/>
                <a:gd name="T57" fmla="*/ 57 h 154"/>
                <a:gd name="T58" fmla="*/ 36 w 892"/>
                <a:gd name="T59" fmla="*/ 46 h 154"/>
                <a:gd name="T60" fmla="*/ 68 w 892"/>
                <a:gd name="T61" fmla="*/ 35 h 154"/>
                <a:gd name="T62" fmla="*/ 133 w 892"/>
                <a:gd name="T63" fmla="*/ 22 h 154"/>
                <a:gd name="T64" fmla="*/ 244 w 892"/>
                <a:gd name="T65" fmla="*/ 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92" h="154">
                  <a:moveTo>
                    <a:pt x="543" y="0"/>
                  </a:moveTo>
                  <a:lnTo>
                    <a:pt x="543" y="0"/>
                  </a:lnTo>
                  <a:lnTo>
                    <a:pt x="616" y="4"/>
                  </a:lnTo>
                  <a:lnTo>
                    <a:pt x="682" y="10"/>
                  </a:lnTo>
                  <a:lnTo>
                    <a:pt x="741" y="18"/>
                  </a:lnTo>
                  <a:lnTo>
                    <a:pt x="769" y="23"/>
                  </a:lnTo>
                  <a:lnTo>
                    <a:pt x="793" y="28"/>
                  </a:lnTo>
                  <a:lnTo>
                    <a:pt x="816" y="33"/>
                  </a:lnTo>
                  <a:lnTo>
                    <a:pt x="834" y="38"/>
                  </a:lnTo>
                  <a:lnTo>
                    <a:pt x="852" y="44"/>
                  </a:lnTo>
                  <a:lnTo>
                    <a:pt x="866" y="50"/>
                  </a:lnTo>
                  <a:lnTo>
                    <a:pt x="878" y="56"/>
                  </a:lnTo>
                  <a:lnTo>
                    <a:pt x="886" y="62"/>
                  </a:lnTo>
                  <a:lnTo>
                    <a:pt x="891" y="70"/>
                  </a:lnTo>
                  <a:lnTo>
                    <a:pt x="892" y="72"/>
                  </a:lnTo>
                  <a:lnTo>
                    <a:pt x="892" y="76"/>
                  </a:lnTo>
                  <a:lnTo>
                    <a:pt x="892" y="76"/>
                  </a:lnTo>
                  <a:lnTo>
                    <a:pt x="892" y="80"/>
                  </a:lnTo>
                  <a:lnTo>
                    <a:pt x="890" y="85"/>
                  </a:lnTo>
                  <a:lnTo>
                    <a:pt x="888" y="88"/>
                  </a:lnTo>
                  <a:lnTo>
                    <a:pt x="884" y="92"/>
                  </a:lnTo>
                  <a:lnTo>
                    <a:pt x="873" y="100"/>
                  </a:lnTo>
                  <a:lnTo>
                    <a:pt x="858" y="107"/>
                  </a:lnTo>
                  <a:lnTo>
                    <a:pt x="839" y="113"/>
                  </a:lnTo>
                  <a:lnTo>
                    <a:pt x="817" y="119"/>
                  </a:lnTo>
                  <a:lnTo>
                    <a:pt x="791" y="126"/>
                  </a:lnTo>
                  <a:lnTo>
                    <a:pt x="762" y="132"/>
                  </a:lnTo>
                  <a:lnTo>
                    <a:pt x="730" y="137"/>
                  </a:lnTo>
                  <a:lnTo>
                    <a:pt x="695" y="141"/>
                  </a:lnTo>
                  <a:lnTo>
                    <a:pt x="659" y="144"/>
                  </a:lnTo>
                  <a:lnTo>
                    <a:pt x="620" y="148"/>
                  </a:lnTo>
                  <a:lnTo>
                    <a:pt x="579" y="150"/>
                  </a:lnTo>
                  <a:lnTo>
                    <a:pt x="537" y="153"/>
                  </a:lnTo>
                  <a:lnTo>
                    <a:pt x="492" y="154"/>
                  </a:lnTo>
                  <a:lnTo>
                    <a:pt x="446" y="154"/>
                  </a:lnTo>
                  <a:lnTo>
                    <a:pt x="446" y="154"/>
                  </a:lnTo>
                  <a:lnTo>
                    <a:pt x="400" y="154"/>
                  </a:lnTo>
                  <a:lnTo>
                    <a:pt x="356" y="153"/>
                  </a:lnTo>
                  <a:lnTo>
                    <a:pt x="314" y="150"/>
                  </a:lnTo>
                  <a:lnTo>
                    <a:pt x="273" y="148"/>
                  </a:lnTo>
                  <a:lnTo>
                    <a:pt x="233" y="144"/>
                  </a:lnTo>
                  <a:lnTo>
                    <a:pt x="197" y="141"/>
                  </a:lnTo>
                  <a:lnTo>
                    <a:pt x="162" y="137"/>
                  </a:lnTo>
                  <a:lnTo>
                    <a:pt x="130" y="132"/>
                  </a:lnTo>
                  <a:lnTo>
                    <a:pt x="102" y="126"/>
                  </a:lnTo>
                  <a:lnTo>
                    <a:pt x="76" y="119"/>
                  </a:lnTo>
                  <a:lnTo>
                    <a:pt x="53" y="113"/>
                  </a:lnTo>
                  <a:lnTo>
                    <a:pt x="35" y="107"/>
                  </a:lnTo>
                  <a:lnTo>
                    <a:pt x="20" y="100"/>
                  </a:lnTo>
                  <a:lnTo>
                    <a:pt x="9" y="92"/>
                  </a:lnTo>
                  <a:lnTo>
                    <a:pt x="5" y="88"/>
                  </a:lnTo>
                  <a:lnTo>
                    <a:pt x="3" y="85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" y="70"/>
                  </a:lnTo>
                  <a:lnTo>
                    <a:pt x="6" y="64"/>
                  </a:lnTo>
                  <a:lnTo>
                    <a:pt x="13" y="57"/>
                  </a:lnTo>
                  <a:lnTo>
                    <a:pt x="22" y="51"/>
                  </a:lnTo>
                  <a:lnTo>
                    <a:pt x="36" y="46"/>
                  </a:lnTo>
                  <a:lnTo>
                    <a:pt x="51" y="40"/>
                  </a:lnTo>
                  <a:lnTo>
                    <a:pt x="68" y="35"/>
                  </a:lnTo>
                  <a:lnTo>
                    <a:pt x="87" y="30"/>
                  </a:lnTo>
                  <a:lnTo>
                    <a:pt x="133" y="22"/>
                  </a:lnTo>
                  <a:lnTo>
                    <a:pt x="186" y="13"/>
                  </a:lnTo>
                  <a:lnTo>
                    <a:pt x="244" y="7"/>
                  </a:lnTo>
                  <a:lnTo>
                    <a:pt x="310" y="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6" name="Gruppieren 145"/>
          <p:cNvGrpSpPr/>
          <p:nvPr/>
        </p:nvGrpSpPr>
        <p:grpSpPr>
          <a:xfrm>
            <a:off x="5812360" y="4116304"/>
            <a:ext cx="329875" cy="329874"/>
            <a:chOff x="1041400" y="5467351"/>
            <a:chExt cx="354013" cy="354012"/>
          </a:xfrm>
        </p:grpSpPr>
        <p:sp>
          <p:nvSpPr>
            <p:cNvPr id="147" name="Line 250"/>
            <p:cNvSpPr>
              <a:spLocks noChangeShapeType="1"/>
            </p:cNvSpPr>
            <p:nvPr/>
          </p:nvSpPr>
          <p:spPr bwMode="auto">
            <a:xfrm>
              <a:off x="1209675" y="5713413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8" name="Line 251"/>
            <p:cNvSpPr>
              <a:spLocks noChangeShapeType="1"/>
            </p:cNvSpPr>
            <p:nvPr/>
          </p:nvSpPr>
          <p:spPr bwMode="auto">
            <a:xfrm>
              <a:off x="1209675" y="5467351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9" name="Line 252"/>
            <p:cNvSpPr>
              <a:spLocks noChangeShapeType="1"/>
            </p:cNvSpPr>
            <p:nvPr/>
          </p:nvSpPr>
          <p:spPr bwMode="auto">
            <a:xfrm>
              <a:off x="1209675" y="5591176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0" name="Freeform 253"/>
            <p:cNvSpPr>
              <a:spLocks/>
            </p:cNvSpPr>
            <p:nvPr/>
          </p:nvSpPr>
          <p:spPr bwMode="auto">
            <a:xfrm>
              <a:off x="1087438" y="5497513"/>
              <a:ext cx="307975" cy="93663"/>
            </a:xfrm>
            <a:custGeom>
              <a:avLst/>
              <a:gdLst>
                <a:gd name="T0" fmla="*/ 659 w 776"/>
                <a:gd name="T1" fmla="*/ 233 h 233"/>
                <a:gd name="T2" fmla="*/ 0 w 776"/>
                <a:gd name="T3" fmla="*/ 233 h 233"/>
                <a:gd name="T4" fmla="*/ 0 w 776"/>
                <a:gd name="T5" fmla="*/ 0 h 233"/>
                <a:gd name="T6" fmla="*/ 659 w 776"/>
                <a:gd name="T7" fmla="*/ 0 h 233"/>
                <a:gd name="T8" fmla="*/ 776 w 776"/>
                <a:gd name="T9" fmla="*/ 117 h 233"/>
                <a:gd name="T10" fmla="*/ 659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659" y="233"/>
                  </a:moveTo>
                  <a:lnTo>
                    <a:pt x="0" y="233"/>
                  </a:lnTo>
                  <a:lnTo>
                    <a:pt x="0" y="0"/>
                  </a:lnTo>
                  <a:lnTo>
                    <a:pt x="659" y="0"/>
                  </a:lnTo>
                  <a:lnTo>
                    <a:pt x="776" y="117"/>
                  </a:lnTo>
                  <a:lnTo>
                    <a:pt x="659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1" name="Freeform 254"/>
            <p:cNvSpPr>
              <a:spLocks/>
            </p:cNvSpPr>
            <p:nvPr/>
          </p:nvSpPr>
          <p:spPr bwMode="auto">
            <a:xfrm>
              <a:off x="1041400" y="5621338"/>
              <a:ext cx="307975" cy="92075"/>
            </a:xfrm>
            <a:custGeom>
              <a:avLst/>
              <a:gdLst>
                <a:gd name="T0" fmla="*/ 117 w 776"/>
                <a:gd name="T1" fmla="*/ 233 h 233"/>
                <a:gd name="T2" fmla="*/ 776 w 776"/>
                <a:gd name="T3" fmla="*/ 233 h 233"/>
                <a:gd name="T4" fmla="*/ 776 w 776"/>
                <a:gd name="T5" fmla="*/ 0 h 233"/>
                <a:gd name="T6" fmla="*/ 117 w 776"/>
                <a:gd name="T7" fmla="*/ 0 h 233"/>
                <a:gd name="T8" fmla="*/ 0 w 776"/>
                <a:gd name="T9" fmla="*/ 116 h 233"/>
                <a:gd name="T10" fmla="*/ 117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117" y="233"/>
                  </a:moveTo>
                  <a:lnTo>
                    <a:pt x="776" y="233"/>
                  </a:lnTo>
                  <a:lnTo>
                    <a:pt x="776" y="0"/>
                  </a:lnTo>
                  <a:lnTo>
                    <a:pt x="117" y="0"/>
                  </a:lnTo>
                  <a:lnTo>
                    <a:pt x="0" y="116"/>
                  </a:lnTo>
                  <a:lnTo>
                    <a:pt x="117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2" name="Gruppieren 151"/>
          <p:cNvGrpSpPr/>
          <p:nvPr/>
        </p:nvGrpSpPr>
        <p:grpSpPr>
          <a:xfrm>
            <a:off x="4565924" y="3411233"/>
            <a:ext cx="331353" cy="316561"/>
            <a:chOff x="1509713" y="5502276"/>
            <a:chExt cx="355600" cy="339725"/>
          </a:xfrm>
        </p:grpSpPr>
        <p:sp>
          <p:nvSpPr>
            <p:cNvPr id="153" name="Freeform 255"/>
            <p:cNvSpPr>
              <a:spLocks/>
            </p:cNvSpPr>
            <p:nvPr/>
          </p:nvSpPr>
          <p:spPr bwMode="auto">
            <a:xfrm>
              <a:off x="1557338" y="5688013"/>
              <a:ext cx="260350" cy="153988"/>
            </a:xfrm>
            <a:custGeom>
              <a:avLst/>
              <a:gdLst>
                <a:gd name="T0" fmla="*/ 0 w 660"/>
                <a:gd name="T1" fmla="*/ 0 h 389"/>
                <a:gd name="T2" fmla="*/ 0 w 660"/>
                <a:gd name="T3" fmla="*/ 389 h 389"/>
                <a:gd name="T4" fmla="*/ 233 w 660"/>
                <a:gd name="T5" fmla="*/ 389 h 389"/>
                <a:gd name="T6" fmla="*/ 233 w 660"/>
                <a:gd name="T7" fmla="*/ 117 h 389"/>
                <a:gd name="T8" fmla="*/ 427 w 660"/>
                <a:gd name="T9" fmla="*/ 117 h 389"/>
                <a:gd name="T10" fmla="*/ 427 w 660"/>
                <a:gd name="T11" fmla="*/ 389 h 389"/>
                <a:gd name="T12" fmla="*/ 660 w 660"/>
                <a:gd name="T13" fmla="*/ 389 h 389"/>
                <a:gd name="T14" fmla="*/ 660 w 660"/>
                <a:gd name="T15" fmla="*/ 2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0" h="389">
                  <a:moveTo>
                    <a:pt x="0" y="0"/>
                  </a:moveTo>
                  <a:lnTo>
                    <a:pt x="0" y="389"/>
                  </a:lnTo>
                  <a:lnTo>
                    <a:pt x="233" y="389"/>
                  </a:lnTo>
                  <a:lnTo>
                    <a:pt x="233" y="117"/>
                  </a:lnTo>
                  <a:lnTo>
                    <a:pt x="427" y="117"/>
                  </a:lnTo>
                  <a:lnTo>
                    <a:pt x="427" y="389"/>
                  </a:lnTo>
                  <a:lnTo>
                    <a:pt x="660" y="389"/>
                  </a:lnTo>
                  <a:lnTo>
                    <a:pt x="660" y="2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4" name="Freeform 256"/>
            <p:cNvSpPr>
              <a:spLocks/>
            </p:cNvSpPr>
            <p:nvPr/>
          </p:nvSpPr>
          <p:spPr bwMode="auto">
            <a:xfrm>
              <a:off x="1509713" y="5502276"/>
              <a:ext cx="355600" cy="177800"/>
            </a:xfrm>
            <a:custGeom>
              <a:avLst/>
              <a:gdLst>
                <a:gd name="T0" fmla="*/ 0 w 892"/>
                <a:gd name="T1" fmla="*/ 447 h 447"/>
                <a:gd name="T2" fmla="*/ 446 w 892"/>
                <a:gd name="T3" fmla="*/ 0 h 447"/>
                <a:gd name="T4" fmla="*/ 892 w 892"/>
                <a:gd name="T5" fmla="*/ 447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2" h="447">
                  <a:moveTo>
                    <a:pt x="0" y="447"/>
                  </a:moveTo>
                  <a:lnTo>
                    <a:pt x="446" y="0"/>
                  </a:lnTo>
                  <a:lnTo>
                    <a:pt x="892" y="44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5" name="Freeform 257"/>
            <p:cNvSpPr>
              <a:spLocks/>
            </p:cNvSpPr>
            <p:nvPr/>
          </p:nvSpPr>
          <p:spPr bwMode="auto">
            <a:xfrm>
              <a:off x="1749425" y="5518151"/>
              <a:ext cx="53975" cy="53975"/>
            </a:xfrm>
            <a:custGeom>
              <a:avLst/>
              <a:gdLst>
                <a:gd name="T0" fmla="*/ 0 w 136"/>
                <a:gd name="T1" fmla="*/ 0 h 135"/>
                <a:gd name="T2" fmla="*/ 136 w 136"/>
                <a:gd name="T3" fmla="*/ 0 h 135"/>
                <a:gd name="T4" fmla="*/ 136 w 136"/>
                <a:gd name="T5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135">
                  <a:moveTo>
                    <a:pt x="0" y="0"/>
                  </a:moveTo>
                  <a:lnTo>
                    <a:pt x="136" y="0"/>
                  </a:lnTo>
                  <a:lnTo>
                    <a:pt x="136" y="1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6" name="Gruppieren 155"/>
          <p:cNvGrpSpPr/>
          <p:nvPr/>
        </p:nvGrpSpPr>
        <p:grpSpPr>
          <a:xfrm>
            <a:off x="5039527" y="3403836"/>
            <a:ext cx="242598" cy="331354"/>
            <a:chOff x="1989138" y="5535613"/>
            <a:chExt cx="260350" cy="355601"/>
          </a:xfrm>
        </p:grpSpPr>
        <p:sp>
          <p:nvSpPr>
            <p:cNvPr id="157" name="Rectangle 258"/>
            <p:cNvSpPr>
              <a:spLocks noChangeArrowheads="1"/>
            </p:cNvSpPr>
            <p:nvPr/>
          </p:nvSpPr>
          <p:spPr bwMode="auto">
            <a:xfrm>
              <a:off x="1989138" y="5567363"/>
              <a:ext cx="260350" cy="3238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8" name="Rectangle 259"/>
            <p:cNvSpPr>
              <a:spLocks noChangeArrowheads="1"/>
            </p:cNvSpPr>
            <p:nvPr/>
          </p:nvSpPr>
          <p:spPr bwMode="auto">
            <a:xfrm>
              <a:off x="2095500" y="5829301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9" name="Rectangle 260"/>
            <p:cNvSpPr>
              <a:spLocks noChangeArrowheads="1"/>
            </p:cNvSpPr>
            <p:nvPr/>
          </p:nvSpPr>
          <p:spPr bwMode="auto">
            <a:xfrm>
              <a:off x="2095500" y="5751513"/>
              <a:ext cx="47625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0" name="Rectangle 261"/>
            <p:cNvSpPr>
              <a:spLocks noChangeArrowheads="1"/>
            </p:cNvSpPr>
            <p:nvPr/>
          </p:nvSpPr>
          <p:spPr bwMode="auto">
            <a:xfrm>
              <a:off x="2173288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1" name="Rectangle 262"/>
            <p:cNvSpPr>
              <a:spLocks noChangeArrowheads="1"/>
            </p:cNvSpPr>
            <p:nvPr/>
          </p:nvSpPr>
          <p:spPr bwMode="auto">
            <a:xfrm>
              <a:off x="2019300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2" name="Rectangle 263"/>
            <p:cNvSpPr>
              <a:spLocks noChangeArrowheads="1"/>
            </p:cNvSpPr>
            <p:nvPr/>
          </p:nvSpPr>
          <p:spPr bwMode="auto">
            <a:xfrm>
              <a:off x="2095500" y="5675313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3" name="Rectangle 264"/>
            <p:cNvSpPr>
              <a:spLocks noChangeArrowheads="1"/>
            </p:cNvSpPr>
            <p:nvPr/>
          </p:nvSpPr>
          <p:spPr bwMode="auto">
            <a:xfrm>
              <a:off x="2173288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4" name="Rectangle 265"/>
            <p:cNvSpPr>
              <a:spLocks noChangeArrowheads="1"/>
            </p:cNvSpPr>
            <p:nvPr/>
          </p:nvSpPr>
          <p:spPr bwMode="auto">
            <a:xfrm>
              <a:off x="2019300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5" name="Rectangle 266"/>
            <p:cNvSpPr>
              <a:spLocks noChangeArrowheads="1"/>
            </p:cNvSpPr>
            <p:nvPr/>
          </p:nvSpPr>
          <p:spPr bwMode="auto">
            <a:xfrm>
              <a:off x="2095500" y="5597526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6" name="Rectangle 267"/>
            <p:cNvSpPr>
              <a:spLocks noChangeArrowheads="1"/>
            </p:cNvSpPr>
            <p:nvPr/>
          </p:nvSpPr>
          <p:spPr bwMode="auto">
            <a:xfrm>
              <a:off x="2173288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7" name="Rectangle 268"/>
            <p:cNvSpPr>
              <a:spLocks noChangeArrowheads="1"/>
            </p:cNvSpPr>
            <p:nvPr/>
          </p:nvSpPr>
          <p:spPr bwMode="auto">
            <a:xfrm>
              <a:off x="2019300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8" name="Freeform 269"/>
            <p:cNvSpPr>
              <a:spLocks/>
            </p:cNvSpPr>
            <p:nvPr/>
          </p:nvSpPr>
          <p:spPr bwMode="auto">
            <a:xfrm>
              <a:off x="1989138" y="5535613"/>
              <a:ext cx="260350" cy="31750"/>
            </a:xfrm>
            <a:custGeom>
              <a:avLst/>
              <a:gdLst>
                <a:gd name="T0" fmla="*/ 582 w 660"/>
                <a:gd name="T1" fmla="*/ 0 h 78"/>
                <a:gd name="T2" fmla="*/ 77 w 660"/>
                <a:gd name="T3" fmla="*/ 0 h 78"/>
                <a:gd name="T4" fmla="*/ 0 w 660"/>
                <a:gd name="T5" fmla="*/ 78 h 78"/>
                <a:gd name="T6" fmla="*/ 660 w 660"/>
                <a:gd name="T7" fmla="*/ 78 h 78"/>
                <a:gd name="T8" fmla="*/ 582 w 660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0" h="78">
                  <a:moveTo>
                    <a:pt x="582" y="0"/>
                  </a:moveTo>
                  <a:lnTo>
                    <a:pt x="77" y="0"/>
                  </a:lnTo>
                  <a:lnTo>
                    <a:pt x="0" y="78"/>
                  </a:lnTo>
                  <a:lnTo>
                    <a:pt x="660" y="78"/>
                  </a:lnTo>
                  <a:lnTo>
                    <a:pt x="58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69" name="Gruppieren 168"/>
          <p:cNvGrpSpPr/>
          <p:nvPr/>
        </p:nvGrpSpPr>
        <p:grpSpPr>
          <a:xfrm>
            <a:off x="5424375" y="3404576"/>
            <a:ext cx="258870" cy="329875"/>
            <a:chOff x="2409825" y="5551488"/>
            <a:chExt cx="277813" cy="354013"/>
          </a:xfrm>
        </p:grpSpPr>
        <p:sp>
          <p:nvSpPr>
            <p:cNvPr id="170" name="Rectangle 270"/>
            <p:cNvSpPr>
              <a:spLocks noChangeArrowheads="1"/>
            </p:cNvSpPr>
            <p:nvPr/>
          </p:nvSpPr>
          <p:spPr bwMode="auto">
            <a:xfrm>
              <a:off x="2409825" y="5675313"/>
              <a:ext cx="153988" cy="2301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1" name="Freeform 271"/>
            <p:cNvSpPr>
              <a:spLocks/>
            </p:cNvSpPr>
            <p:nvPr/>
          </p:nvSpPr>
          <p:spPr bwMode="auto">
            <a:xfrm>
              <a:off x="2533650" y="5551488"/>
              <a:ext cx="153988" cy="354013"/>
            </a:xfrm>
            <a:custGeom>
              <a:avLst/>
              <a:gdLst>
                <a:gd name="T0" fmla="*/ 388 w 388"/>
                <a:gd name="T1" fmla="*/ 894 h 894"/>
                <a:gd name="T2" fmla="*/ 77 w 388"/>
                <a:gd name="T3" fmla="*/ 894 h 894"/>
                <a:gd name="T4" fmla="*/ 77 w 388"/>
                <a:gd name="T5" fmla="*/ 311 h 894"/>
                <a:gd name="T6" fmla="*/ 0 w 388"/>
                <a:gd name="T7" fmla="*/ 311 h 894"/>
                <a:gd name="T8" fmla="*/ 0 w 388"/>
                <a:gd name="T9" fmla="*/ 0 h 894"/>
                <a:gd name="T10" fmla="*/ 388 w 388"/>
                <a:gd name="T11" fmla="*/ 0 h 894"/>
                <a:gd name="T12" fmla="*/ 388 w 388"/>
                <a:gd name="T13" fmla="*/ 89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8" h="894">
                  <a:moveTo>
                    <a:pt x="388" y="894"/>
                  </a:moveTo>
                  <a:lnTo>
                    <a:pt x="77" y="894"/>
                  </a:lnTo>
                  <a:lnTo>
                    <a:pt x="77" y="311"/>
                  </a:lnTo>
                  <a:lnTo>
                    <a:pt x="0" y="311"/>
                  </a:lnTo>
                  <a:lnTo>
                    <a:pt x="0" y="0"/>
                  </a:lnTo>
                  <a:lnTo>
                    <a:pt x="388" y="0"/>
                  </a:lnTo>
                  <a:lnTo>
                    <a:pt x="388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2" name="Rectangle 272"/>
            <p:cNvSpPr>
              <a:spLocks noChangeArrowheads="1"/>
            </p:cNvSpPr>
            <p:nvPr/>
          </p:nvSpPr>
          <p:spPr bwMode="auto">
            <a:xfrm>
              <a:off x="2611438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3" name="Rectangle 273"/>
            <p:cNvSpPr>
              <a:spLocks noChangeArrowheads="1"/>
            </p:cNvSpPr>
            <p:nvPr/>
          </p:nvSpPr>
          <p:spPr bwMode="auto">
            <a:xfrm>
              <a:off x="2441575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4" name="Line 274"/>
            <p:cNvSpPr>
              <a:spLocks noChangeShapeType="1"/>
            </p:cNvSpPr>
            <p:nvPr/>
          </p:nvSpPr>
          <p:spPr bwMode="auto">
            <a:xfrm>
              <a:off x="2409825" y="5705476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5" name="Line 275"/>
            <p:cNvSpPr>
              <a:spLocks noChangeShapeType="1"/>
            </p:cNvSpPr>
            <p:nvPr/>
          </p:nvSpPr>
          <p:spPr bwMode="auto">
            <a:xfrm>
              <a:off x="2409825" y="5737226"/>
              <a:ext cx="47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6" name="Line 276"/>
            <p:cNvSpPr>
              <a:spLocks noChangeShapeType="1"/>
            </p:cNvSpPr>
            <p:nvPr/>
          </p:nvSpPr>
          <p:spPr bwMode="auto">
            <a:xfrm>
              <a:off x="2533650" y="5613401"/>
              <a:ext cx="619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7" name="Line 277"/>
            <p:cNvSpPr>
              <a:spLocks noChangeShapeType="1"/>
            </p:cNvSpPr>
            <p:nvPr/>
          </p:nvSpPr>
          <p:spPr bwMode="auto">
            <a:xfrm>
              <a:off x="2533650" y="5583238"/>
              <a:ext cx="920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8" name="Line 278"/>
            <p:cNvSpPr>
              <a:spLocks noChangeShapeType="1"/>
            </p:cNvSpPr>
            <p:nvPr/>
          </p:nvSpPr>
          <p:spPr bwMode="auto">
            <a:xfrm>
              <a:off x="2533650" y="5643563"/>
              <a:ext cx="46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9" name="Line 279"/>
            <p:cNvSpPr>
              <a:spLocks noChangeShapeType="1"/>
            </p:cNvSpPr>
            <p:nvPr/>
          </p:nvSpPr>
          <p:spPr bwMode="auto">
            <a:xfrm>
              <a:off x="2409825" y="5767388"/>
              <a:ext cx="31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0" name="Gruppieren 179"/>
          <p:cNvGrpSpPr/>
          <p:nvPr/>
        </p:nvGrpSpPr>
        <p:grpSpPr>
          <a:xfrm>
            <a:off x="2344821" y="4040659"/>
            <a:ext cx="556117" cy="337722"/>
            <a:chOff x="1368425" y="3602038"/>
            <a:chExt cx="392113" cy="238125"/>
          </a:xfrm>
        </p:grpSpPr>
        <p:sp>
          <p:nvSpPr>
            <p:cNvPr id="181" name="Freeform 289"/>
            <p:cNvSpPr>
              <a:spLocks/>
            </p:cNvSpPr>
            <p:nvPr/>
          </p:nvSpPr>
          <p:spPr bwMode="auto">
            <a:xfrm>
              <a:off x="1368425" y="3602038"/>
              <a:ext cx="392113" cy="238125"/>
            </a:xfrm>
            <a:custGeom>
              <a:avLst/>
              <a:gdLst>
                <a:gd name="T0" fmla="*/ 987 w 987"/>
                <a:gd name="T1" fmla="*/ 515 h 601"/>
                <a:gd name="T2" fmla="*/ 985 w 987"/>
                <a:gd name="T3" fmla="*/ 532 h 601"/>
                <a:gd name="T4" fmla="*/ 980 w 987"/>
                <a:gd name="T5" fmla="*/ 549 h 601"/>
                <a:gd name="T6" fmla="*/ 972 w 987"/>
                <a:gd name="T7" fmla="*/ 563 h 601"/>
                <a:gd name="T8" fmla="*/ 962 w 987"/>
                <a:gd name="T9" fmla="*/ 576 h 601"/>
                <a:gd name="T10" fmla="*/ 949 w 987"/>
                <a:gd name="T11" fmla="*/ 586 h 601"/>
                <a:gd name="T12" fmla="*/ 934 w 987"/>
                <a:gd name="T13" fmla="*/ 594 h 601"/>
                <a:gd name="T14" fmla="*/ 919 w 987"/>
                <a:gd name="T15" fmla="*/ 599 h 601"/>
                <a:gd name="T16" fmla="*/ 901 w 987"/>
                <a:gd name="T17" fmla="*/ 601 h 601"/>
                <a:gd name="T18" fmla="*/ 86 w 987"/>
                <a:gd name="T19" fmla="*/ 601 h 601"/>
                <a:gd name="T20" fmla="*/ 68 w 987"/>
                <a:gd name="T21" fmla="*/ 599 h 601"/>
                <a:gd name="T22" fmla="*/ 52 w 987"/>
                <a:gd name="T23" fmla="*/ 594 h 601"/>
                <a:gd name="T24" fmla="*/ 38 w 987"/>
                <a:gd name="T25" fmla="*/ 586 h 601"/>
                <a:gd name="T26" fmla="*/ 25 w 987"/>
                <a:gd name="T27" fmla="*/ 576 h 601"/>
                <a:gd name="T28" fmla="*/ 14 w 987"/>
                <a:gd name="T29" fmla="*/ 563 h 601"/>
                <a:gd name="T30" fmla="*/ 6 w 987"/>
                <a:gd name="T31" fmla="*/ 549 h 601"/>
                <a:gd name="T32" fmla="*/ 1 w 987"/>
                <a:gd name="T33" fmla="*/ 532 h 601"/>
                <a:gd name="T34" fmla="*/ 0 w 987"/>
                <a:gd name="T35" fmla="*/ 515 h 601"/>
                <a:gd name="T36" fmla="*/ 0 w 987"/>
                <a:gd name="T37" fmla="*/ 86 h 601"/>
                <a:gd name="T38" fmla="*/ 1 w 987"/>
                <a:gd name="T39" fmla="*/ 68 h 601"/>
                <a:gd name="T40" fmla="*/ 6 w 987"/>
                <a:gd name="T41" fmla="*/ 52 h 601"/>
                <a:gd name="T42" fmla="*/ 14 w 987"/>
                <a:gd name="T43" fmla="*/ 38 h 601"/>
                <a:gd name="T44" fmla="*/ 25 w 987"/>
                <a:gd name="T45" fmla="*/ 25 h 601"/>
                <a:gd name="T46" fmla="*/ 38 w 987"/>
                <a:gd name="T47" fmla="*/ 15 h 601"/>
                <a:gd name="T48" fmla="*/ 52 w 987"/>
                <a:gd name="T49" fmla="*/ 6 h 601"/>
                <a:gd name="T50" fmla="*/ 68 w 987"/>
                <a:gd name="T51" fmla="*/ 2 h 601"/>
                <a:gd name="T52" fmla="*/ 86 w 987"/>
                <a:gd name="T53" fmla="*/ 0 h 601"/>
                <a:gd name="T54" fmla="*/ 901 w 987"/>
                <a:gd name="T55" fmla="*/ 0 h 601"/>
                <a:gd name="T56" fmla="*/ 919 w 987"/>
                <a:gd name="T57" fmla="*/ 2 h 601"/>
                <a:gd name="T58" fmla="*/ 934 w 987"/>
                <a:gd name="T59" fmla="*/ 6 h 601"/>
                <a:gd name="T60" fmla="*/ 949 w 987"/>
                <a:gd name="T61" fmla="*/ 15 h 601"/>
                <a:gd name="T62" fmla="*/ 962 w 987"/>
                <a:gd name="T63" fmla="*/ 25 h 601"/>
                <a:gd name="T64" fmla="*/ 972 w 987"/>
                <a:gd name="T65" fmla="*/ 38 h 601"/>
                <a:gd name="T66" fmla="*/ 980 w 987"/>
                <a:gd name="T67" fmla="*/ 52 h 601"/>
                <a:gd name="T68" fmla="*/ 985 w 987"/>
                <a:gd name="T69" fmla="*/ 68 h 601"/>
                <a:gd name="T70" fmla="*/ 987 w 987"/>
                <a:gd name="T71" fmla="*/ 86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87" h="601">
                  <a:moveTo>
                    <a:pt x="987" y="515"/>
                  </a:moveTo>
                  <a:lnTo>
                    <a:pt x="987" y="515"/>
                  </a:lnTo>
                  <a:lnTo>
                    <a:pt x="986" y="524"/>
                  </a:lnTo>
                  <a:lnTo>
                    <a:pt x="985" y="532"/>
                  </a:lnTo>
                  <a:lnTo>
                    <a:pt x="983" y="540"/>
                  </a:lnTo>
                  <a:lnTo>
                    <a:pt x="980" y="549"/>
                  </a:lnTo>
                  <a:lnTo>
                    <a:pt x="977" y="555"/>
                  </a:lnTo>
                  <a:lnTo>
                    <a:pt x="972" y="563"/>
                  </a:lnTo>
                  <a:lnTo>
                    <a:pt x="968" y="569"/>
                  </a:lnTo>
                  <a:lnTo>
                    <a:pt x="962" y="576"/>
                  </a:lnTo>
                  <a:lnTo>
                    <a:pt x="956" y="581"/>
                  </a:lnTo>
                  <a:lnTo>
                    <a:pt x="949" y="586"/>
                  </a:lnTo>
                  <a:lnTo>
                    <a:pt x="942" y="590"/>
                  </a:lnTo>
                  <a:lnTo>
                    <a:pt x="934" y="594"/>
                  </a:lnTo>
                  <a:lnTo>
                    <a:pt x="926" y="596"/>
                  </a:lnTo>
                  <a:lnTo>
                    <a:pt x="919" y="599"/>
                  </a:lnTo>
                  <a:lnTo>
                    <a:pt x="910" y="600"/>
                  </a:lnTo>
                  <a:lnTo>
                    <a:pt x="901" y="601"/>
                  </a:lnTo>
                  <a:lnTo>
                    <a:pt x="86" y="601"/>
                  </a:lnTo>
                  <a:lnTo>
                    <a:pt x="86" y="601"/>
                  </a:lnTo>
                  <a:lnTo>
                    <a:pt x="77" y="600"/>
                  </a:lnTo>
                  <a:lnTo>
                    <a:pt x="68" y="599"/>
                  </a:lnTo>
                  <a:lnTo>
                    <a:pt x="60" y="596"/>
                  </a:lnTo>
                  <a:lnTo>
                    <a:pt x="52" y="594"/>
                  </a:lnTo>
                  <a:lnTo>
                    <a:pt x="44" y="590"/>
                  </a:lnTo>
                  <a:lnTo>
                    <a:pt x="38" y="586"/>
                  </a:lnTo>
                  <a:lnTo>
                    <a:pt x="30" y="581"/>
                  </a:lnTo>
                  <a:lnTo>
                    <a:pt x="25" y="576"/>
                  </a:lnTo>
                  <a:lnTo>
                    <a:pt x="19" y="569"/>
                  </a:lnTo>
                  <a:lnTo>
                    <a:pt x="14" y="563"/>
                  </a:lnTo>
                  <a:lnTo>
                    <a:pt x="10" y="555"/>
                  </a:lnTo>
                  <a:lnTo>
                    <a:pt x="6" y="549"/>
                  </a:lnTo>
                  <a:lnTo>
                    <a:pt x="3" y="540"/>
                  </a:lnTo>
                  <a:lnTo>
                    <a:pt x="1" y="532"/>
                  </a:lnTo>
                  <a:lnTo>
                    <a:pt x="0" y="524"/>
                  </a:lnTo>
                  <a:lnTo>
                    <a:pt x="0" y="51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77"/>
                  </a:lnTo>
                  <a:lnTo>
                    <a:pt x="1" y="68"/>
                  </a:lnTo>
                  <a:lnTo>
                    <a:pt x="3" y="61"/>
                  </a:lnTo>
                  <a:lnTo>
                    <a:pt x="6" y="52"/>
                  </a:lnTo>
                  <a:lnTo>
                    <a:pt x="10" y="44"/>
                  </a:lnTo>
                  <a:lnTo>
                    <a:pt x="14" y="38"/>
                  </a:lnTo>
                  <a:lnTo>
                    <a:pt x="19" y="31"/>
                  </a:lnTo>
                  <a:lnTo>
                    <a:pt x="25" y="25"/>
                  </a:lnTo>
                  <a:lnTo>
                    <a:pt x="30" y="19"/>
                  </a:lnTo>
                  <a:lnTo>
                    <a:pt x="38" y="15"/>
                  </a:lnTo>
                  <a:lnTo>
                    <a:pt x="44" y="11"/>
                  </a:lnTo>
                  <a:lnTo>
                    <a:pt x="52" y="6"/>
                  </a:lnTo>
                  <a:lnTo>
                    <a:pt x="60" y="4"/>
                  </a:lnTo>
                  <a:lnTo>
                    <a:pt x="68" y="2"/>
                  </a:lnTo>
                  <a:lnTo>
                    <a:pt x="77" y="1"/>
                  </a:lnTo>
                  <a:lnTo>
                    <a:pt x="86" y="0"/>
                  </a:lnTo>
                  <a:lnTo>
                    <a:pt x="901" y="0"/>
                  </a:lnTo>
                  <a:lnTo>
                    <a:pt x="901" y="0"/>
                  </a:lnTo>
                  <a:lnTo>
                    <a:pt x="910" y="1"/>
                  </a:lnTo>
                  <a:lnTo>
                    <a:pt x="919" y="2"/>
                  </a:lnTo>
                  <a:lnTo>
                    <a:pt x="926" y="4"/>
                  </a:lnTo>
                  <a:lnTo>
                    <a:pt x="934" y="6"/>
                  </a:lnTo>
                  <a:lnTo>
                    <a:pt x="942" y="11"/>
                  </a:lnTo>
                  <a:lnTo>
                    <a:pt x="949" y="15"/>
                  </a:lnTo>
                  <a:lnTo>
                    <a:pt x="956" y="19"/>
                  </a:lnTo>
                  <a:lnTo>
                    <a:pt x="962" y="25"/>
                  </a:lnTo>
                  <a:lnTo>
                    <a:pt x="968" y="31"/>
                  </a:lnTo>
                  <a:lnTo>
                    <a:pt x="972" y="38"/>
                  </a:lnTo>
                  <a:lnTo>
                    <a:pt x="977" y="44"/>
                  </a:lnTo>
                  <a:lnTo>
                    <a:pt x="980" y="52"/>
                  </a:lnTo>
                  <a:lnTo>
                    <a:pt x="983" y="61"/>
                  </a:lnTo>
                  <a:lnTo>
                    <a:pt x="985" y="68"/>
                  </a:lnTo>
                  <a:lnTo>
                    <a:pt x="986" y="77"/>
                  </a:lnTo>
                  <a:lnTo>
                    <a:pt x="987" y="86"/>
                  </a:lnTo>
                  <a:lnTo>
                    <a:pt x="987" y="5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2" name="Line 290"/>
            <p:cNvSpPr>
              <a:spLocks noChangeShapeType="1"/>
            </p:cNvSpPr>
            <p:nvPr/>
          </p:nvSpPr>
          <p:spPr bwMode="auto">
            <a:xfrm>
              <a:off x="1368425" y="3670300"/>
              <a:ext cx="392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3" name="Line 291"/>
            <p:cNvSpPr>
              <a:spLocks noChangeShapeType="1"/>
            </p:cNvSpPr>
            <p:nvPr/>
          </p:nvSpPr>
          <p:spPr bwMode="auto">
            <a:xfrm flipH="1">
              <a:off x="1658938" y="3721100"/>
              <a:ext cx="50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4" name="Line 292"/>
            <p:cNvSpPr>
              <a:spLocks noChangeShapeType="1"/>
            </p:cNvSpPr>
            <p:nvPr/>
          </p:nvSpPr>
          <p:spPr bwMode="auto">
            <a:xfrm flipH="1">
              <a:off x="1419225" y="3721100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5" name="Line 293"/>
            <p:cNvSpPr>
              <a:spLocks noChangeShapeType="1"/>
            </p:cNvSpPr>
            <p:nvPr/>
          </p:nvSpPr>
          <p:spPr bwMode="auto">
            <a:xfrm flipH="1">
              <a:off x="1419225" y="375443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6" name="Gruppieren 185"/>
          <p:cNvGrpSpPr/>
          <p:nvPr/>
        </p:nvGrpSpPr>
        <p:grpSpPr>
          <a:xfrm>
            <a:off x="1827257" y="4045187"/>
            <a:ext cx="330000" cy="328664"/>
            <a:chOff x="1360488" y="4094163"/>
            <a:chExt cx="392113" cy="390525"/>
          </a:xfrm>
        </p:grpSpPr>
        <p:sp>
          <p:nvSpPr>
            <p:cNvPr id="187" name="Freeform 294"/>
            <p:cNvSpPr>
              <a:spLocks/>
            </p:cNvSpPr>
            <p:nvPr/>
          </p:nvSpPr>
          <p:spPr bwMode="auto">
            <a:xfrm>
              <a:off x="1360488" y="4094163"/>
              <a:ext cx="392113" cy="390525"/>
            </a:xfrm>
            <a:custGeom>
              <a:avLst/>
              <a:gdLst>
                <a:gd name="T0" fmla="*/ 987 w 988"/>
                <a:gd name="T1" fmla="*/ 518 h 987"/>
                <a:gd name="T2" fmla="*/ 978 w 988"/>
                <a:gd name="T3" fmla="*/ 593 h 987"/>
                <a:gd name="T4" fmla="*/ 957 w 988"/>
                <a:gd name="T5" fmla="*/ 663 h 987"/>
                <a:gd name="T6" fmla="*/ 928 w 988"/>
                <a:gd name="T7" fmla="*/ 728 h 987"/>
                <a:gd name="T8" fmla="*/ 890 w 988"/>
                <a:gd name="T9" fmla="*/ 789 h 987"/>
                <a:gd name="T10" fmla="*/ 843 w 988"/>
                <a:gd name="T11" fmla="*/ 842 h 987"/>
                <a:gd name="T12" fmla="*/ 790 w 988"/>
                <a:gd name="T13" fmla="*/ 889 h 987"/>
                <a:gd name="T14" fmla="*/ 729 w 988"/>
                <a:gd name="T15" fmla="*/ 927 h 987"/>
                <a:gd name="T16" fmla="*/ 663 w 988"/>
                <a:gd name="T17" fmla="*/ 957 h 987"/>
                <a:gd name="T18" fmla="*/ 593 w 988"/>
                <a:gd name="T19" fmla="*/ 977 h 987"/>
                <a:gd name="T20" fmla="*/ 519 w 988"/>
                <a:gd name="T21" fmla="*/ 986 h 987"/>
                <a:gd name="T22" fmla="*/ 469 w 988"/>
                <a:gd name="T23" fmla="*/ 986 h 987"/>
                <a:gd name="T24" fmla="*/ 394 w 988"/>
                <a:gd name="T25" fmla="*/ 977 h 987"/>
                <a:gd name="T26" fmla="*/ 324 w 988"/>
                <a:gd name="T27" fmla="*/ 957 h 987"/>
                <a:gd name="T28" fmla="*/ 259 w 988"/>
                <a:gd name="T29" fmla="*/ 927 h 987"/>
                <a:gd name="T30" fmla="*/ 198 w 988"/>
                <a:gd name="T31" fmla="*/ 889 h 987"/>
                <a:gd name="T32" fmla="*/ 145 w 988"/>
                <a:gd name="T33" fmla="*/ 842 h 987"/>
                <a:gd name="T34" fmla="*/ 98 w 988"/>
                <a:gd name="T35" fmla="*/ 789 h 987"/>
                <a:gd name="T36" fmla="*/ 60 w 988"/>
                <a:gd name="T37" fmla="*/ 728 h 987"/>
                <a:gd name="T38" fmla="*/ 30 w 988"/>
                <a:gd name="T39" fmla="*/ 663 h 987"/>
                <a:gd name="T40" fmla="*/ 10 w 988"/>
                <a:gd name="T41" fmla="*/ 593 h 987"/>
                <a:gd name="T42" fmla="*/ 1 w 988"/>
                <a:gd name="T43" fmla="*/ 518 h 987"/>
                <a:gd name="T44" fmla="*/ 1 w 988"/>
                <a:gd name="T45" fmla="*/ 468 h 987"/>
                <a:gd name="T46" fmla="*/ 10 w 988"/>
                <a:gd name="T47" fmla="*/ 395 h 987"/>
                <a:gd name="T48" fmla="*/ 30 w 988"/>
                <a:gd name="T49" fmla="*/ 324 h 987"/>
                <a:gd name="T50" fmla="*/ 60 w 988"/>
                <a:gd name="T51" fmla="*/ 259 h 987"/>
                <a:gd name="T52" fmla="*/ 98 w 988"/>
                <a:gd name="T53" fmla="*/ 198 h 987"/>
                <a:gd name="T54" fmla="*/ 145 w 988"/>
                <a:gd name="T55" fmla="*/ 145 h 987"/>
                <a:gd name="T56" fmla="*/ 198 w 988"/>
                <a:gd name="T57" fmla="*/ 98 h 987"/>
                <a:gd name="T58" fmla="*/ 259 w 988"/>
                <a:gd name="T59" fmla="*/ 60 h 987"/>
                <a:gd name="T60" fmla="*/ 324 w 988"/>
                <a:gd name="T61" fmla="*/ 30 h 987"/>
                <a:gd name="T62" fmla="*/ 394 w 988"/>
                <a:gd name="T63" fmla="*/ 10 h 987"/>
                <a:gd name="T64" fmla="*/ 469 w 988"/>
                <a:gd name="T65" fmla="*/ 1 h 987"/>
                <a:gd name="T66" fmla="*/ 519 w 988"/>
                <a:gd name="T67" fmla="*/ 1 h 987"/>
                <a:gd name="T68" fmla="*/ 593 w 988"/>
                <a:gd name="T69" fmla="*/ 10 h 987"/>
                <a:gd name="T70" fmla="*/ 663 w 988"/>
                <a:gd name="T71" fmla="*/ 30 h 987"/>
                <a:gd name="T72" fmla="*/ 729 w 988"/>
                <a:gd name="T73" fmla="*/ 60 h 987"/>
                <a:gd name="T74" fmla="*/ 790 w 988"/>
                <a:gd name="T75" fmla="*/ 98 h 987"/>
                <a:gd name="T76" fmla="*/ 843 w 988"/>
                <a:gd name="T77" fmla="*/ 145 h 987"/>
                <a:gd name="T78" fmla="*/ 890 w 988"/>
                <a:gd name="T79" fmla="*/ 198 h 987"/>
                <a:gd name="T80" fmla="*/ 928 w 988"/>
                <a:gd name="T81" fmla="*/ 259 h 987"/>
                <a:gd name="T82" fmla="*/ 957 w 988"/>
                <a:gd name="T83" fmla="*/ 324 h 987"/>
                <a:gd name="T84" fmla="*/ 978 w 988"/>
                <a:gd name="T85" fmla="*/ 395 h 987"/>
                <a:gd name="T86" fmla="*/ 987 w 988"/>
                <a:gd name="T87" fmla="*/ 468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88" h="987">
                  <a:moveTo>
                    <a:pt x="988" y="493"/>
                  </a:moveTo>
                  <a:lnTo>
                    <a:pt x="988" y="493"/>
                  </a:lnTo>
                  <a:lnTo>
                    <a:pt x="987" y="518"/>
                  </a:lnTo>
                  <a:lnTo>
                    <a:pt x="985" y="543"/>
                  </a:lnTo>
                  <a:lnTo>
                    <a:pt x="982" y="568"/>
                  </a:lnTo>
                  <a:lnTo>
                    <a:pt x="978" y="593"/>
                  </a:lnTo>
                  <a:lnTo>
                    <a:pt x="972" y="616"/>
                  </a:lnTo>
                  <a:lnTo>
                    <a:pt x="965" y="640"/>
                  </a:lnTo>
                  <a:lnTo>
                    <a:pt x="957" y="663"/>
                  </a:lnTo>
                  <a:lnTo>
                    <a:pt x="948" y="686"/>
                  </a:lnTo>
                  <a:lnTo>
                    <a:pt x="939" y="708"/>
                  </a:lnTo>
                  <a:lnTo>
                    <a:pt x="928" y="728"/>
                  </a:lnTo>
                  <a:lnTo>
                    <a:pt x="916" y="749"/>
                  </a:lnTo>
                  <a:lnTo>
                    <a:pt x="903" y="770"/>
                  </a:lnTo>
                  <a:lnTo>
                    <a:pt x="890" y="789"/>
                  </a:lnTo>
                  <a:lnTo>
                    <a:pt x="875" y="808"/>
                  </a:lnTo>
                  <a:lnTo>
                    <a:pt x="859" y="825"/>
                  </a:lnTo>
                  <a:lnTo>
                    <a:pt x="843" y="842"/>
                  </a:lnTo>
                  <a:lnTo>
                    <a:pt x="826" y="859"/>
                  </a:lnTo>
                  <a:lnTo>
                    <a:pt x="808" y="874"/>
                  </a:lnTo>
                  <a:lnTo>
                    <a:pt x="790" y="889"/>
                  </a:lnTo>
                  <a:lnTo>
                    <a:pt x="770" y="902"/>
                  </a:lnTo>
                  <a:lnTo>
                    <a:pt x="749" y="915"/>
                  </a:lnTo>
                  <a:lnTo>
                    <a:pt x="729" y="927"/>
                  </a:lnTo>
                  <a:lnTo>
                    <a:pt x="708" y="938"/>
                  </a:lnTo>
                  <a:lnTo>
                    <a:pt x="686" y="948"/>
                  </a:lnTo>
                  <a:lnTo>
                    <a:pt x="663" y="957"/>
                  </a:lnTo>
                  <a:lnTo>
                    <a:pt x="641" y="965"/>
                  </a:lnTo>
                  <a:lnTo>
                    <a:pt x="617" y="972"/>
                  </a:lnTo>
                  <a:lnTo>
                    <a:pt x="593" y="977"/>
                  </a:lnTo>
                  <a:lnTo>
                    <a:pt x="569" y="982"/>
                  </a:lnTo>
                  <a:lnTo>
                    <a:pt x="544" y="985"/>
                  </a:lnTo>
                  <a:lnTo>
                    <a:pt x="519" y="986"/>
                  </a:lnTo>
                  <a:lnTo>
                    <a:pt x="494" y="987"/>
                  </a:lnTo>
                  <a:lnTo>
                    <a:pt x="494" y="987"/>
                  </a:lnTo>
                  <a:lnTo>
                    <a:pt x="469" y="986"/>
                  </a:lnTo>
                  <a:lnTo>
                    <a:pt x="444" y="985"/>
                  </a:lnTo>
                  <a:lnTo>
                    <a:pt x="419" y="982"/>
                  </a:lnTo>
                  <a:lnTo>
                    <a:pt x="394" y="977"/>
                  </a:lnTo>
                  <a:lnTo>
                    <a:pt x="370" y="972"/>
                  </a:lnTo>
                  <a:lnTo>
                    <a:pt x="347" y="965"/>
                  </a:lnTo>
                  <a:lnTo>
                    <a:pt x="324" y="957"/>
                  </a:lnTo>
                  <a:lnTo>
                    <a:pt x="301" y="948"/>
                  </a:lnTo>
                  <a:lnTo>
                    <a:pt x="280" y="938"/>
                  </a:lnTo>
                  <a:lnTo>
                    <a:pt x="259" y="927"/>
                  </a:lnTo>
                  <a:lnTo>
                    <a:pt x="238" y="915"/>
                  </a:lnTo>
                  <a:lnTo>
                    <a:pt x="218" y="902"/>
                  </a:lnTo>
                  <a:lnTo>
                    <a:pt x="198" y="889"/>
                  </a:lnTo>
                  <a:lnTo>
                    <a:pt x="179" y="874"/>
                  </a:lnTo>
                  <a:lnTo>
                    <a:pt x="162" y="859"/>
                  </a:lnTo>
                  <a:lnTo>
                    <a:pt x="145" y="842"/>
                  </a:lnTo>
                  <a:lnTo>
                    <a:pt x="128" y="825"/>
                  </a:lnTo>
                  <a:lnTo>
                    <a:pt x="113" y="808"/>
                  </a:lnTo>
                  <a:lnTo>
                    <a:pt x="98" y="789"/>
                  </a:lnTo>
                  <a:lnTo>
                    <a:pt x="85" y="770"/>
                  </a:lnTo>
                  <a:lnTo>
                    <a:pt x="72" y="749"/>
                  </a:lnTo>
                  <a:lnTo>
                    <a:pt x="60" y="728"/>
                  </a:lnTo>
                  <a:lnTo>
                    <a:pt x="49" y="708"/>
                  </a:lnTo>
                  <a:lnTo>
                    <a:pt x="39" y="686"/>
                  </a:lnTo>
                  <a:lnTo>
                    <a:pt x="30" y="663"/>
                  </a:lnTo>
                  <a:lnTo>
                    <a:pt x="22" y="640"/>
                  </a:lnTo>
                  <a:lnTo>
                    <a:pt x="15" y="616"/>
                  </a:lnTo>
                  <a:lnTo>
                    <a:pt x="10" y="593"/>
                  </a:lnTo>
                  <a:lnTo>
                    <a:pt x="5" y="568"/>
                  </a:lnTo>
                  <a:lnTo>
                    <a:pt x="2" y="543"/>
                  </a:lnTo>
                  <a:lnTo>
                    <a:pt x="1" y="518"/>
                  </a:lnTo>
                  <a:lnTo>
                    <a:pt x="0" y="493"/>
                  </a:lnTo>
                  <a:lnTo>
                    <a:pt x="0" y="493"/>
                  </a:lnTo>
                  <a:lnTo>
                    <a:pt x="1" y="468"/>
                  </a:lnTo>
                  <a:lnTo>
                    <a:pt x="2" y="443"/>
                  </a:lnTo>
                  <a:lnTo>
                    <a:pt x="5" y="418"/>
                  </a:lnTo>
                  <a:lnTo>
                    <a:pt x="10" y="395"/>
                  </a:lnTo>
                  <a:lnTo>
                    <a:pt x="15" y="371"/>
                  </a:lnTo>
                  <a:lnTo>
                    <a:pt x="22" y="347"/>
                  </a:lnTo>
                  <a:lnTo>
                    <a:pt x="30" y="324"/>
                  </a:lnTo>
                  <a:lnTo>
                    <a:pt x="39" y="301"/>
                  </a:lnTo>
                  <a:lnTo>
                    <a:pt x="49" y="279"/>
                  </a:lnTo>
                  <a:lnTo>
                    <a:pt x="60" y="259"/>
                  </a:lnTo>
                  <a:lnTo>
                    <a:pt x="72" y="238"/>
                  </a:lnTo>
                  <a:lnTo>
                    <a:pt x="85" y="217"/>
                  </a:lnTo>
                  <a:lnTo>
                    <a:pt x="98" y="198"/>
                  </a:lnTo>
                  <a:lnTo>
                    <a:pt x="113" y="179"/>
                  </a:lnTo>
                  <a:lnTo>
                    <a:pt x="128" y="162"/>
                  </a:lnTo>
                  <a:lnTo>
                    <a:pt x="145" y="145"/>
                  </a:lnTo>
                  <a:lnTo>
                    <a:pt x="162" y="128"/>
                  </a:lnTo>
                  <a:lnTo>
                    <a:pt x="179" y="113"/>
                  </a:lnTo>
                  <a:lnTo>
                    <a:pt x="198" y="98"/>
                  </a:lnTo>
                  <a:lnTo>
                    <a:pt x="218" y="85"/>
                  </a:lnTo>
                  <a:lnTo>
                    <a:pt x="238" y="72"/>
                  </a:lnTo>
                  <a:lnTo>
                    <a:pt x="259" y="60"/>
                  </a:lnTo>
                  <a:lnTo>
                    <a:pt x="280" y="49"/>
                  </a:lnTo>
                  <a:lnTo>
                    <a:pt x="301" y="39"/>
                  </a:lnTo>
                  <a:lnTo>
                    <a:pt x="324" y="30"/>
                  </a:lnTo>
                  <a:lnTo>
                    <a:pt x="347" y="22"/>
                  </a:lnTo>
                  <a:lnTo>
                    <a:pt x="370" y="15"/>
                  </a:lnTo>
                  <a:lnTo>
                    <a:pt x="394" y="10"/>
                  </a:lnTo>
                  <a:lnTo>
                    <a:pt x="419" y="5"/>
                  </a:lnTo>
                  <a:lnTo>
                    <a:pt x="444" y="2"/>
                  </a:lnTo>
                  <a:lnTo>
                    <a:pt x="469" y="1"/>
                  </a:lnTo>
                  <a:lnTo>
                    <a:pt x="494" y="0"/>
                  </a:lnTo>
                  <a:lnTo>
                    <a:pt x="494" y="0"/>
                  </a:lnTo>
                  <a:lnTo>
                    <a:pt x="519" y="1"/>
                  </a:lnTo>
                  <a:lnTo>
                    <a:pt x="544" y="2"/>
                  </a:lnTo>
                  <a:lnTo>
                    <a:pt x="569" y="5"/>
                  </a:lnTo>
                  <a:lnTo>
                    <a:pt x="593" y="10"/>
                  </a:lnTo>
                  <a:lnTo>
                    <a:pt x="617" y="15"/>
                  </a:lnTo>
                  <a:lnTo>
                    <a:pt x="641" y="22"/>
                  </a:lnTo>
                  <a:lnTo>
                    <a:pt x="663" y="30"/>
                  </a:lnTo>
                  <a:lnTo>
                    <a:pt x="686" y="39"/>
                  </a:lnTo>
                  <a:lnTo>
                    <a:pt x="708" y="49"/>
                  </a:lnTo>
                  <a:lnTo>
                    <a:pt x="729" y="60"/>
                  </a:lnTo>
                  <a:lnTo>
                    <a:pt x="749" y="72"/>
                  </a:lnTo>
                  <a:lnTo>
                    <a:pt x="770" y="85"/>
                  </a:lnTo>
                  <a:lnTo>
                    <a:pt x="790" y="98"/>
                  </a:lnTo>
                  <a:lnTo>
                    <a:pt x="808" y="113"/>
                  </a:lnTo>
                  <a:lnTo>
                    <a:pt x="826" y="128"/>
                  </a:lnTo>
                  <a:lnTo>
                    <a:pt x="843" y="145"/>
                  </a:lnTo>
                  <a:lnTo>
                    <a:pt x="859" y="162"/>
                  </a:lnTo>
                  <a:lnTo>
                    <a:pt x="875" y="179"/>
                  </a:lnTo>
                  <a:lnTo>
                    <a:pt x="890" y="198"/>
                  </a:lnTo>
                  <a:lnTo>
                    <a:pt x="903" y="217"/>
                  </a:lnTo>
                  <a:lnTo>
                    <a:pt x="916" y="238"/>
                  </a:lnTo>
                  <a:lnTo>
                    <a:pt x="928" y="259"/>
                  </a:lnTo>
                  <a:lnTo>
                    <a:pt x="939" y="279"/>
                  </a:lnTo>
                  <a:lnTo>
                    <a:pt x="948" y="301"/>
                  </a:lnTo>
                  <a:lnTo>
                    <a:pt x="957" y="324"/>
                  </a:lnTo>
                  <a:lnTo>
                    <a:pt x="965" y="347"/>
                  </a:lnTo>
                  <a:lnTo>
                    <a:pt x="972" y="371"/>
                  </a:lnTo>
                  <a:lnTo>
                    <a:pt x="978" y="395"/>
                  </a:lnTo>
                  <a:lnTo>
                    <a:pt x="982" y="418"/>
                  </a:lnTo>
                  <a:lnTo>
                    <a:pt x="985" y="443"/>
                  </a:lnTo>
                  <a:lnTo>
                    <a:pt x="987" y="468"/>
                  </a:lnTo>
                  <a:lnTo>
                    <a:pt x="988" y="493"/>
                  </a:lnTo>
                  <a:lnTo>
                    <a:pt x="988" y="4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8" name="Freeform 295"/>
            <p:cNvSpPr>
              <a:spLocks/>
            </p:cNvSpPr>
            <p:nvPr/>
          </p:nvSpPr>
          <p:spPr bwMode="auto">
            <a:xfrm>
              <a:off x="1487488" y="4195763"/>
              <a:ext cx="111125" cy="187325"/>
            </a:xfrm>
            <a:custGeom>
              <a:avLst/>
              <a:gdLst>
                <a:gd name="T0" fmla="*/ 280 w 280"/>
                <a:gd name="T1" fmla="*/ 471 h 471"/>
                <a:gd name="T2" fmla="*/ 280 w 280"/>
                <a:gd name="T3" fmla="*/ 471 h 471"/>
                <a:gd name="T4" fmla="*/ 250 w 280"/>
                <a:gd name="T5" fmla="*/ 471 h 471"/>
                <a:gd name="T6" fmla="*/ 223 w 280"/>
                <a:gd name="T7" fmla="*/ 469 h 471"/>
                <a:gd name="T8" fmla="*/ 196 w 280"/>
                <a:gd name="T9" fmla="*/ 466 h 471"/>
                <a:gd name="T10" fmla="*/ 171 w 280"/>
                <a:gd name="T11" fmla="*/ 462 h 471"/>
                <a:gd name="T12" fmla="*/ 146 w 280"/>
                <a:gd name="T13" fmla="*/ 456 h 471"/>
                <a:gd name="T14" fmla="*/ 123 w 280"/>
                <a:gd name="T15" fmla="*/ 447 h 471"/>
                <a:gd name="T16" fmla="*/ 101 w 280"/>
                <a:gd name="T17" fmla="*/ 438 h 471"/>
                <a:gd name="T18" fmla="*/ 91 w 280"/>
                <a:gd name="T19" fmla="*/ 432 h 471"/>
                <a:gd name="T20" fmla="*/ 82 w 280"/>
                <a:gd name="T21" fmla="*/ 426 h 471"/>
                <a:gd name="T22" fmla="*/ 73 w 280"/>
                <a:gd name="T23" fmla="*/ 419 h 471"/>
                <a:gd name="T24" fmla="*/ 64 w 280"/>
                <a:gd name="T25" fmla="*/ 412 h 471"/>
                <a:gd name="T26" fmla="*/ 55 w 280"/>
                <a:gd name="T27" fmla="*/ 404 h 471"/>
                <a:gd name="T28" fmla="*/ 48 w 280"/>
                <a:gd name="T29" fmla="*/ 395 h 471"/>
                <a:gd name="T30" fmla="*/ 40 w 280"/>
                <a:gd name="T31" fmla="*/ 385 h 471"/>
                <a:gd name="T32" fmla="*/ 34 w 280"/>
                <a:gd name="T33" fmla="*/ 376 h 471"/>
                <a:gd name="T34" fmla="*/ 27 w 280"/>
                <a:gd name="T35" fmla="*/ 365 h 471"/>
                <a:gd name="T36" fmla="*/ 22 w 280"/>
                <a:gd name="T37" fmla="*/ 354 h 471"/>
                <a:gd name="T38" fmla="*/ 17 w 280"/>
                <a:gd name="T39" fmla="*/ 342 h 471"/>
                <a:gd name="T40" fmla="*/ 13 w 280"/>
                <a:gd name="T41" fmla="*/ 329 h 471"/>
                <a:gd name="T42" fmla="*/ 9 w 280"/>
                <a:gd name="T43" fmla="*/ 316 h 471"/>
                <a:gd name="T44" fmla="*/ 5 w 280"/>
                <a:gd name="T45" fmla="*/ 301 h 471"/>
                <a:gd name="T46" fmla="*/ 3 w 280"/>
                <a:gd name="T47" fmla="*/ 285 h 471"/>
                <a:gd name="T48" fmla="*/ 1 w 280"/>
                <a:gd name="T49" fmla="*/ 270 h 471"/>
                <a:gd name="T50" fmla="*/ 0 w 280"/>
                <a:gd name="T51" fmla="*/ 253 h 471"/>
                <a:gd name="T52" fmla="*/ 0 w 280"/>
                <a:gd name="T53" fmla="*/ 235 h 471"/>
                <a:gd name="T54" fmla="*/ 0 w 280"/>
                <a:gd name="T55" fmla="*/ 235 h 471"/>
                <a:gd name="T56" fmla="*/ 0 w 280"/>
                <a:gd name="T57" fmla="*/ 218 h 471"/>
                <a:gd name="T58" fmla="*/ 1 w 280"/>
                <a:gd name="T59" fmla="*/ 201 h 471"/>
                <a:gd name="T60" fmla="*/ 3 w 280"/>
                <a:gd name="T61" fmla="*/ 185 h 471"/>
                <a:gd name="T62" fmla="*/ 5 w 280"/>
                <a:gd name="T63" fmla="*/ 170 h 471"/>
                <a:gd name="T64" fmla="*/ 9 w 280"/>
                <a:gd name="T65" fmla="*/ 155 h 471"/>
                <a:gd name="T66" fmla="*/ 13 w 280"/>
                <a:gd name="T67" fmla="*/ 142 h 471"/>
                <a:gd name="T68" fmla="*/ 17 w 280"/>
                <a:gd name="T69" fmla="*/ 129 h 471"/>
                <a:gd name="T70" fmla="*/ 22 w 280"/>
                <a:gd name="T71" fmla="*/ 117 h 471"/>
                <a:gd name="T72" fmla="*/ 27 w 280"/>
                <a:gd name="T73" fmla="*/ 106 h 471"/>
                <a:gd name="T74" fmla="*/ 34 w 280"/>
                <a:gd name="T75" fmla="*/ 95 h 471"/>
                <a:gd name="T76" fmla="*/ 40 w 280"/>
                <a:gd name="T77" fmla="*/ 85 h 471"/>
                <a:gd name="T78" fmla="*/ 48 w 280"/>
                <a:gd name="T79" fmla="*/ 76 h 471"/>
                <a:gd name="T80" fmla="*/ 55 w 280"/>
                <a:gd name="T81" fmla="*/ 67 h 471"/>
                <a:gd name="T82" fmla="*/ 64 w 280"/>
                <a:gd name="T83" fmla="*/ 59 h 471"/>
                <a:gd name="T84" fmla="*/ 73 w 280"/>
                <a:gd name="T85" fmla="*/ 52 h 471"/>
                <a:gd name="T86" fmla="*/ 82 w 280"/>
                <a:gd name="T87" fmla="*/ 45 h 471"/>
                <a:gd name="T88" fmla="*/ 91 w 280"/>
                <a:gd name="T89" fmla="*/ 39 h 471"/>
                <a:gd name="T90" fmla="*/ 101 w 280"/>
                <a:gd name="T91" fmla="*/ 33 h 471"/>
                <a:gd name="T92" fmla="*/ 123 w 280"/>
                <a:gd name="T93" fmla="*/ 23 h 471"/>
                <a:gd name="T94" fmla="*/ 146 w 280"/>
                <a:gd name="T95" fmla="*/ 15 h 471"/>
                <a:gd name="T96" fmla="*/ 171 w 280"/>
                <a:gd name="T97" fmla="*/ 9 h 471"/>
                <a:gd name="T98" fmla="*/ 196 w 280"/>
                <a:gd name="T99" fmla="*/ 5 h 471"/>
                <a:gd name="T100" fmla="*/ 223 w 280"/>
                <a:gd name="T101" fmla="*/ 2 h 471"/>
                <a:gd name="T102" fmla="*/ 250 w 280"/>
                <a:gd name="T103" fmla="*/ 0 h 471"/>
                <a:gd name="T104" fmla="*/ 280 w 280"/>
                <a:gd name="T105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71">
                  <a:moveTo>
                    <a:pt x="280" y="471"/>
                  </a:moveTo>
                  <a:lnTo>
                    <a:pt x="280" y="471"/>
                  </a:lnTo>
                  <a:lnTo>
                    <a:pt x="250" y="471"/>
                  </a:lnTo>
                  <a:lnTo>
                    <a:pt x="223" y="469"/>
                  </a:lnTo>
                  <a:lnTo>
                    <a:pt x="196" y="466"/>
                  </a:lnTo>
                  <a:lnTo>
                    <a:pt x="171" y="462"/>
                  </a:lnTo>
                  <a:lnTo>
                    <a:pt x="146" y="456"/>
                  </a:lnTo>
                  <a:lnTo>
                    <a:pt x="123" y="447"/>
                  </a:lnTo>
                  <a:lnTo>
                    <a:pt x="101" y="438"/>
                  </a:lnTo>
                  <a:lnTo>
                    <a:pt x="91" y="432"/>
                  </a:lnTo>
                  <a:lnTo>
                    <a:pt x="82" y="426"/>
                  </a:lnTo>
                  <a:lnTo>
                    <a:pt x="73" y="419"/>
                  </a:lnTo>
                  <a:lnTo>
                    <a:pt x="64" y="412"/>
                  </a:lnTo>
                  <a:lnTo>
                    <a:pt x="55" y="404"/>
                  </a:lnTo>
                  <a:lnTo>
                    <a:pt x="48" y="395"/>
                  </a:lnTo>
                  <a:lnTo>
                    <a:pt x="40" y="385"/>
                  </a:lnTo>
                  <a:lnTo>
                    <a:pt x="34" y="376"/>
                  </a:lnTo>
                  <a:lnTo>
                    <a:pt x="27" y="365"/>
                  </a:lnTo>
                  <a:lnTo>
                    <a:pt x="22" y="354"/>
                  </a:lnTo>
                  <a:lnTo>
                    <a:pt x="17" y="342"/>
                  </a:lnTo>
                  <a:lnTo>
                    <a:pt x="13" y="329"/>
                  </a:lnTo>
                  <a:lnTo>
                    <a:pt x="9" y="316"/>
                  </a:lnTo>
                  <a:lnTo>
                    <a:pt x="5" y="301"/>
                  </a:lnTo>
                  <a:lnTo>
                    <a:pt x="3" y="285"/>
                  </a:lnTo>
                  <a:lnTo>
                    <a:pt x="1" y="270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1" y="201"/>
                  </a:lnTo>
                  <a:lnTo>
                    <a:pt x="3" y="185"/>
                  </a:lnTo>
                  <a:lnTo>
                    <a:pt x="5" y="170"/>
                  </a:lnTo>
                  <a:lnTo>
                    <a:pt x="9" y="155"/>
                  </a:lnTo>
                  <a:lnTo>
                    <a:pt x="13" y="142"/>
                  </a:lnTo>
                  <a:lnTo>
                    <a:pt x="17" y="129"/>
                  </a:lnTo>
                  <a:lnTo>
                    <a:pt x="22" y="117"/>
                  </a:lnTo>
                  <a:lnTo>
                    <a:pt x="27" y="106"/>
                  </a:lnTo>
                  <a:lnTo>
                    <a:pt x="34" y="95"/>
                  </a:lnTo>
                  <a:lnTo>
                    <a:pt x="40" y="85"/>
                  </a:lnTo>
                  <a:lnTo>
                    <a:pt x="48" y="76"/>
                  </a:lnTo>
                  <a:lnTo>
                    <a:pt x="55" y="67"/>
                  </a:lnTo>
                  <a:lnTo>
                    <a:pt x="64" y="59"/>
                  </a:lnTo>
                  <a:lnTo>
                    <a:pt x="73" y="52"/>
                  </a:lnTo>
                  <a:lnTo>
                    <a:pt x="82" y="45"/>
                  </a:lnTo>
                  <a:lnTo>
                    <a:pt x="91" y="39"/>
                  </a:lnTo>
                  <a:lnTo>
                    <a:pt x="101" y="33"/>
                  </a:lnTo>
                  <a:lnTo>
                    <a:pt x="123" y="23"/>
                  </a:lnTo>
                  <a:lnTo>
                    <a:pt x="146" y="15"/>
                  </a:lnTo>
                  <a:lnTo>
                    <a:pt x="171" y="9"/>
                  </a:lnTo>
                  <a:lnTo>
                    <a:pt x="196" y="5"/>
                  </a:lnTo>
                  <a:lnTo>
                    <a:pt x="223" y="2"/>
                  </a:lnTo>
                  <a:lnTo>
                    <a:pt x="250" y="0"/>
                  </a:lnTo>
                  <a:lnTo>
                    <a:pt x="2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9" name="Line 296"/>
            <p:cNvSpPr>
              <a:spLocks noChangeShapeType="1"/>
            </p:cNvSpPr>
            <p:nvPr/>
          </p:nvSpPr>
          <p:spPr bwMode="auto">
            <a:xfrm>
              <a:off x="1462088" y="4314825"/>
              <a:ext cx="93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0" name="Line 297"/>
            <p:cNvSpPr>
              <a:spLocks noChangeShapeType="1"/>
            </p:cNvSpPr>
            <p:nvPr/>
          </p:nvSpPr>
          <p:spPr bwMode="auto">
            <a:xfrm>
              <a:off x="1462088" y="4281488"/>
              <a:ext cx="111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91" name="Gruppieren 190"/>
          <p:cNvGrpSpPr/>
          <p:nvPr/>
        </p:nvGrpSpPr>
        <p:grpSpPr>
          <a:xfrm>
            <a:off x="3088502" y="4040479"/>
            <a:ext cx="235426" cy="338082"/>
            <a:chOff x="630238" y="4102100"/>
            <a:chExt cx="273050" cy="392113"/>
          </a:xfrm>
        </p:grpSpPr>
        <p:sp>
          <p:nvSpPr>
            <p:cNvPr id="192" name="Freeform 306"/>
            <p:cNvSpPr>
              <a:spLocks/>
            </p:cNvSpPr>
            <p:nvPr/>
          </p:nvSpPr>
          <p:spPr bwMode="auto">
            <a:xfrm>
              <a:off x="630238" y="4102100"/>
              <a:ext cx="273050" cy="392113"/>
            </a:xfrm>
            <a:custGeom>
              <a:avLst/>
              <a:gdLst>
                <a:gd name="T0" fmla="*/ 687 w 687"/>
                <a:gd name="T1" fmla="*/ 943 h 987"/>
                <a:gd name="T2" fmla="*/ 687 w 687"/>
                <a:gd name="T3" fmla="*/ 943 h 987"/>
                <a:gd name="T4" fmla="*/ 686 w 687"/>
                <a:gd name="T5" fmla="*/ 952 h 987"/>
                <a:gd name="T6" fmla="*/ 684 w 687"/>
                <a:gd name="T7" fmla="*/ 961 h 987"/>
                <a:gd name="T8" fmla="*/ 679 w 687"/>
                <a:gd name="T9" fmla="*/ 967 h 987"/>
                <a:gd name="T10" fmla="*/ 674 w 687"/>
                <a:gd name="T11" fmla="*/ 974 h 987"/>
                <a:gd name="T12" fmla="*/ 668 w 687"/>
                <a:gd name="T13" fmla="*/ 979 h 987"/>
                <a:gd name="T14" fmla="*/ 661 w 687"/>
                <a:gd name="T15" fmla="*/ 983 h 987"/>
                <a:gd name="T16" fmla="*/ 652 w 687"/>
                <a:gd name="T17" fmla="*/ 986 h 987"/>
                <a:gd name="T18" fmla="*/ 644 w 687"/>
                <a:gd name="T19" fmla="*/ 987 h 987"/>
                <a:gd name="T20" fmla="*/ 43 w 687"/>
                <a:gd name="T21" fmla="*/ 987 h 987"/>
                <a:gd name="T22" fmla="*/ 43 w 687"/>
                <a:gd name="T23" fmla="*/ 987 h 987"/>
                <a:gd name="T24" fmla="*/ 34 w 687"/>
                <a:gd name="T25" fmla="*/ 986 h 987"/>
                <a:gd name="T26" fmla="*/ 26 w 687"/>
                <a:gd name="T27" fmla="*/ 983 h 987"/>
                <a:gd name="T28" fmla="*/ 19 w 687"/>
                <a:gd name="T29" fmla="*/ 979 h 987"/>
                <a:gd name="T30" fmla="*/ 13 w 687"/>
                <a:gd name="T31" fmla="*/ 974 h 987"/>
                <a:gd name="T32" fmla="*/ 7 w 687"/>
                <a:gd name="T33" fmla="*/ 967 h 987"/>
                <a:gd name="T34" fmla="*/ 3 w 687"/>
                <a:gd name="T35" fmla="*/ 961 h 987"/>
                <a:gd name="T36" fmla="*/ 1 w 687"/>
                <a:gd name="T37" fmla="*/ 952 h 987"/>
                <a:gd name="T38" fmla="*/ 0 w 687"/>
                <a:gd name="T39" fmla="*/ 943 h 987"/>
                <a:gd name="T40" fmla="*/ 0 w 687"/>
                <a:gd name="T41" fmla="*/ 42 h 987"/>
                <a:gd name="T42" fmla="*/ 0 w 687"/>
                <a:gd name="T43" fmla="*/ 42 h 987"/>
                <a:gd name="T44" fmla="*/ 1 w 687"/>
                <a:gd name="T45" fmla="*/ 33 h 987"/>
                <a:gd name="T46" fmla="*/ 3 w 687"/>
                <a:gd name="T47" fmla="*/ 26 h 987"/>
                <a:gd name="T48" fmla="*/ 7 w 687"/>
                <a:gd name="T49" fmla="*/ 18 h 987"/>
                <a:gd name="T50" fmla="*/ 13 w 687"/>
                <a:gd name="T51" fmla="*/ 12 h 987"/>
                <a:gd name="T52" fmla="*/ 19 w 687"/>
                <a:gd name="T53" fmla="*/ 7 h 987"/>
                <a:gd name="T54" fmla="*/ 26 w 687"/>
                <a:gd name="T55" fmla="*/ 3 h 987"/>
                <a:gd name="T56" fmla="*/ 34 w 687"/>
                <a:gd name="T57" fmla="*/ 1 h 987"/>
                <a:gd name="T58" fmla="*/ 43 w 687"/>
                <a:gd name="T59" fmla="*/ 0 h 987"/>
                <a:gd name="T60" fmla="*/ 644 w 687"/>
                <a:gd name="T61" fmla="*/ 0 h 987"/>
                <a:gd name="T62" fmla="*/ 644 w 687"/>
                <a:gd name="T63" fmla="*/ 0 h 987"/>
                <a:gd name="T64" fmla="*/ 652 w 687"/>
                <a:gd name="T65" fmla="*/ 1 h 987"/>
                <a:gd name="T66" fmla="*/ 661 w 687"/>
                <a:gd name="T67" fmla="*/ 3 h 987"/>
                <a:gd name="T68" fmla="*/ 668 w 687"/>
                <a:gd name="T69" fmla="*/ 7 h 987"/>
                <a:gd name="T70" fmla="*/ 674 w 687"/>
                <a:gd name="T71" fmla="*/ 12 h 987"/>
                <a:gd name="T72" fmla="*/ 679 w 687"/>
                <a:gd name="T73" fmla="*/ 18 h 987"/>
                <a:gd name="T74" fmla="*/ 684 w 687"/>
                <a:gd name="T75" fmla="*/ 26 h 987"/>
                <a:gd name="T76" fmla="*/ 686 w 687"/>
                <a:gd name="T77" fmla="*/ 33 h 987"/>
                <a:gd name="T78" fmla="*/ 687 w 687"/>
                <a:gd name="T79" fmla="*/ 42 h 987"/>
                <a:gd name="T80" fmla="*/ 687 w 687"/>
                <a:gd name="T81" fmla="*/ 943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7" h="987">
                  <a:moveTo>
                    <a:pt x="687" y="943"/>
                  </a:moveTo>
                  <a:lnTo>
                    <a:pt x="687" y="943"/>
                  </a:lnTo>
                  <a:lnTo>
                    <a:pt x="686" y="952"/>
                  </a:lnTo>
                  <a:lnTo>
                    <a:pt x="684" y="961"/>
                  </a:lnTo>
                  <a:lnTo>
                    <a:pt x="679" y="967"/>
                  </a:lnTo>
                  <a:lnTo>
                    <a:pt x="674" y="974"/>
                  </a:lnTo>
                  <a:lnTo>
                    <a:pt x="668" y="979"/>
                  </a:lnTo>
                  <a:lnTo>
                    <a:pt x="661" y="983"/>
                  </a:lnTo>
                  <a:lnTo>
                    <a:pt x="652" y="986"/>
                  </a:lnTo>
                  <a:lnTo>
                    <a:pt x="644" y="987"/>
                  </a:lnTo>
                  <a:lnTo>
                    <a:pt x="43" y="987"/>
                  </a:lnTo>
                  <a:lnTo>
                    <a:pt x="43" y="987"/>
                  </a:lnTo>
                  <a:lnTo>
                    <a:pt x="34" y="986"/>
                  </a:lnTo>
                  <a:lnTo>
                    <a:pt x="26" y="983"/>
                  </a:lnTo>
                  <a:lnTo>
                    <a:pt x="19" y="979"/>
                  </a:lnTo>
                  <a:lnTo>
                    <a:pt x="13" y="974"/>
                  </a:lnTo>
                  <a:lnTo>
                    <a:pt x="7" y="967"/>
                  </a:lnTo>
                  <a:lnTo>
                    <a:pt x="3" y="961"/>
                  </a:lnTo>
                  <a:lnTo>
                    <a:pt x="1" y="952"/>
                  </a:lnTo>
                  <a:lnTo>
                    <a:pt x="0" y="943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3"/>
                  </a:lnTo>
                  <a:lnTo>
                    <a:pt x="3" y="26"/>
                  </a:lnTo>
                  <a:lnTo>
                    <a:pt x="7" y="18"/>
                  </a:lnTo>
                  <a:lnTo>
                    <a:pt x="13" y="12"/>
                  </a:lnTo>
                  <a:lnTo>
                    <a:pt x="19" y="7"/>
                  </a:lnTo>
                  <a:lnTo>
                    <a:pt x="26" y="3"/>
                  </a:lnTo>
                  <a:lnTo>
                    <a:pt x="34" y="1"/>
                  </a:lnTo>
                  <a:lnTo>
                    <a:pt x="43" y="0"/>
                  </a:lnTo>
                  <a:lnTo>
                    <a:pt x="644" y="0"/>
                  </a:lnTo>
                  <a:lnTo>
                    <a:pt x="644" y="0"/>
                  </a:lnTo>
                  <a:lnTo>
                    <a:pt x="652" y="1"/>
                  </a:lnTo>
                  <a:lnTo>
                    <a:pt x="661" y="3"/>
                  </a:lnTo>
                  <a:lnTo>
                    <a:pt x="668" y="7"/>
                  </a:lnTo>
                  <a:lnTo>
                    <a:pt x="674" y="12"/>
                  </a:lnTo>
                  <a:lnTo>
                    <a:pt x="679" y="18"/>
                  </a:lnTo>
                  <a:lnTo>
                    <a:pt x="684" y="26"/>
                  </a:lnTo>
                  <a:lnTo>
                    <a:pt x="686" y="33"/>
                  </a:lnTo>
                  <a:lnTo>
                    <a:pt x="687" y="42"/>
                  </a:lnTo>
                  <a:lnTo>
                    <a:pt x="687" y="9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3" name="Rectangle 307"/>
            <p:cNvSpPr>
              <a:spLocks noChangeArrowheads="1"/>
            </p:cNvSpPr>
            <p:nvPr/>
          </p:nvSpPr>
          <p:spPr bwMode="auto">
            <a:xfrm>
              <a:off x="663575" y="4137025"/>
              <a:ext cx="204788" cy="84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4" name="Line 308"/>
            <p:cNvSpPr>
              <a:spLocks noChangeShapeType="1"/>
            </p:cNvSpPr>
            <p:nvPr/>
          </p:nvSpPr>
          <p:spPr bwMode="auto">
            <a:xfrm>
              <a:off x="835025" y="4170363"/>
              <a:ext cx="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5" name="Line 309"/>
            <p:cNvSpPr>
              <a:spLocks noChangeShapeType="1"/>
            </p:cNvSpPr>
            <p:nvPr/>
          </p:nvSpPr>
          <p:spPr bwMode="auto">
            <a:xfrm>
              <a:off x="6810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6" name="Line 310"/>
            <p:cNvSpPr>
              <a:spLocks noChangeShapeType="1"/>
            </p:cNvSpPr>
            <p:nvPr/>
          </p:nvSpPr>
          <p:spPr bwMode="auto">
            <a:xfrm>
              <a:off x="7318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7" name="Line 311"/>
            <p:cNvSpPr>
              <a:spLocks noChangeShapeType="1"/>
            </p:cNvSpPr>
            <p:nvPr/>
          </p:nvSpPr>
          <p:spPr bwMode="auto">
            <a:xfrm>
              <a:off x="7826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8" name="Line 312"/>
            <p:cNvSpPr>
              <a:spLocks noChangeShapeType="1"/>
            </p:cNvSpPr>
            <p:nvPr/>
          </p:nvSpPr>
          <p:spPr bwMode="auto">
            <a:xfrm>
              <a:off x="835025" y="42894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9" name="Line 313"/>
            <p:cNvSpPr>
              <a:spLocks noChangeShapeType="1"/>
            </p:cNvSpPr>
            <p:nvPr/>
          </p:nvSpPr>
          <p:spPr bwMode="auto">
            <a:xfrm>
              <a:off x="6810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0" name="Line 314"/>
            <p:cNvSpPr>
              <a:spLocks noChangeShapeType="1"/>
            </p:cNvSpPr>
            <p:nvPr/>
          </p:nvSpPr>
          <p:spPr bwMode="auto">
            <a:xfrm>
              <a:off x="7318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1" name="Line 315"/>
            <p:cNvSpPr>
              <a:spLocks noChangeShapeType="1"/>
            </p:cNvSpPr>
            <p:nvPr/>
          </p:nvSpPr>
          <p:spPr bwMode="auto">
            <a:xfrm>
              <a:off x="7826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2" name="Line 316"/>
            <p:cNvSpPr>
              <a:spLocks noChangeShapeType="1"/>
            </p:cNvSpPr>
            <p:nvPr/>
          </p:nvSpPr>
          <p:spPr bwMode="auto">
            <a:xfrm>
              <a:off x="835025" y="43402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3" name="Line 317"/>
            <p:cNvSpPr>
              <a:spLocks noChangeShapeType="1"/>
            </p:cNvSpPr>
            <p:nvPr/>
          </p:nvSpPr>
          <p:spPr bwMode="auto">
            <a:xfrm>
              <a:off x="6810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4" name="Line 318"/>
            <p:cNvSpPr>
              <a:spLocks noChangeShapeType="1"/>
            </p:cNvSpPr>
            <p:nvPr/>
          </p:nvSpPr>
          <p:spPr bwMode="auto">
            <a:xfrm>
              <a:off x="7318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5" name="Line 319"/>
            <p:cNvSpPr>
              <a:spLocks noChangeShapeType="1"/>
            </p:cNvSpPr>
            <p:nvPr/>
          </p:nvSpPr>
          <p:spPr bwMode="auto">
            <a:xfrm>
              <a:off x="7826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6" name="Line 320"/>
            <p:cNvSpPr>
              <a:spLocks noChangeShapeType="1"/>
            </p:cNvSpPr>
            <p:nvPr/>
          </p:nvSpPr>
          <p:spPr bwMode="auto">
            <a:xfrm>
              <a:off x="835025" y="4392613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7" name="Line 321"/>
            <p:cNvSpPr>
              <a:spLocks noChangeShapeType="1"/>
            </p:cNvSpPr>
            <p:nvPr/>
          </p:nvSpPr>
          <p:spPr bwMode="auto">
            <a:xfrm>
              <a:off x="6810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8" name="Line 322"/>
            <p:cNvSpPr>
              <a:spLocks noChangeShapeType="1"/>
            </p:cNvSpPr>
            <p:nvPr/>
          </p:nvSpPr>
          <p:spPr bwMode="auto">
            <a:xfrm>
              <a:off x="7318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9" name="Line 323"/>
            <p:cNvSpPr>
              <a:spLocks noChangeShapeType="1"/>
            </p:cNvSpPr>
            <p:nvPr/>
          </p:nvSpPr>
          <p:spPr bwMode="auto">
            <a:xfrm>
              <a:off x="782638" y="4443413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0" name="Gruppieren 209"/>
          <p:cNvGrpSpPr/>
          <p:nvPr/>
        </p:nvGrpSpPr>
        <p:grpSpPr>
          <a:xfrm>
            <a:off x="3438367" y="4039960"/>
            <a:ext cx="339119" cy="339119"/>
            <a:chOff x="2119313" y="3525838"/>
            <a:chExt cx="390525" cy="390525"/>
          </a:xfrm>
        </p:grpSpPr>
        <p:sp>
          <p:nvSpPr>
            <p:cNvPr id="211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2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3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14" name="Freeform 5"/>
          <p:cNvSpPr>
            <a:spLocks/>
          </p:cNvSpPr>
          <p:nvPr/>
        </p:nvSpPr>
        <p:spPr bwMode="auto">
          <a:xfrm>
            <a:off x="5336499" y="4654766"/>
            <a:ext cx="309731" cy="309731"/>
          </a:xfrm>
          <a:custGeom>
            <a:avLst/>
            <a:gdLst>
              <a:gd name="T0" fmla="*/ 422 w 1127"/>
              <a:gd name="T1" fmla="*/ 319 h 1128"/>
              <a:gd name="T2" fmla="*/ 440 w 1127"/>
              <a:gd name="T3" fmla="*/ 290 h 1128"/>
              <a:gd name="T4" fmla="*/ 448 w 1127"/>
              <a:gd name="T5" fmla="*/ 256 h 1128"/>
              <a:gd name="T6" fmla="*/ 447 w 1127"/>
              <a:gd name="T7" fmla="*/ 222 h 1128"/>
              <a:gd name="T8" fmla="*/ 436 w 1127"/>
              <a:gd name="T9" fmla="*/ 190 h 1128"/>
              <a:gd name="T10" fmla="*/ 414 w 1127"/>
              <a:gd name="T11" fmla="*/ 161 h 1128"/>
              <a:gd name="T12" fmla="*/ 279 w 1127"/>
              <a:gd name="T13" fmla="*/ 27 h 1128"/>
              <a:gd name="T14" fmla="*/ 249 w 1127"/>
              <a:gd name="T15" fmla="*/ 9 h 1128"/>
              <a:gd name="T16" fmla="*/ 216 w 1127"/>
              <a:gd name="T17" fmla="*/ 1 h 1128"/>
              <a:gd name="T18" fmla="*/ 182 w 1127"/>
              <a:gd name="T19" fmla="*/ 2 h 1128"/>
              <a:gd name="T20" fmla="*/ 149 w 1127"/>
              <a:gd name="T21" fmla="*/ 14 h 1128"/>
              <a:gd name="T22" fmla="*/ 120 w 1127"/>
              <a:gd name="T23" fmla="*/ 35 h 1128"/>
              <a:gd name="T24" fmla="*/ 41 w 1127"/>
              <a:gd name="T25" fmla="*/ 115 h 1128"/>
              <a:gd name="T26" fmla="*/ 16 w 1127"/>
              <a:gd name="T27" fmla="*/ 154 h 1128"/>
              <a:gd name="T28" fmla="*/ 3 w 1127"/>
              <a:gd name="T29" fmla="*/ 197 h 1128"/>
              <a:gd name="T30" fmla="*/ 0 w 1127"/>
              <a:gd name="T31" fmla="*/ 242 h 1128"/>
              <a:gd name="T32" fmla="*/ 9 w 1127"/>
              <a:gd name="T33" fmla="*/ 286 h 1128"/>
              <a:gd name="T34" fmla="*/ 30 w 1127"/>
              <a:gd name="T35" fmla="*/ 327 h 1128"/>
              <a:gd name="T36" fmla="*/ 107 w 1127"/>
              <a:gd name="T37" fmla="*/ 439 h 1128"/>
              <a:gd name="T38" fmla="*/ 236 w 1127"/>
              <a:gd name="T39" fmla="*/ 601 h 1128"/>
              <a:gd name="T40" fmla="*/ 376 w 1127"/>
              <a:gd name="T41" fmla="*/ 751 h 1128"/>
              <a:gd name="T42" fmla="*/ 527 w 1127"/>
              <a:gd name="T43" fmla="*/ 891 h 1128"/>
              <a:gd name="T44" fmla="*/ 687 w 1127"/>
              <a:gd name="T45" fmla="*/ 1020 h 1128"/>
              <a:gd name="T46" fmla="*/ 800 w 1127"/>
              <a:gd name="T47" fmla="*/ 1098 h 1128"/>
              <a:gd name="T48" fmla="*/ 841 w 1127"/>
              <a:gd name="T49" fmla="*/ 1119 h 1128"/>
              <a:gd name="T50" fmla="*/ 885 w 1127"/>
              <a:gd name="T51" fmla="*/ 1127 h 1128"/>
              <a:gd name="T52" fmla="*/ 930 w 1127"/>
              <a:gd name="T53" fmla="*/ 1125 h 1128"/>
              <a:gd name="T54" fmla="*/ 973 w 1127"/>
              <a:gd name="T55" fmla="*/ 1110 h 1128"/>
              <a:gd name="T56" fmla="*/ 1012 w 1127"/>
              <a:gd name="T57" fmla="*/ 1086 h 1128"/>
              <a:gd name="T58" fmla="*/ 1092 w 1127"/>
              <a:gd name="T59" fmla="*/ 1006 h 1128"/>
              <a:gd name="T60" fmla="*/ 1114 w 1127"/>
              <a:gd name="T61" fmla="*/ 978 h 1128"/>
              <a:gd name="T62" fmla="*/ 1125 w 1127"/>
              <a:gd name="T63" fmla="*/ 945 h 1128"/>
              <a:gd name="T64" fmla="*/ 1126 w 1127"/>
              <a:gd name="T65" fmla="*/ 912 h 1128"/>
              <a:gd name="T66" fmla="*/ 1118 w 1127"/>
              <a:gd name="T67" fmla="*/ 878 h 1128"/>
              <a:gd name="T68" fmla="*/ 1101 w 1127"/>
              <a:gd name="T69" fmla="*/ 848 h 1128"/>
              <a:gd name="T70" fmla="*/ 967 w 1127"/>
              <a:gd name="T71" fmla="*/ 713 h 1128"/>
              <a:gd name="T72" fmla="*/ 938 w 1127"/>
              <a:gd name="T73" fmla="*/ 692 h 1128"/>
              <a:gd name="T74" fmla="*/ 906 w 1127"/>
              <a:gd name="T75" fmla="*/ 681 h 1128"/>
              <a:gd name="T76" fmla="*/ 871 w 1127"/>
              <a:gd name="T77" fmla="*/ 679 h 1128"/>
              <a:gd name="T78" fmla="*/ 838 w 1127"/>
              <a:gd name="T79" fmla="*/ 687 h 1128"/>
              <a:gd name="T80" fmla="*/ 808 w 1127"/>
              <a:gd name="T81" fmla="*/ 705 h 1128"/>
              <a:gd name="T82" fmla="*/ 757 w 1127"/>
              <a:gd name="T83" fmla="*/ 756 h 1128"/>
              <a:gd name="T84" fmla="*/ 605 w 1127"/>
              <a:gd name="T85" fmla="*/ 620 h 1128"/>
              <a:gd name="T86" fmla="*/ 460 w 1127"/>
              <a:gd name="T87" fmla="*/ 472 h 1128"/>
              <a:gd name="T88" fmla="*/ 414 w 1127"/>
              <a:gd name="T89" fmla="*/ 3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27" h="1128">
                <a:moveTo>
                  <a:pt x="414" y="328"/>
                </a:moveTo>
                <a:lnTo>
                  <a:pt x="414" y="328"/>
                </a:lnTo>
                <a:lnTo>
                  <a:pt x="422" y="319"/>
                </a:lnTo>
                <a:lnTo>
                  <a:pt x="429" y="310"/>
                </a:lnTo>
                <a:lnTo>
                  <a:pt x="436" y="300"/>
                </a:lnTo>
                <a:lnTo>
                  <a:pt x="440" y="290"/>
                </a:lnTo>
                <a:lnTo>
                  <a:pt x="444" y="278"/>
                </a:lnTo>
                <a:lnTo>
                  <a:pt x="447" y="267"/>
                </a:lnTo>
                <a:lnTo>
                  <a:pt x="448" y="256"/>
                </a:lnTo>
                <a:lnTo>
                  <a:pt x="449" y="245"/>
                </a:lnTo>
                <a:lnTo>
                  <a:pt x="448" y="234"/>
                </a:lnTo>
                <a:lnTo>
                  <a:pt x="447" y="222"/>
                </a:lnTo>
                <a:lnTo>
                  <a:pt x="444" y="211"/>
                </a:lnTo>
                <a:lnTo>
                  <a:pt x="440" y="200"/>
                </a:lnTo>
                <a:lnTo>
                  <a:pt x="436" y="190"/>
                </a:lnTo>
                <a:lnTo>
                  <a:pt x="429" y="179"/>
                </a:lnTo>
                <a:lnTo>
                  <a:pt x="422" y="169"/>
                </a:lnTo>
                <a:lnTo>
                  <a:pt x="414" y="161"/>
                </a:lnTo>
                <a:lnTo>
                  <a:pt x="289" y="35"/>
                </a:lnTo>
                <a:lnTo>
                  <a:pt x="289" y="35"/>
                </a:lnTo>
                <a:lnTo>
                  <a:pt x="279" y="27"/>
                </a:lnTo>
                <a:lnTo>
                  <a:pt x="269" y="19"/>
                </a:lnTo>
                <a:lnTo>
                  <a:pt x="259" y="14"/>
                </a:lnTo>
                <a:lnTo>
                  <a:pt x="249" y="9"/>
                </a:lnTo>
                <a:lnTo>
                  <a:pt x="238" y="5"/>
                </a:lnTo>
                <a:lnTo>
                  <a:pt x="227" y="2"/>
                </a:lnTo>
                <a:lnTo>
                  <a:pt x="216" y="1"/>
                </a:lnTo>
                <a:lnTo>
                  <a:pt x="204" y="0"/>
                </a:lnTo>
                <a:lnTo>
                  <a:pt x="193" y="1"/>
                </a:lnTo>
                <a:lnTo>
                  <a:pt x="182" y="2"/>
                </a:lnTo>
                <a:lnTo>
                  <a:pt x="170" y="5"/>
                </a:lnTo>
                <a:lnTo>
                  <a:pt x="160" y="9"/>
                </a:lnTo>
                <a:lnTo>
                  <a:pt x="149" y="14"/>
                </a:lnTo>
                <a:lnTo>
                  <a:pt x="139" y="19"/>
                </a:lnTo>
                <a:lnTo>
                  <a:pt x="130" y="27"/>
                </a:lnTo>
                <a:lnTo>
                  <a:pt x="120" y="35"/>
                </a:lnTo>
                <a:lnTo>
                  <a:pt x="52" y="104"/>
                </a:lnTo>
                <a:lnTo>
                  <a:pt x="52" y="104"/>
                </a:lnTo>
                <a:lnTo>
                  <a:pt x="41" y="115"/>
                </a:lnTo>
                <a:lnTo>
                  <a:pt x="32" y="127"/>
                </a:lnTo>
                <a:lnTo>
                  <a:pt x="23" y="141"/>
                </a:lnTo>
                <a:lnTo>
                  <a:pt x="16" y="154"/>
                </a:lnTo>
                <a:lnTo>
                  <a:pt x="10" y="168"/>
                </a:lnTo>
                <a:lnTo>
                  <a:pt x="6" y="183"/>
                </a:lnTo>
                <a:lnTo>
                  <a:pt x="3" y="197"/>
                </a:lnTo>
                <a:lnTo>
                  <a:pt x="0" y="212"/>
                </a:lnTo>
                <a:lnTo>
                  <a:pt x="0" y="226"/>
                </a:lnTo>
                <a:lnTo>
                  <a:pt x="0" y="242"/>
                </a:lnTo>
                <a:lnTo>
                  <a:pt x="2" y="257"/>
                </a:lnTo>
                <a:lnTo>
                  <a:pt x="5" y="271"/>
                </a:lnTo>
                <a:lnTo>
                  <a:pt x="9" y="286"/>
                </a:lnTo>
                <a:lnTo>
                  <a:pt x="14" y="300"/>
                </a:lnTo>
                <a:lnTo>
                  <a:pt x="21" y="314"/>
                </a:lnTo>
                <a:lnTo>
                  <a:pt x="30" y="327"/>
                </a:lnTo>
                <a:lnTo>
                  <a:pt x="30" y="327"/>
                </a:lnTo>
                <a:lnTo>
                  <a:pt x="67" y="384"/>
                </a:lnTo>
                <a:lnTo>
                  <a:pt x="107" y="439"/>
                </a:lnTo>
                <a:lnTo>
                  <a:pt x="149" y="494"/>
                </a:lnTo>
                <a:lnTo>
                  <a:pt x="192" y="548"/>
                </a:lnTo>
                <a:lnTo>
                  <a:pt x="236" y="601"/>
                </a:lnTo>
                <a:lnTo>
                  <a:pt x="282" y="652"/>
                </a:lnTo>
                <a:lnTo>
                  <a:pt x="328" y="701"/>
                </a:lnTo>
                <a:lnTo>
                  <a:pt x="376" y="751"/>
                </a:lnTo>
                <a:lnTo>
                  <a:pt x="425" y="799"/>
                </a:lnTo>
                <a:lnTo>
                  <a:pt x="475" y="846"/>
                </a:lnTo>
                <a:lnTo>
                  <a:pt x="527" y="891"/>
                </a:lnTo>
                <a:lnTo>
                  <a:pt x="579" y="936"/>
                </a:lnTo>
                <a:lnTo>
                  <a:pt x="633" y="978"/>
                </a:lnTo>
                <a:lnTo>
                  <a:pt x="687" y="1020"/>
                </a:lnTo>
                <a:lnTo>
                  <a:pt x="744" y="1059"/>
                </a:lnTo>
                <a:lnTo>
                  <a:pt x="800" y="1098"/>
                </a:lnTo>
                <a:lnTo>
                  <a:pt x="800" y="1098"/>
                </a:lnTo>
                <a:lnTo>
                  <a:pt x="813" y="1106"/>
                </a:lnTo>
                <a:lnTo>
                  <a:pt x="827" y="1112"/>
                </a:lnTo>
                <a:lnTo>
                  <a:pt x="841" y="1119"/>
                </a:lnTo>
                <a:lnTo>
                  <a:pt x="856" y="1123"/>
                </a:lnTo>
                <a:lnTo>
                  <a:pt x="871" y="1126"/>
                </a:lnTo>
                <a:lnTo>
                  <a:pt x="885" y="1127"/>
                </a:lnTo>
                <a:lnTo>
                  <a:pt x="901" y="1128"/>
                </a:lnTo>
                <a:lnTo>
                  <a:pt x="916" y="1127"/>
                </a:lnTo>
                <a:lnTo>
                  <a:pt x="930" y="1125"/>
                </a:lnTo>
                <a:lnTo>
                  <a:pt x="944" y="1121"/>
                </a:lnTo>
                <a:lnTo>
                  <a:pt x="959" y="1116"/>
                </a:lnTo>
                <a:lnTo>
                  <a:pt x="973" y="1110"/>
                </a:lnTo>
                <a:lnTo>
                  <a:pt x="986" y="1103"/>
                </a:lnTo>
                <a:lnTo>
                  <a:pt x="1000" y="1095"/>
                </a:lnTo>
                <a:lnTo>
                  <a:pt x="1012" y="1086"/>
                </a:lnTo>
                <a:lnTo>
                  <a:pt x="1023" y="1076"/>
                </a:lnTo>
                <a:lnTo>
                  <a:pt x="1092" y="1006"/>
                </a:lnTo>
                <a:lnTo>
                  <a:pt x="1092" y="1006"/>
                </a:lnTo>
                <a:lnTo>
                  <a:pt x="1101" y="997"/>
                </a:lnTo>
                <a:lnTo>
                  <a:pt x="1108" y="988"/>
                </a:lnTo>
                <a:lnTo>
                  <a:pt x="1114" y="978"/>
                </a:lnTo>
                <a:lnTo>
                  <a:pt x="1118" y="968"/>
                </a:lnTo>
                <a:lnTo>
                  <a:pt x="1122" y="956"/>
                </a:lnTo>
                <a:lnTo>
                  <a:pt x="1125" y="945"/>
                </a:lnTo>
                <a:lnTo>
                  <a:pt x="1126" y="934"/>
                </a:lnTo>
                <a:lnTo>
                  <a:pt x="1127" y="923"/>
                </a:lnTo>
                <a:lnTo>
                  <a:pt x="1126" y="912"/>
                </a:lnTo>
                <a:lnTo>
                  <a:pt x="1125" y="900"/>
                </a:lnTo>
                <a:lnTo>
                  <a:pt x="1122" y="889"/>
                </a:lnTo>
                <a:lnTo>
                  <a:pt x="1118" y="878"/>
                </a:lnTo>
                <a:lnTo>
                  <a:pt x="1114" y="868"/>
                </a:lnTo>
                <a:lnTo>
                  <a:pt x="1108" y="857"/>
                </a:lnTo>
                <a:lnTo>
                  <a:pt x="1101" y="848"/>
                </a:lnTo>
                <a:lnTo>
                  <a:pt x="1092" y="839"/>
                </a:lnTo>
                <a:lnTo>
                  <a:pt x="967" y="713"/>
                </a:lnTo>
                <a:lnTo>
                  <a:pt x="967" y="713"/>
                </a:lnTo>
                <a:lnTo>
                  <a:pt x="958" y="705"/>
                </a:lnTo>
                <a:lnTo>
                  <a:pt x="948" y="698"/>
                </a:lnTo>
                <a:lnTo>
                  <a:pt x="938" y="692"/>
                </a:lnTo>
                <a:lnTo>
                  <a:pt x="927" y="687"/>
                </a:lnTo>
                <a:lnTo>
                  <a:pt x="917" y="683"/>
                </a:lnTo>
                <a:lnTo>
                  <a:pt x="906" y="681"/>
                </a:lnTo>
                <a:lnTo>
                  <a:pt x="895" y="679"/>
                </a:lnTo>
                <a:lnTo>
                  <a:pt x="882" y="678"/>
                </a:lnTo>
                <a:lnTo>
                  <a:pt x="871" y="679"/>
                </a:lnTo>
                <a:lnTo>
                  <a:pt x="860" y="681"/>
                </a:lnTo>
                <a:lnTo>
                  <a:pt x="849" y="683"/>
                </a:lnTo>
                <a:lnTo>
                  <a:pt x="838" y="687"/>
                </a:lnTo>
                <a:lnTo>
                  <a:pt x="827" y="692"/>
                </a:lnTo>
                <a:lnTo>
                  <a:pt x="818" y="698"/>
                </a:lnTo>
                <a:lnTo>
                  <a:pt x="808" y="705"/>
                </a:lnTo>
                <a:lnTo>
                  <a:pt x="799" y="713"/>
                </a:lnTo>
                <a:lnTo>
                  <a:pt x="757" y="756"/>
                </a:lnTo>
                <a:lnTo>
                  <a:pt x="757" y="756"/>
                </a:lnTo>
                <a:lnTo>
                  <a:pt x="706" y="712"/>
                </a:lnTo>
                <a:lnTo>
                  <a:pt x="655" y="667"/>
                </a:lnTo>
                <a:lnTo>
                  <a:pt x="605" y="620"/>
                </a:lnTo>
                <a:lnTo>
                  <a:pt x="555" y="572"/>
                </a:lnTo>
                <a:lnTo>
                  <a:pt x="507" y="523"/>
                </a:lnTo>
                <a:lnTo>
                  <a:pt x="460" y="472"/>
                </a:lnTo>
                <a:lnTo>
                  <a:pt x="415" y="422"/>
                </a:lnTo>
                <a:lnTo>
                  <a:pt x="372" y="370"/>
                </a:lnTo>
                <a:lnTo>
                  <a:pt x="414" y="32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15" name="Gruppieren 214"/>
          <p:cNvGrpSpPr/>
          <p:nvPr/>
        </p:nvGrpSpPr>
        <p:grpSpPr>
          <a:xfrm>
            <a:off x="4854170" y="4650107"/>
            <a:ext cx="357253" cy="293675"/>
            <a:chOff x="1577007" y="4178861"/>
            <a:chExt cx="374650" cy="307975"/>
          </a:xfrm>
        </p:grpSpPr>
        <p:sp>
          <p:nvSpPr>
            <p:cNvPr id="216" name="Freeform 6"/>
            <p:cNvSpPr>
              <a:spLocks/>
            </p:cNvSpPr>
            <p:nvPr/>
          </p:nvSpPr>
          <p:spPr bwMode="auto">
            <a:xfrm>
              <a:off x="1577007" y="4178861"/>
              <a:ext cx="374650" cy="122238"/>
            </a:xfrm>
            <a:custGeom>
              <a:avLst/>
              <a:gdLst>
                <a:gd name="T0" fmla="*/ 1064 w 1179"/>
                <a:gd name="T1" fmla="*/ 49 h 383"/>
                <a:gd name="T2" fmla="*/ 1100 w 1179"/>
                <a:gd name="T3" fmla="*/ 65 h 383"/>
                <a:gd name="T4" fmla="*/ 1132 w 1179"/>
                <a:gd name="T5" fmla="*/ 89 h 383"/>
                <a:gd name="T6" fmla="*/ 1156 w 1179"/>
                <a:gd name="T7" fmla="*/ 120 h 383"/>
                <a:gd name="T8" fmla="*/ 1173 w 1179"/>
                <a:gd name="T9" fmla="*/ 156 h 383"/>
                <a:gd name="T10" fmla="*/ 1179 w 1179"/>
                <a:gd name="T11" fmla="*/ 195 h 383"/>
                <a:gd name="T12" fmla="*/ 1178 w 1179"/>
                <a:gd name="T13" fmla="*/ 282 h 383"/>
                <a:gd name="T14" fmla="*/ 1171 w 1179"/>
                <a:gd name="T15" fmla="*/ 313 h 383"/>
                <a:gd name="T16" fmla="*/ 1155 w 1179"/>
                <a:gd name="T17" fmla="*/ 340 h 383"/>
                <a:gd name="T18" fmla="*/ 1133 w 1179"/>
                <a:gd name="T19" fmla="*/ 362 h 383"/>
                <a:gd name="T20" fmla="*/ 1106 w 1179"/>
                <a:gd name="T21" fmla="*/ 378 h 383"/>
                <a:gd name="T22" fmla="*/ 1076 w 1179"/>
                <a:gd name="T23" fmla="*/ 383 h 383"/>
                <a:gd name="T24" fmla="*/ 912 w 1179"/>
                <a:gd name="T25" fmla="*/ 383 h 383"/>
                <a:gd name="T26" fmla="*/ 883 w 1179"/>
                <a:gd name="T27" fmla="*/ 374 h 383"/>
                <a:gd name="T28" fmla="*/ 858 w 1179"/>
                <a:gd name="T29" fmla="*/ 356 h 383"/>
                <a:gd name="T30" fmla="*/ 837 w 1179"/>
                <a:gd name="T31" fmla="*/ 332 h 383"/>
                <a:gd name="T32" fmla="*/ 825 w 1179"/>
                <a:gd name="T33" fmla="*/ 302 h 383"/>
                <a:gd name="T34" fmla="*/ 820 w 1179"/>
                <a:gd name="T35" fmla="*/ 272 h 383"/>
                <a:gd name="T36" fmla="*/ 763 w 1179"/>
                <a:gd name="T37" fmla="*/ 216 h 383"/>
                <a:gd name="T38" fmla="*/ 589 w 1179"/>
                <a:gd name="T39" fmla="*/ 210 h 383"/>
                <a:gd name="T40" fmla="*/ 416 w 1179"/>
                <a:gd name="T41" fmla="*/ 216 h 383"/>
                <a:gd name="T42" fmla="*/ 359 w 1179"/>
                <a:gd name="T43" fmla="*/ 272 h 383"/>
                <a:gd name="T44" fmla="*/ 354 w 1179"/>
                <a:gd name="T45" fmla="*/ 302 h 383"/>
                <a:gd name="T46" fmla="*/ 340 w 1179"/>
                <a:gd name="T47" fmla="*/ 332 h 383"/>
                <a:gd name="T48" fmla="*/ 321 w 1179"/>
                <a:gd name="T49" fmla="*/ 356 h 383"/>
                <a:gd name="T50" fmla="*/ 296 w 1179"/>
                <a:gd name="T51" fmla="*/ 374 h 383"/>
                <a:gd name="T52" fmla="*/ 266 w 1179"/>
                <a:gd name="T53" fmla="*/ 383 h 383"/>
                <a:gd name="T54" fmla="*/ 103 w 1179"/>
                <a:gd name="T55" fmla="*/ 383 h 383"/>
                <a:gd name="T56" fmla="*/ 72 w 1179"/>
                <a:gd name="T57" fmla="*/ 378 h 383"/>
                <a:gd name="T58" fmla="*/ 46 w 1179"/>
                <a:gd name="T59" fmla="*/ 362 h 383"/>
                <a:gd name="T60" fmla="*/ 23 w 1179"/>
                <a:gd name="T61" fmla="*/ 340 h 383"/>
                <a:gd name="T62" fmla="*/ 8 w 1179"/>
                <a:gd name="T63" fmla="*/ 313 h 383"/>
                <a:gd name="T64" fmla="*/ 1 w 1179"/>
                <a:gd name="T65" fmla="*/ 282 h 383"/>
                <a:gd name="T66" fmla="*/ 0 w 1179"/>
                <a:gd name="T67" fmla="*/ 195 h 383"/>
                <a:gd name="T68" fmla="*/ 6 w 1179"/>
                <a:gd name="T69" fmla="*/ 156 h 383"/>
                <a:gd name="T70" fmla="*/ 22 w 1179"/>
                <a:gd name="T71" fmla="*/ 120 h 383"/>
                <a:gd name="T72" fmla="*/ 47 w 1179"/>
                <a:gd name="T73" fmla="*/ 89 h 383"/>
                <a:gd name="T74" fmla="*/ 78 w 1179"/>
                <a:gd name="T75" fmla="*/ 65 h 383"/>
                <a:gd name="T76" fmla="*/ 115 w 1179"/>
                <a:gd name="T77" fmla="*/ 49 h 383"/>
                <a:gd name="T78" fmla="*/ 183 w 1179"/>
                <a:gd name="T79" fmla="*/ 35 h 383"/>
                <a:gd name="T80" fmla="*/ 352 w 1179"/>
                <a:gd name="T81" fmla="*/ 12 h 383"/>
                <a:gd name="T82" fmla="*/ 524 w 1179"/>
                <a:gd name="T83" fmla="*/ 1 h 383"/>
                <a:gd name="T84" fmla="*/ 697 w 1179"/>
                <a:gd name="T85" fmla="*/ 2 h 383"/>
                <a:gd name="T86" fmla="*/ 874 w 1179"/>
                <a:gd name="T87" fmla="*/ 17 h 383"/>
                <a:gd name="T88" fmla="*/ 1050 w 1179"/>
                <a:gd name="T89" fmla="*/ 45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9" h="383">
                  <a:moveTo>
                    <a:pt x="1050" y="45"/>
                  </a:moveTo>
                  <a:lnTo>
                    <a:pt x="1050" y="45"/>
                  </a:lnTo>
                  <a:lnTo>
                    <a:pt x="1064" y="49"/>
                  </a:lnTo>
                  <a:lnTo>
                    <a:pt x="1076" y="54"/>
                  </a:lnTo>
                  <a:lnTo>
                    <a:pt x="1088" y="59"/>
                  </a:lnTo>
                  <a:lnTo>
                    <a:pt x="1100" y="65"/>
                  </a:lnTo>
                  <a:lnTo>
                    <a:pt x="1112" y="72"/>
                  </a:lnTo>
                  <a:lnTo>
                    <a:pt x="1122" y="80"/>
                  </a:lnTo>
                  <a:lnTo>
                    <a:pt x="1132" y="89"/>
                  </a:lnTo>
                  <a:lnTo>
                    <a:pt x="1141" y="98"/>
                  </a:lnTo>
                  <a:lnTo>
                    <a:pt x="1149" y="109"/>
                  </a:lnTo>
                  <a:lnTo>
                    <a:pt x="1156" y="120"/>
                  </a:lnTo>
                  <a:lnTo>
                    <a:pt x="1164" y="131"/>
                  </a:lnTo>
                  <a:lnTo>
                    <a:pt x="1169" y="143"/>
                  </a:lnTo>
                  <a:lnTo>
                    <a:pt x="1173" y="156"/>
                  </a:lnTo>
                  <a:lnTo>
                    <a:pt x="1176" y="169"/>
                  </a:lnTo>
                  <a:lnTo>
                    <a:pt x="1178" y="181"/>
                  </a:lnTo>
                  <a:lnTo>
                    <a:pt x="1179" y="195"/>
                  </a:lnTo>
                  <a:lnTo>
                    <a:pt x="1179" y="272"/>
                  </a:lnTo>
                  <a:lnTo>
                    <a:pt x="1179" y="272"/>
                  </a:lnTo>
                  <a:lnTo>
                    <a:pt x="1178" y="282"/>
                  </a:lnTo>
                  <a:lnTo>
                    <a:pt x="1177" y="292"/>
                  </a:lnTo>
                  <a:lnTo>
                    <a:pt x="1174" y="302"/>
                  </a:lnTo>
                  <a:lnTo>
                    <a:pt x="1171" y="313"/>
                  </a:lnTo>
                  <a:lnTo>
                    <a:pt x="1166" y="323"/>
                  </a:lnTo>
                  <a:lnTo>
                    <a:pt x="1160" y="332"/>
                  </a:lnTo>
                  <a:lnTo>
                    <a:pt x="1155" y="340"/>
                  </a:lnTo>
                  <a:lnTo>
                    <a:pt x="1148" y="348"/>
                  </a:lnTo>
                  <a:lnTo>
                    <a:pt x="1141" y="356"/>
                  </a:lnTo>
                  <a:lnTo>
                    <a:pt x="1133" y="362"/>
                  </a:lnTo>
                  <a:lnTo>
                    <a:pt x="1125" y="369"/>
                  </a:lnTo>
                  <a:lnTo>
                    <a:pt x="1116" y="374"/>
                  </a:lnTo>
                  <a:lnTo>
                    <a:pt x="1106" y="378"/>
                  </a:lnTo>
                  <a:lnTo>
                    <a:pt x="1096" y="381"/>
                  </a:lnTo>
                  <a:lnTo>
                    <a:pt x="1086" y="383"/>
                  </a:lnTo>
                  <a:lnTo>
                    <a:pt x="1076" y="383"/>
                  </a:lnTo>
                  <a:lnTo>
                    <a:pt x="922" y="383"/>
                  </a:lnTo>
                  <a:lnTo>
                    <a:pt x="922" y="383"/>
                  </a:lnTo>
                  <a:lnTo>
                    <a:pt x="912" y="383"/>
                  </a:lnTo>
                  <a:lnTo>
                    <a:pt x="901" y="381"/>
                  </a:lnTo>
                  <a:lnTo>
                    <a:pt x="892" y="378"/>
                  </a:lnTo>
                  <a:lnTo>
                    <a:pt x="883" y="374"/>
                  </a:lnTo>
                  <a:lnTo>
                    <a:pt x="874" y="369"/>
                  </a:lnTo>
                  <a:lnTo>
                    <a:pt x="866" y="362"/>
                  </a:lnTo>
                  <a:lnTo>
                    <a:pt x="858" y="356"/>
                  </a:lnTo>
                  <a:lnTo>
                    <a:pt x="850" y="348"/>
                  </a:lnTo>
                  <a:lnTo>
                    <a:pt x="843" y="340"/>
                  </a:lnTo>
                  <a:lnTo>
                    <a:pt x="837" y="332"/>
                  </a:lnTo>
                  <a:lnTo>
                    <a:pt x="832" y="323"/>
                  </a:lnTo>
                  <a:lnTo>
                    <a:pt x="828" y="313"/>
                  </a:lnTo>
                  <a:lnTo>
                    <a:pt x="825" y="302"/>
                  </a:lnTo>
                  <a:lnTo>
                    <a:pt x="822" y="292"/>
                  </a:lnTo>
                  <a:lnTo>
                    <a:pt x="821" y="282"/>
                  </a:lnTo>
                  <a:lnTo>
                    <a:pt x="820" y="272"/>
                  </a:lnTo>
                  <a:lnTo>
                    <a:pt x="820" y="221"/>
                  </a:lnTo>
                  <a:lnTo>
                    <a:pt x="820" y="221"/>
                  </a:lnTo>
                  <a:lnTo>
                    <a:pt x="763" y="216"/>
                  </a:lnTo>
                  <a:lnTo>
                    <a:pt x="705" y="212"/>
                  </a:lnTo>
                  <a:lnTo>
                    <a:pt x="647" y="210"/>
                  </a:lnTo>
                  <a:lnTo>
                    <a:pt x="589" y="210"/>
                  </a:lnTo>
                  <a:lnTo>
                    <a:pt x="531" y="210"/>
                  </a:lnTo>
                  <a:lnTo>
                    <a:pt x="473" y="212"/>
                  </a:lnTo>
                  <a:lnTo>
                    <a:pt x="416" y="216"/>
                  </a:lnTo>
                  <a:lnTo>
                    <a:pt x="359" y="221"/>
                  </a:lnTo>
                  <a:lnTo>
                    <a:pt x="359" y="272"/>
                  </a:lnTo>
                  <a:lnTo>
                    <a:pt x="359" y="272"/>
                  </a:lnTo>
                  <a:lnTo>
                    <a:pt x="358" y="282"/>
                  </a:lnTo>
                  <a:lnTo>
                    <a:pt x="357" y="292"/>
                  </a:lnTo>
                  <a:lnTo>
                    <a:pt x="354" y="302"/>
                  </a:lnTo>
                  <a:lnTo>
                    <a:pt x="351" y="313"/>
                  </a:lnTo>
                  <a:lnTo>
                    <a:pt x="347" y="323"/>
                  </a:lnTo>
                  <a:lnTo>
                    <a:pt x="340" y="332"/>
                  </a:lnTo>
                  <a:lnTo>
                    <a:pt x="335" y="340"/>
                  </a:lnTo>
                  <a:lnTo>
                    <a:pt x="328" y="348"/>
                  </a:lnTo>
                  <a:lnTo>
                    <a:pt x="321" y="356"/>
                  </a:lnTo>
                  <a:lnTo>
                    <a:pt x="313" y="362"/>
                  </a:lnTo>
                  <a:lnTo>
                    <a:pt x="305" y="369"/>
                  </a:lnTo>
                  <a:lnTo>
                    <a:pt x="296" y="374"/>
                  </a:lnTo>
                  <a:lnTo>
                    <a:pt x="286" y="378"/>
                  </a:lnTo>
                  <a:lnTo>
                    <a:pt x="276" y="381"/>
                  </a:lnTo>
                  <a:lnTo>
                    <a:pt x="266" y="383"/>
                  </a:lnTo>
                  <a:lnTo>
                    <a:pt x="256" y="383"/>
                  </a:lnTo>
                  <a:lnTo>
                    <a:pt x="103" y="383"/>
                  </a:lnTo>
                  <a:lnTo>
                    <a:pt x="103" y="383"/>
                  </a:lnTo>
                  <a:lnTo>
                    <a:pt x="92" y="383"/>
                  </a:lnTo>
                  <a:lnTo>
                    <a:pt x="82" y="381"/>
                  </a:lnTo>
                  <a:lnTo>
                    <a:pt x="72" y="378"/>
                  </a:lnTo>
                  <a:lnTo>
                    <a:pt x="63" y="374"/>
                  </a:lnTo>
                  <a:lnTo>
                    <a:pt x="54" y="369"/>
                  </a:lnTo>
                  <a:lnTo>
                    <a:pt x="46" y="362"/>
                  </a:lnTo>
                  <a:lnTo>
                    <a:pt x="38" y="356"/>
                  </a:lnTo>
                  <a:lnTo>
                    <a:pt x="30" y="348"/>
                  </a:lnTo>
                  <a:lnTo>
                    <a:pt x="23" y="340"/>
                  </a:lnTo>
                  <a:lnTo>
                    <a:pt x="17" y="332"/>
                  </a:lnTo>
                  <a:lnTo>
                    <a:pt x="12" y="323"/>
                  </a:lnTo>
                  <a:lnTo>
                    <a:pt x="8" y="313"/>
                  </a:lnTo>
                  <a:lnTo>
                    <a:pt x="5" y="302"/>
                  </a:lnTo>
                  <a:lnTo>
                    <a:pt x="2" y="292"/>
                  </a:lnTo>
                  <a:lnTo>
                    <a:pt x="1" y="282"/>
                  </a:lnTo>
                  <a:lnTo>
                    <a:pt x="0" y="272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1" y="181"/>
                  </a:lnTo>
                  <a:lnTo>
                    <a:pt x="3" y="169"/>
                  </a:lnTo>
                  <a:lnTo>
                    <a:pt x="6" y="156"/>
                  </a:lnTo>
                  <a:lnTo>
                    <a:pt x="10" y="143"/>
                  </a:lnTo>
                  <a:lnTo>
                    <a:pt x="15" y="131"/>
                  </a:lnTo>
                  <a:lnTo>
                    <a:pt x="22" y="120"/>
                  </a:lnTo>
                  <a:lnTo>
                    <a:pt x="29" y="109"/>
                  </a:lnTo>
                  <a:lnTo>
                    <a:pt x="38" y="98"/>
                  </a:lnTo>
                  <a:lnTo>
                    <a:pt x="47" y="89"/>
                  </a:lnTo>
                  <a:lnTo>
                    <a:pt x="56" y="80"/>
                  </a:lnTo>
                  <a:lnTo>
                    <a:pt x="67" y="72"/>
                  </a:lnTo>
                  <a:lnTo>
                    <a:pt x="78" y="65"/>
                  </a:lnTo>
                  <a:lnTo>
                    <a:pt x="90" y="59"/>
                  </a:lnTo>
                  <a:lnTo>
                    <a:pt x="102" y="54"/>
                  </a:lnTo>
                  <a:lnTo>
                    <a:pt x="115" y="49"/>
                  </a:lnTo>
                  <a:lnTo>
                    <a:pt x="128" y="45"/>
                  </a:lnTo>
                  <a:lnTo>
                    <a:pt x="128" y="45"/>
                  </a:lnTo>
                  <a:lnTo>
                    <a:pt x="183" y="35"/>
                  </a:lnTo>
                  <a:lnTo>
                    <a:pt x="239" y="26"/>
                  </a:lnTo>
                  <a:lnTo>
                    <a:pt x="296" y="18"/>
                  </a:lnTo>
                  <a:lnTo>
                    <a:pt x="352" y="12"/>
                  </a:lnTo>
                  <a:lnTo>
                    <a:pt x="409" y="7"/>
                  </a:lnTo>
                  <a:lnTo>
                    <a:pt x="466" y="3"/>
                  </a:lnTo>
                  <a:lnTo>
                    <a:pt x="524" y="1"/>
                  </a:lnTo>
                  <a:lnTo>
                    <a:pt x="581" y="0"/>
                  </a:lnTo>
                  <a:lnTo>
                    <a:pt x="639" y="0"/>
                  </a:lnTo>
                  <a:lnTo>
                    <a:pt x="697" y="2"/>
                  </a:lnTo>
                  <a:lnTo>
                    <a:pt x="757" y="6"/>
                  </a:lnTo>
                  <a:lnTo>
                    <a:pt x="815" y="11"/>
                  </a:lnTo>
                  <a:lnTo>
                    <a:pt x="874" y="17"/>
                  </a:lnTo>
                  <a:lnTo>
                    <a:pt x="932" y="25"/>
                  </a:lnTo>
                  <a:lnTo>
                    <a:pt x="991" y="34"/>
                  </a:lnTo>
                  <a:lnTo>
                    <a:pt x="1050" y="45"/>
                  </a:lnTo>
                  <a:lnTo>
                    <a:pt x="1050" y="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7" name="Freeform 7"/>
            <p:cNvSpPr>
              <a:spLocks/>
            </p:cNvSpPr>
            <p:nvPr/>
          </p:nvSpPr>
          <p:spPr bwMode="auto">
            <a:xfrm>
              <a:off x="1642095" y="4324911"/>
              <a:ext cx="227013" cy="161925"/>
            </a:xfrm>
            <a:custGeom>
              <a:avLst/>
              <a:gdLst>
                <a:gd name="T0" fmla="*/ 717 w 717"/>
                <a:gd name="T1" fmla="*/ 0 h 512"/>
                <a:gd name="T2" fmla="*/ 717 w 717"/>
                <a:gd name="T3" fmla="*/ 410 h 512"/>
                <a:gd name="T4" fmla="*/ 717 w 717"/>
                <a:gd name="T5" fmla="*/ 410 h 512"/>
                <a:gd name="T6" fmla="*/ 717 w 717"/>
                <a:gd name="T7" fmla="*/ 420 h 512"/>
                <a:gd name="T8" fmla="*/ 715 w 717"/>
                <a:gd name="T9" fmla="*/ 431 h 512"/>
                <a:gd name="T10" fmla="*/ 713 w 717"/>
                <a:gd name="T11" fmla="*/ 441 h 512"/>
                <a:gd name="T12" fmla="*/ 710 w 717"/>
                <a:gd name="T13" fmla="*/ 450 h 512"/>
                <a:gd name="T14" fmla="*/ 705 w 717"/>
                <a:gd name="T15" fmla="*/ 459 h 512"/>
                <a:gd name="T16" fmla="*/ 699 w 717"/>
                <a:gd name="T17" fmla="*/ 467 h 512"/>
                <a:gd name="T18" fmla="*/ 693 w 717"/>
                <a:gd name="T19" fmla="*/ 475 h 512"/>
                <a:gd name="T20" fmla="*/ 687 w 717"/>
                <a:gd name="T21" fmla="*/ 483 h 512"/>
                <a:gd name="T22" fmla="*/ 680 w 717"/>
                <a:gd name="T23" fmla="*/ 489 h 512"/>
                <a:gd name="T24" fmla="*/ 672 w 717"/>
                <a:gd name="T25" fmla="*/ 495 h 512"/>
                <a:gd name="T26" fmla="*/ 664 w 717"/>
                <a:gd name="T27" fmla="*/ 500 h 512"/>
                <a:gd name="T28" fmla="*/ 655 w 717"/>
                <a:gd name="T29" fmla="*/ 504 h 512"/>
                <a:gd name="T30" fmla="*/ 645 w 717"/>
                <a:gd name="T31" fmla="*/ 508 h 512"/>
                <a:gd name="T32" fmla="*/ 635 w 717"/>
                <a:gd name="T33" fmla="*/ 510 h 512"/>
                <a:gd name="T34" fmla="*/ 625 w 717"/>
                <a:gd name="T35" fmla="*/ 512 h 512"/>
                <a:gd name="T36" fmla="*/ 615 w 717"/>
                <a:gd name="T37" fmla="*/ 512 h 512"/>
                <a:gd name="T38" fmla="*/ 103 w 717"/>
                <a:gd name="T39" fmla="*/ 512 h 512"/>
                <a:gd name="T40" fmla="*/ 103 w 717"/>
                <a:gd name="T41" fmla="*/ 512 h 512"/>
                <a:gd name="T42" fmla="*/ 92 w 717"/>
                <a:gd name="T43" fmla="*/ 512 h 512"/>
                <a:gd name="T44" fmla="*/ 81 w 717"/>
                <a:gd name="T45" fmla="*/ 510 h 512"/>
                <a:gd name="T46" fmla="*/ 72 w 717"/>
                <a:gd name="T47" fmla="*/ 508 h 512"/>
                <a:gd name="T48" fmla="*/ 63 w 717"/>
                <a:gd name="T49" fmla="*/ 504 h 512"/>
                <a:gd name="T50" fmla="*/ 54 w 717"/>
                <a:gd name="T51" fmla="*/ 500 h 512"/>
                <a:gd name="T52" fmla="*/ 45 w 717"/>
                <a:gd name="T53" fmla="*/ 495 h 512"/>
                <a:gd name="T54" fmla="*/ 38 w 717"/>
                <a:gd name="T55" fmla="*/ 489 h 512"/>
                <a:gd name="T56" fmla="*/ 30 w 717"/>
                <a:gd name="T57" fmla="*/ 483 h 512"/>
                <a:gd name="T58" fmla="*/ 23 w 717"/>
                <a:gd name="T59" fmla="*/ 475 h 512"/>
                <a:gd name="T60" fmla="*/ 17 w 717"/>
                <a:gd name="T61" fmla="*/ 467 h 512"/>
                <a:gd name="T62" fmla="*/ 12 w 717"/>
                <a:gd name="T63" fmla="*/ 459 h 512"/>
                <a:gd name="T64" fmla="*/ 8 w 717"/>
                <a:gd name="T65" fmla="*/ 450 h 512"/>
                <a:gd name="T66" fmla="*/ 5 w 717"/>
                <a:gd name="T67" fmla="*/ 441 h 512"/>
                <a:gd name="T68" fmla="*/ 2 w 717"/>
                <a:gd name="T69" fmla="*/ 431 h 512"/>
                <a:gd name="T70" fmla="*/ 1 w 717"/>
                <a:gd name="T71" fmla="*/ 420 h 512"/>
                <a:gd name="T72" fmla="*/ 0 w 717"/>
                <a:gd name="T73" fmla="*/ 410 h 512"/>
                <a:gd name="T74" fmla="*/ 0 w 717"/>
                <a:gd name="T75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7" h="512">
                  <a:moveTo>
                    <a:pt x="717" y="0"/>
                  </a:moveTo>
                  <a:lnTo>
                    <a:pt x="717" y="410"/>
                  </a:lnTo>
                  <a:lnTo>
                    <a:pt x="717" y="410"/>
                  </a:lnTo>
                  <a:lnTo>
                    <a:pt x="717" y="420"/>
                  </a:lnTo>
                  <a:lnTo>
                    <a:pt x="715" y="431"/>
                  </a:lnTo>
                  <a:lnTo>
                    <a:pt x="713" y="441"/>
                  </a:lnTo>
                  <a:lnTo>
                    <a:pt x="710" y="450"/>
                  </a:lnTo>
                  <a:lnTo>
                    <a:pt x="705" y="459"/>
                  </a:lnTo>
                  <a:lnTo>
                    <a:pt x="699" y="467"/>
                  </a:lnTo>
                  <a:lnTo>
                    <a:pt x="693" y="475"/>
                  </a:lnTo>
                  <a:lnTo>
                    <a:pt x="687" y="483"/>
                  </a:lnTo>
                  <a:lnTo>
                    <a:pt x="680" y="489"/>
                  </a:lnTo>
                  <a:lnTo>
                    <a:pt x="672" y="495"/>
                  </a:lnTo>
                  <a:lnTo>
                    <a:pt x="664" y="500"/>
                  </a:lnTo>
                  <a:lnTo>
                    <a:pt x="655" y="504"/>
                  </a:lnTo>
                  <a:lnTo>
                    <a:pt x="645" y="508"/>
                  </a:lnTo>
                  <a:lnTo>
                    <a:pt x="635" y="510"/>
                  </a:lnTo>
                  <a:lnTo>
                    <a:pt x="625" y="512"/>
                  </a:lnTo>
                  <a:lnTo>
                    <a:pt x="615" y="512"/>
                  </a:lnTo>
                  <a:lnTo>
                    <a:pt x="103" y="512"/>
                  </a:lnTo>
                  <a:lnTo>
                    <a:pt x="103" y="512"/>
                  </a:lnTo>
                  <a:lnTo>
                    <a:pt x="92" y="512"/>
                  </a:lnTo>
                  <a:lnTo>
                    <a:pt x="81" y="510"/>
                  </a:lnTo>
                  <a:lnTo>
                    <a:pt x="72" y="508"/>
                  </a:lnTo>
                  <a:lnTo>
                    <a:pt x="63" y="504"/>
                  </a:lnTo>
                  <a:lnTo>
                    <a:pt x="54" y="500"/>
                  </a:lnTo>
                  <a:lnTo>
                    <a:pt x="45" y="495"/>
                  </a:lnTo>
                  <a:lnTo>
                    <a:pt x="38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5" y="441"/>
                  </a:lnTo>
                  <a:lnTo>
                    <a:pt x="2" y="431"/>
                  </a:lnTo>
                  <a:lnTo>
                    <a:pt x="1" y="420"/>
                  </a:lnTo>
                  <a:lnTo>
                    <a:pt x="0" y="4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8" name="Freeform 8"/>
            <p:cNvSpPr>
              <a:spLocks/>
            </p:cNvSpPr>
            <p:nvPr/>
          </p:nvSpPr>
          <p:spPr bwMode="auto">
            <a:xfrm>
              <a:off x="1699245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9" name="Freeform 9"/>
            <p:cNvSpPr>
              <a:spLocks/>
            </p:cNvSpPr>
            <p:nvPr/>
          </p:nvSpPr>
          <p:spPr bwMode="auto">
            <a:xfrm>
              <a:off x="1748457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0" name="Freeform 10"/>
            <p:cNvSpPr>
              <a:spLocks/>
            </p:cNvSpPr>
            <p:nvPr/>
          </p:nvSpPr>
          <p:spPr bwMode="auto">
            <a:xfrm>
              <a:off x="1796082" y="4348724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699245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>
              <a:off x="1748457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3" name="Freeform 13"/>
            <p:cNvSpPr>
              <a:spLocks/>
            </p:cNvSpPr>
            <p:nvPr/>
          </p:nvSpPr>
          <p:spPr bwMode="auto">
            <a:xfrm>
              <a:off x="1796082" y="4382061"/>
              <a:ext cx="17463" cy="15875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4" name="Freeform 14"/>
            <p:cNvSpPr>
              <a:spLocks/>
            </p:cNvSpPr>
            <p:nvPr/>
          </p:nvSpPr>
          <p:spPr bwMode="auto">
            <a:xfrm>
              <a:off x="1699245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5" name="Freeform 15"/>
            <p:cNvSpPr>
              <a:spLocks/>
            </p:cNvSpPr>
            <p:nvPr/>
          </p:nvSpPr>
          <p:spPr bwMode="auto">
            <a:xfrm>
              <a:off x="1748457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6" name="Freeform 16"/>
            <p:cNvSpPr>
              <a:spLocks/>
            </p:cNvSpPr>
            <p:nvPr/>
          </p:nvSpPr>
          <p:spPr bwMode="auto">
            <a:xfrm>
              <a:off x="1796082" y="4413811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27" name="Gruppieren 226"/>
          <p:cNvGrpSpPr/>
          <p:nvPr/>
        </p:nvGrpSpPr>
        <p:grpSpPr>
          <a:xfrm>
            <a:off x="3642852" y="4631844"/>
            <a:ext cx="422238" cy="330992"/>
            <a:chOff x="5276437" y="4162671"/>
            <a:chExt cx="374650" cy="293688"/>
          </a:xfrm>
        </p:grpSpPr>
        <p:sp>
          <p:nvSpPr>
            <p:cNvPr id="228" name="Freeform 27"/>
            <p:cNvSpPr>
              <a:spLocks/>
            </p:cNvSpPr>
            <p:nvPr/>
          </p:nvSpPr>
          <p:spPr bwMode="auto">
            <a:xfrm>
              <a:off x="5276437" y="4162671"/>
              <a:ext cx="374650" cy="293688"/>
            </a:xfrm>
            <a:custGeom>
              <a:avLst/>
              <a:gdLst>
                <a:gd name="T0" fmla="*/ 1178 w 1178"/>
                <a:gd name="T1" fmla="*/ 820 h 922"/>
                <a:gd name="T2" fmla="*/ 1176 w 1178"/>
                <a:gd name="T3" fmla="*/ 840 h 922"/>
                <a:gd name="T4" fmla="*/ 1170 w 1178"/>
                <a:gd name="T5" fmla="*/ 859 h 922"/>
                <a:gd name="T6" fmla="*/ 1161 w 1178"/>
                <a:gd name="T7" fmla="*/ 877 h 922"/>
                <a:gd name="T8" fmla="*/ 1148 w 1178"/>
                <a:gd name="T9" fmla="*/ 892 h 922"/>
                <a:gd name="T10" fmla="*/ 1133 w 1178"/>
                <a:gd name="T11" fmla="*/ 904 h 922"/>
                <a:gd name="T12" fmla="*/ 1116 w 1178"/>
                <a:gd name="T13" fmla="*/ 914 h 922"/>
                <a:gd name="T14" fmla="*/ 1096 w 1178"/>
                <a:gd name="T15" fmla="*/ 920 h 922"/>
                <a:gd name="T16" fmla="*/ 1076 w 1178"/>
                <a:gd name="T17" fmla="*/ 922 h 922"/>
                <a:gd name="T18" fmla="*/ 102 w 1178"/>
                <a:gd name="T19" fmla="*/ 922 h 922"/>
                <a:gd name="T20" fmla="*/ 82 w 1178"/>
                <a:gd name="T21" fmla="*/ 920 h 922"/>
                <a:gd name="T22" fmla="*/ 62 w 1178"/>
                <a:gd name="T23" fmla="*/ 914 h 922"/>
                <a:gd name="T24" fmla="*/ 45 w 1178"/>
                <a:gd name="T25" fmla="*/ 904 h 922"/>
                <a:gd name="T26" fmla="*/ 30 w 1178"/>
                <a:gd name="T27" fmla="*/ 892 h 922"/>
                <a:gd name="T28" fmla="*/ 17 w 1178"/>
                <a:gd name="T29" fmla="*/ 877 h 922"/>
                <a:gd name="T30" fmla="*/ 8 w 1178"/>
                <a:gd name="T31" fmla="*/ 859 h 922"/>
                <a:gd name="T32" fmla="*/ 2 w 1178"/>
                <a:gd name="T33" fmla="*/ 840 h 922"/>
                <a:gd name="T34" fmla="*/ 0 w 1178"/>
                <a:gd name="T35" fmla="*/ 820 h 922"/>
                <a:gd name="T36" fmla="*/ 0 w 1178"/>
                <a:gd name="T37" fmla="*/ 103 h 922"/>
                <a:gd name="T38" fmla="*/ 2 w 1178"/>
                <a:gd name="T39" fmla="*/ 82 h 922"/>
                <a:gd name="T40" fmla="*/ 8 w 1178"/>
                <a:gd name="T41" fmla="*/ 62 h 922"/>
                <a:gd name="T42" fmla="*/ 17 w 1178"/>
                <a:gd name="T43" fmla="*/ 45 h 922"/>
                <a:gd name="T44" fmla="*/ 30 w 1178"/>
                <a:gd name="T45" fmla="*/ 30 h 922"/>
                <a:gd name="T46" fmla="*/ 45 w 1178"/>
                <a:gd name="T47" fmla="*/ 17 h 922"/>
                <a:gd name="T48" fmla="*/ 62 w 1178"/>
                <a:gd name="T49" fmla="*/ 8 h 922"/>
                <a:gd name="T50" fmla="*/ 82 w 1178"/>
                <a:gd name="T51" fmla="*/ 2 h 922"/>
                <a:gd name="T52" fmla="*/ 102 w 1178"/>
                <a:gd name="T53" fmla="*/ 0 h 922"/>
                <a:gd name="T54" fmla="*/ 1076 w 1178"/>
                <a:gd name="T55" fmla="*/ 0 h 922"/>
                <a:gd name="T56" fmla="*/ 1096 w 1178"/>
                <a:gd name="T57" fmla="*/ 2 h 922"/>
                <a:gd name="T58" fmla="*/ 1116 w 1178"/>
                <a:gd name="T59" fmla="*/ 8 h 922"/>
                <a:gd name="T60" fmla="*/ 1133 w 1178"/>
                <a:gd name="T61" fmla="*/ 17 h 922"/>
                <a:gd name="T62" fmla="*/ 1148 w 1178"/>
                <a:gd name="T63" fmla="*/ 30 h 922"/>
                <a:gd name="T64" fmla="*/ 1161 w 1178"/>
                <a:gd name="T65" fmla="*/ 45 h 922"/>
                <a:gd name="T66" fmla="*/ 1170 w 1178"/>
                <a:gd name="T67" fmla="*/ 62 h 922"/>
                <a:gd name="T68" fmla="*/ 1176 w 1178"/>
                <a:gd name="T69" fmla="*/ 82 h 922"/>
                <a:gd name="T70" fmla="*/ 1178 w 1178"/>
                <a:gd name="T71" fmla="*/ 103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8" h="922">
                  <a:moveTo>
                    <a:pt x="1178" y="820"/>
                  </a:moveTo>
                  <a:lnTo>
                    <a:pt x="1178" y="820"/>
                  </a:lnTo>
                  <a:lnTo>
                    <a:pt x="1178" y="830"/>
                  </a:lnTo>
                  <a:lnTo>
                    <a:pt x="1176" y="840"/>
                  </a:lnTo>
                  <a:lnTo>
                    <a:pt x="1174" y="850"/>
                  </a:lnTo>
                  <a:lnTo>
                    <a:pt x="1170" y="859"/>
                  </a:lnTo>
                  <a:lnTo>
                    <a:pt x="1166" y="869"/>
                  </a:lnTo>
                  <a:lnTo>
                    <a:pt x="1161" y="877"/>
                  </a:lnTo>
                  <a:lnTo>
                    <a:pt x="1155" y="885"/>
                  </a:lnTo>
                  <a:lnTo>
                    <a:pt x="1148" y="892"/>
                  </a:lnTo>
                  <a:lnTo>
                    <a:pt x="1141" y="898"/>
                  </a:lnTo>
                  <a:lnTo>
                    <a:pt x="1133" y="904"/>
                  </a:lnTo>
                  <a:lnTo>
                    <a:pt x="1125" y="909"/>
                  </a:lnTo>
                  <a:lnTo>
                    <a:pt x="1116" y="914"/>
                  </a:lnTo>
                  <a:lnTo>
                    <a:pt x="1107" y="918"/>
                  </a:lnTo>
                  <a:lnTo>
                    <a:pt x="1096" y="920"/>
                  </a:lnTo>
                  <a:lnTo>
                    <a:pt x="1086" y="922"/>
                  </a:lnTo>
                  <a:lnTo>
                    <a:pt x="1076" y="922"/>
                  </a:lnTo>
                  <a:lnTo>
                    <a:pt x="102" y="922"/>
                  </a:lnTo>
                  <a:lnTo>
                    <a:pt x="102" y="922"/>
                  </a:lnTo>
                  <a:lnTo>
                    <a:pt x="92" y="922"/>
                  </a:lnTo>
                  <a:lnTo>
                    <a:pt x="82" y="920"/>
                  </a:lnTo>
                  <a:lnTo>
                    <a:pt x="71" y="918"/>
                  </a:lnTo>
                  <a:lnTo>
                    <a:pt x="62" y="914"/>
                  </a:lnTo>
                  <a:lnTo>
                    <a:pt x="53" y="909"/>
                  </a:lnTo>
                  <a:lnTo>
                    <a:pt x="45" y="904"/>
                  </a:lnTo>
                  <a:lnTo>
                    <a:pt x="37" y="898"/>
                  </a:lnTo>
                  <a:lnTo>
                    <a:pt x="30" y="892"/>
                  </a:lnTo>
                  <a:lnTo>
                    <a:pt x="23" y="885"/>
                  </a:lnTo>
                  <a:lnTo>
                    <a:pt x="17" y="877"/>
                  </a:lnTo>
                  <a:lnTo>
                    <a:pt x="12" y="869"/>
                  </a:lnTo>
                  <a:lnTo>
                    <a:pt x="8" y="859"/>
                  </a:lnTo>
                  <a:lnTo>
                    <a:pt x="4" y="850"/>
                  </a:lnTo>
                  <a:lnTo>
                    <a:pt x="2" y="840"/>
                  </a:lnTo>
                  <a:lnTo>
                    <a:pt x="0" y="830"/>
                  </a:lnTo>
                  <a:lnTo>
                    <a:pt x="0" y="82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2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0"/>
                  </a:lnTo>
                  <a:lnTo>
                    <a:pt x="37" y="23"/>
                  </a:lnTo>
                  <a:lnTo>
                    <a:pt x="45" y="17"/>
                  </a:lnTo>
                  <a:lnTo>
                    <a:pt x="53" y="12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2"/>
                  </a:lnTo>
                  <a:lnTo>
                    <a:pt x="1133" y="17"/>
                  </a:lnTo>
                  <a:lnTo>
                    <a:pt x="1141" y="23"/>
                  </a:lnTo>
                  <a:lnTo>
                    <a:pt x="1148" y="30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2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8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9" name="Line 28"/>
            <p:cNvSpPr>
              <a:spLocks noChangeShapeType="1"/>
            </p:cNvSpPr>
            <p:nvPr/>
          </p:nvSpPr>
          <p:spPr bwMode="auto">
            <a:xfrm>
              <a:off x="5276437" y="4243633"/>
              <a:ext cx="374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0" name="Freeform 29"/>
            <p:cNvSpPr>
              <a:spLocks/>
            </p:cNvSpPr>
            <p:nvPr/>
          </p:nvSpPr>
          <p:spPr bwMode="auto">
            <a:xfrm>
              <a:off x="5325650" y="4196008"/>
              <a:ext cx="15875" cy="15875"/>
            </a:xfrm>
            <a:custGeom>
              <a:avLst/>
              <a:gdLst>
                <a:gd name="T0" fmla="*/ 52 w 52"/>
                <a:gd name="T1" fmla="*/ 25 h 51"/>
                <a:gd name="T2" fmla="*/ 52 w 52"/>
                <a:gd name="T3" fmla="*/ 25 h 51"/>
                <a:gd name="T4" fmla="*/ 51 w 52"/>
                <a:gd name="T5" fmla="*/ 31 h 51"/>
                <a:gd name="T6" fmla="*/ 50 w 52"/>
                <a:gd name="T7" fmla="*/ 35 h 51"/>
                <a:gd name="T8" fmla="*/ 47 w 52"/>
                <a:gd name="T9" fmla="*/ 40 h 51"/>
                <a:gd name="T10" fmla="*/ 44 w 52"/>
                <a:gd name="T11" fmla="*/ 43 h 51"/>
                <a:gd name="T12" fmla="*/ 41 w 52"/>
                <a:gd name="T13" fmla="*/ 46 h 51"/>
                <a:gd name="T14" fmla="*/ 36 w 52"/>
                <a:gd name="T15" fmla="*/ 49 h 51"/>
                <a:gd name="T16" fmla="*/ 32 w 52"/>
                <a:gd name="T17" fmla="*/ 50 h 51"/>
                <a:gd name="T18" fmla="*/ 26 w 52"/>
                <a:gd name="T19" fmla="*/ 51 h 51"/>
                <a:gd name="T20" fmla="*/ 26 w 52"/>
                <a:gd name="T21" fmla="*/ 51 h 51"/>
                <a:gd name="T22" fmla="*/ 21 w 52"/>
                <a:gd name="T23" fmla="*/ 50 h 51"/>
                <a:gd name="T24" fmla="*/ 16 w 52"/>
                <a:gd name="T25" fmla="*/ 49 h 51"/>
                <a:gd name="T26" fmla="*/ 12 w 52"/>
                <a:gd name="T27" fmla="*/ 46 h 51"/>
                <a:gd name="T28" fmla="*/ 8 w 52"/>
                <a:gd name="T29" fmla="*/ 43 h 51"/>
                <a:gd name="T30" fmla="*/ 5 w 52"/>
                <a:gd name="T31" fmla="*/ 40 h 51"/>
                <a:gd name="T32" fmla="*/ 2 w 52"/>
                <a:gd name="T33" fmla="*/ 35 h 51"/>
                <a:gd name="T34" fmla="*/ 1 w 52"/>
                <a:gd name="T35" fmla="*/ 31 h 51"/>
                <a:gd name="T36" fmla="*/ 0 w 52"/>
                <a:gd name="T37" fmla="*/ 25 h 51"/>
                <a:gd name="T38" fmla="*/ 0 w 52"/>
                <a:gd name="T39" fmla="*/ 25 h 51"/>
                <a:gd name="T40" fmla="*/ 1 w 52"/>
                <a:gd name="T41" fmla="*/ 20 h 51"/>
                <a:gd name="T42" fmla="*/ 2 w 52"/>
                <a:gd name="T43" fmla="*/ 15 h 51"/>
                <a:gd name="T44" fmla="*/ 5 w 52"/>
                <a:gd name="T45" fmla="*/ 11 h 51"/>
                <a:gd name="T46" fmla="*/ 8 w 52"/>
                <a:gd name="T47" fmla="*/ 7 h 51"/>
                <a:gd name="T48" fmla="*/ 12 w 52"/>
                <a:gd name="T49" fmla="*/ 4 h 51"/>
                <a:gd name="T50" fmla="*/ 16 w 52"/>
                <a:gd name="T51" fmla="*/ 1 h 51"/>
                <a:gd name="T52" fmla="*/ 21 w 52"/>
                <a:gd name="T53" fmla="*/ 0 h 51"/>
                <a:gd name="T54" fmla="*/ 26 w 52"/>
                <a:gd name="T55" fmla="*/ 0 h 51"/>
                <a:gd name="T56" fmla="*/ 26 w 52"/>
                <a:gd name="T57" fmla="*/ 0 h 51"/>
                <a:gd name="T58" fmla="*/ 32 w 52"/>
                <a:gd name="T59" fmla="*/ 0 h 51"/>
                <a:gd name="T60" fmla="*/ 36 w 52"/>
                <a:gd name="T61" fmla="*/ 1 h 51"/>
                <a:gd name="T62" fmla="*/ 41 w 52"/>
                <a:gd name="T63" fmla="*/ 4 h 51"/>
                <a:gd name="T64" fmla="*/ 44 w 52"/>
                <a:gd name="T65" fmla="*/ 7 h 51"/>
                <a:gd name="T66" fmla="*/ 47 w 52"/>
                <a:gd name="T67" fmla="*/ 11 h 51"/>
                <a:gd name="T68" fmla="*/ 50 w 52"/>
                <a:gd name="T69" fmla="*/ 15 h 51"/>
                <a:gd name="T70" fmla="*/ 51 w 52"/>
                <a:gd name="T71" fmla="*/ 20 h 51"/>
                <a:gd name="T72" fmla="*/ 52 w 52"/>
                <a:gd name="T73" fmla="*/ 25 h 51"/>
                <a:gd name="T74" fmla="*/ 52 w 52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2" h="51">
                  <a:moveTo>
                    <a:pt x="52" y="25"/>
                  </a:moveTo>
                  <a:lnTo>
                    <a:pt x="52" y="25"/>
                  </a:lnTo>
                  <a:lnTo>
                    <a:pt x="51" y="31"/>
                  </a:lnTo>
                  <a:lnTo>
                    <a:pt x="50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1" y="46"/>
                  </a:lnTo>
                  <a:lnTo>
                    <a:pt x="36" y="49"/>
                  </a:lnTo>
                  <a:lnTo>
                    <a:pt x="32" y="50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1" y="50"/>
                  </a:lnTo>
                  <a:lnTo>
                    <a:pt x="16" y="49"/>
                  </a:lnTo>
                  <a:lnTo>
                    <a:pt x="12" y="46"/>
                  </a:lnTo>
                  <a:lnTo>
                    <a:pt x="8" y="43"/>
                  </a:lnTo>
                  <a:lnTo>
                    <a:pt x="5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6" y="1"/>
                  </a:lnTo>
                  <a:lnTo>
                    <a:pt x="21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6" y="1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50" y="15"/>
                  </a:lnTo>
                  <a:lnTo>
                    <a:pt x="51" y="20"/>
                  </a:lnTo>
                  <a:lnTo>
                    <a:pt x="52" y="25"/>
                  </a:lnTo>
                  <a:lnTo>
                    <a:pt x="52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1" name="Freeform 30"/>
            <p:cNvSpPr>
              <a:spLocks/>
            </p:cNvSpPr>
            <p:nvPr/>
          </p:nvSpPr>
          <p:spPr bwMode="auto">
            <a:xfrm>
              <a:off x="5373275" y="4196008"/>
              <a:ext cx="17463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6 w 51"/>
                <a:gd name="T25" fmla="*/ 49 h 51"/>
                <a:gd name="T26" fmla="*/ 11 w 51"/>
                <a:gd name="T27" fmla="*/ 46 h 51"/>
                <a:gd name="T28" fmla="*/ 8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1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1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8 w 51"/>
                <a:gd name="T47" fmla="*/ 7 h 51"/>
                <a:gd name="T48" fmla="*/ 11 w 51"/>
                <a:gd name="T49" fmla="*/ 4 h 51"/>
                <a:gd name="T50" fmla="*/ 16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6" y="49"/>
                  </a:lnTo>
                  <a:lnTo>
                    <a:pt x="11" y="46"/>
                  </a:lnTo>
                  <a:lnTo>
                    <a:pt x="8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8" y="7"/>
                  </a:lnTo>
                  <a:lnTo>
                    <a:pt x="11" y="4"/>
                  </a:lnTo>
                  <a:lnTo>
                    <a:pt x="16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2" name="Freeform 31"/>
            <p:cNvSpPr>
              <a:spLocks/>
            </p:cNvSpPr>
            <p:nvPr/>
          </p:nvSpPr>
          <p:spPr bwMode="auto">
            <a:xfrm>
              <a:off x="5422487" y="4196008"/>
              <a:ext cx="15875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5 w 51"/>
                <a:gd name="T25" fmla="*/ 49 h 51"/>
                <a:gd name="T26" fmla="*/ 11 w 51"/>
                <a:gd name="T27" fmla="*/ 46 h 51"/>
                <a:gd name="T28" fmla="*/ 7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0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0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7 w 51"/>
                <a:gd name="T47" fmla="*/ 7 h 51"/>
                <a:gd name="T48" fmla="*/ 11 w 51"/>
                <a:gd name="T49" fmla="*/ 4 h 51"/>
                <a:gd name="T50" fmla="*/ 15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5" y="49"/>
                  </a:lnTo>
                  <a:lnTo>
                    <a:pt x="11" y="46"/>
                  </a:lnTo>
                  <a:lnTo>
                    <a:pt x="7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7"/>
                  </a:lnTo>
                  <a:lnTo>
                    <a:pt x="11" y="4"/>
                  </a:lnTo>
                  <a:lnTo>
                    <a:pt x="15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33" name="Gruppieren 232"/>
          <p:cNvGrpSpPr/>
          <p:nvPr/>
        </p:nvGrpSpPr>
        <p:grpSpPr>
          <a:xfrm>
            <a:off x="5711771" y="4638320"/>
            <a:ext cx="349105" cy="318041"/>
            <a:chOff x="2798818" y="4192588"/>
            <a:chExt cx="374650" cy="341313"/>
          </a:xfrm>
        </p:grpSpPr>
        <p:sp>
          <p:nvSpPr>
            <p:cNvPr id="234" name="Freeform 32"/>
            <p:cNvSpPr>
              <a:spLocks/>
            </p:cNvSpPr>
            <p:nvPr/>
          </p:nvSpPr>
          <p:spPr bwMode="auto">
            <a:xfrm>
              <a:off x="2798818" y="4289426"/>
              <a:ext cx="374650" cy="163513"/>
            </a:xfrm>
            <a:custGeom>
              <a:avLst/>
              <a:gdLst>
                <a:gd name="T0" fmla="*/ 102 w 1178"/>
                <a:gd name="T1" fmla="*/ 512 h 512"/>
                <a:gd name="T2" fmla="*/ 92 w 1178"/>
                <a:gd name="T3" fmla="*/ 512 h 512"/>
                <a:gd name="T4" fmla="*/ 71 w 1178"/>
                <a:gd name="T5" fmla="*/ 508 h 512"/>
                <a:gd name="T6" fmla="*/ 53 w 1178"/>
                <a:gd name="T7" fmla="*/ 500 h 512"/>
                <a:gd name="T8" fmla="*/ 37 w 1178"/>
                <a:gd name="T9" fmla="*/ 489 h 512"/>
                <a:gd name="T10" fmla="*/ 23 w 1178"/>
                <a:gd name="T11" fmla="*/ 475 h 512"/>
                <a:gd name="T12" fmla="*/ 12 w 1178"/>
                <a:gd name="T13" fmla="*/ 459 h 512"/>
                <a:gd name="T14" fmla="*/ 4 w 1178"/>
                <a:gd name="T15" fmla="*/ 441 h 512"/>
                <a:gd name="T16" fmla="*/ 0 w 1178"/>
                <a:gd name="T17" fmla="*/ 420 h 512"/>
                <a:gd name="T18" fmla="*/ 0 w 1178"/>
                <a:gd name="T19" fmla="*/ 103 h 512"/>
                <a:gd name="T20" fmla="*/ 0 w 1178"/>
                <a:gd name="T21" fmla="*/ 92 h 512"/>
                <a:gd name="T22" fmla="*/ 4 w 1178"/>
                <a:gd name="T23" fmla="*/ 73 h 512"/>
                <a:gd name="T24" fmla="*/ 12 w 1178"/>
                <a:gd name="T25" fmla="*/ 54 h 512"/>
                <a:gd name="T26" fmla="*/ 23 w 1178"/>
                <a:gd name="T27" fmla="*/ 38 h 512"/>
                <a:gd name="T28" fmla="*/ 37 w 1178"/>
                <a:gd name="T29" fmla="*/ 24 h 512"/>
                <a:gd name="T30" fmla="*/ 53 w 1178"/>
                <a:gd name="T31" fmla="*/ 13 h 512"/>
                <a:gd name="T32" fmla="*/ 71 w 1178"/>
                <a:gd name="T33" fmla="*/ 5 h 512"/>
                <a:gd name="T34" fmla="*/ 92 w 1178"/>
                <a:gd name="T35" fmla="*/ 1 h 512"/>
                <a:gd name="T36" fmla="*/ 1076 w 1178"/>
                <a:gd name="T37" fmla="*/ 0 h 512"/>
                <a:gd name="T38" fmla="*/ 1086 w 1178"/>
                <a:gd name="T39" fmla="*/ 1 h 512"/>
                <a:gd name="T40" fmla="*/ 1107 w 1178"/>
                <a:gd name="T41" fmla="*/ 5 h 512"/>
                <a:gd name="T42" fmla="*/ 1125 w 1178"/>
                <a:gd name="T43" fmla="*/ 13 h 512"/>
                <a:gd name="T44" fmla="*/ 1141 w 1178"/>
                <a:gd name="T45" fmla="*/ 24 h 512"/>
                <a:gd name="T46" fmla="*/ 1155 w 1178"/>
                <a:gd name="T47" fmla="*/ 38 h 512"/>
                <a:gd name="T48" fmla="*/ 1166 w 1178"/>
                <a:gd name="T49" fmla="*/ 54 h 512"/>
                <a:gd name="T50" fmla="*/ 1174 w 1178"/>
                <a:gd name="T51" fmla="*/ 73 h 512"/>
                <a:gd name="T52" fmla="*/ 1178 w 1178"/>
                <a:gd name="T53" fmla="*/ 92 h 512"/>
                <a:gd name="T54" fmla="*/ 1178 w 1178"/>
                <a:gd name="T55" fmla="*/ 410 h 512"/>
                <a:gd name="T56" fmla="*/ 1178 w 1178"/>
                <a:gd name="T57" fmla="*/ 420 h 512"/>
                <a:gd name="T58" fmla="*/ 1174 w 1178"/>
                <a:gd name="T59" fmla="*/ 441 h 512"/>
                <a:gd name="T60" fmla="*/ 1166 w 1178"/>
                <a:gd name="T61" fmla="*/ 459 h 512"/>
                <a:gd name="T62" fmla="*/ 1155 w 1178"/>
                <a:gd name="T63" fmla="*/ 475 h 512"/>
                <a:gd name="T64" fmla="*/ 1141 w 1178"/>
                <a:gd name="T65" fmla="*/ 489 h 512"/>
                <a:gd name="T66" fmla="*/ 1125 w 1178"/>
                <a:gd name="T67" fmla="*/ 500 h 512"/>
                <a:gd name="T68" fmla="*/ 1107 w 1178"/>
                <a:gd name="T69" fmla="*/ 508 h 512"/>
                <a:gd name="T70" fmla="*/ 1086 w 1178"/>
                <a:gd name="T71" fmla="*/ 512 h 512"/>
                <a:gd name="T72" fmla="*/ 922 w 1178"/>
                <a:gd name="T73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8" h="512">
                  <a:moveTo>
                    <a:pt x="256" y="512"/>
                  </a:moveTo>
                  <a:lnTo>
                    <a:pt x="102" y="512"/>
                  </a:lnTo>
                  <a:lnTo>
                    <a:pt x="102" y="512"/>
                  </a:lnTo>
                  <a:lnTo>
                    <a:pt x="92" y="512"/>
                  </a:lnTo>
                  <a:lnTo>
                    <a:pt x="82" y="510"/>
                  </a:lnTo>
                  <a:lnTo>
                    <a:pt x="71" y="508"/>
                  </a:lnTo>
                  <a:lnTo>
                    <a:pt x="62" y="505"/>
                  </a:lnTo>
                  <a:lnTo>
                    <a:pt x="53" y="500"/>
                  </a:lnTo>
                  <a:lnTo>
                    <a:pt x="45" y="495"/>
                  </a:lnTo>
                  <a:lnTo>
                    <a:pt x="37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4" y="441"/>
                  </a:lnTo>
                  <a:lnTo>
                    <a:pt x="2" y="431"/>
                  </a:lnTo>
                  <a:lnTo>
                    <a:pt x="0" y="420"/>
                  </a:lnTo>
                  <a:lnTo>
                    <a:pt x="0" y="41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3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1"/>
                  </a:lnTo>
                  <a:lnTo>
                    <a:pt x="37" y="24"/>
                  </a:lnTo>
                  <a:lnTo>
                    <a:pt x="45" y="18"/>
                  </a:lnTo>
                  <a:lnTo>
                    <a:pt x="53" y="13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3"/>
                  </a:lnTo>
                  <a:lnTo>
                    <a:pt x="1133" y="18"/>
                  </a:lnTo>
                  <a:lnTo>
                    <a:pt x="1141" y="24"/>
                  </a:lnTo>
                  <a:lnTo>
                    <a:pt x="1148" y="31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3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410"/>
                  </a:lnTo>
                  <a:lnTo>
                    <a:pt x="1178" y="410"/>
                  </a:lnTo>
                  <a:lnTo>
                    <a:pt x="1178" y="420"/>
                  </a:lnTo>
                  <a:lnTo>
                    <a:pt x="1176" y="431"/>
                  </a:lnTo>
                  <a:lnTo>
                    <a:pt x="1174" y="441"/>
                  </a:lnTo>
                  <a:lnTo>
                    <a:pt x="1170" y="450"/>
                  </a:lnTo>
                  <a:lnTo>
                    <a:pt x="1166" y="459"/>
                  </a:lnTo>
                  <a:lnTo>
                    <a:pt x="1161" y="467"/>
                  </a:lnTo>
                  <a:lnTo>
                    <a:pt x="1155" y="475"/>
                  </a:lnTo>
                  <a:lnTo>
                    <a:pt x="1148" y="483"/>
                  </a:lnTo>
                  <a:lnTo>
                    <a:pt x="1141" y="489"/>
                  </a:lnTo>
                  <a:lnTo>
                    <a:pt x="1133" y="495"/>
                  </a:lnTo>
                  <a:lnTo>
                    <a:pt x="1125" y="500"/>
                  </a:lnTo>
                  <a:lnTo>
                    <a:pt x="1116" y="505"/>
                  </a:lnTo>
                  <a:lnTo>
                    <a:pt x="1107" y="508"/>
                  </a:lnTo>
                  <a:lnTo>
                    <a:pt x="1096" y="510"/>
                  </a:lnTo>
                  <a:lnTo>
                    <a:pt x="1086" y="512"/>
                  </a:lnTo>
                  <a:lnTo>
                    <a:pt x="1076" y="512"/>
                  </a:lnTo>
                  <a:lnTo>
                    <a:pt x="922" y="5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5" name="Freeform 33"/>
            <p:cNvSpPr>
              <a:spLocks/>
            </p:cNvSpPr>
            <p:nvPr/>
          </p:nvSpPr>
          <p:spPr bwMode="auto">
            <a:xfrm>
              <a:off x="2879781" y="4192588"/>
              <a:ext cx="211138" cy="65088"/>
            </a:xfrm>
            <a:custGeom>
              <a:avLst/>
              <a:gdLst>
                <a:gd name="T0" fmla="*/ 0 w 666"/>
                <a:gd name="T1" fmla="*/ 205 h 205"/>
                <a:gd name="T2" fmla="*/ 0 w 666"/>
                <a:gd name="T3" fmla="*/ 0 h 205"/>
                <a:gd name="T4" fmla="*/ 512 w 666"/>
                <a:gd name="T5" fmla="*/ 0 h 205"/>
                <a:gd name="T6" fmla="*/ 666 w 666"/>
                <a:gd name="T7" fmla="*/ 153 h 205"/>
                <a:gd name="T8" fmla="*/ 666 w 66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205">
                  <a:moveTo>
                    <a:pt x="0" y="205"/>
                  </a:moveTo>
                  <a:lnTo>
                    <a:pt x="0" y="0"/>
                  </a:lnTo>
                  <a:lnTo>
                    <a:pt x="512" y="0"/>
                  </a:lnTo>
                  <a:lnTo>
                    <a:pt x="666" y="153"/>
                  </a:lnTo>
                  <a:lnTo>
                    <a:pt x="666" y="2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2879781" y="4403726"/>
              <a:ext cx="211138" cy="130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7" name="Freeform 35"/>
            <p:cNvSpPr>
              <a:spLocks/>
            </p:cNvSpPr>
            <p:nvPr/>
          </p:nvSpPr>
          <p:spPr bwMode="auto">
            <a:xfrm>
              <a:off x="2830568" y="4322763"/>
              <a:ext cx="33338" cy="31750"/>
            </a:xfrm>
            <a:custGeom>
              <a:avLst/>
              <a:gdLst>
                <a:gd name="T0" fmla="*/ 103 w 103"/>
                <a:gd name="T1" fmla="*/ 51 h 102"/>
                <a:gd name="T2" fmla="*/ 103 w 103"/>
                <a:gd name="T3" fmla="*/ 51 h 102"/>
                <a:gd name="T4" fmla="*/ 102 w 103"/>
                <a:gd name="T5" fmla="*/ 61 h 102"/>
                <a:gd name="T6" fmla="*/ 99 w 103"/>
                <a:gd name="T7" fmla="*/ 71 h 102"/>
                <a:gd name="T8" fmla="*/ 94 w 103"/>
                <a:gd name="T9" fmla="*/ 80 h 102"/>
                <a:gd name="T10" fmla="*/ 88 w 103"/>
                <a:gd name="T11" fmla="*/ 87 h 102"/>
                <a:gd name="T12" fmla="*/ 81 w 103"/>
                <a:gd name="T13" fmla="*/ 93 h 102"/>
                <a:gd name="T14" fmla="*/ 71 w 103"/>
                <a:gd name="T15" fmla="*/ 98 h 102"/>
                <a:gd name="T16" fmla="*/ 62 w 103"/>
                <a:gd name="T17" fmla="*/ 101 h 102"/>
                <a:gd name="T18" fmla="*/ 51 w 103"/>
                <a:gd name="T19" fmla="*/ 102 h 102"/>
                <a:gd name="T20" fmla="*/ 51 w 103"/>
                <a:gd name="T21" fmla="*/ 102 h 102"/>
                <a:gd name="T22" fmla="*/ 41 w 103"/>
                <a:gd name="T23" fmla="*/ 101 h 102"/>
                <a:gd name="T24" fmla="*/ 32 w 103"/>
                <a:gd name="T25" fmla="*/ 98 h 102"/>
                <a:gd name="T26" fmla="*/ 22 w 103"/>
                <a:gd name="T27" fmla="*/ 93 h 102"/>
                <a:gd name="T28" fmla="*/ 15 w 103"/>
                <a:gd name="T29" fmla="*/ 87 h 102"/>
                <a:gd name="T30" fmla="*/ 9 w 103"/>
                <a:gd name="T31" fmla="*/ 80 h 102"/>
                <a:gd name="T32" fmla="*/ 4 w 103"/>
                <a:gd name="T33" fmla="*/ 71 h 102"/>
                <a:gd name="T34" fmla="*/ 1 w 103"/>
                <a:gd name="T35" fmla="*/ 61 h 102"/>
                <a:gd name="T36" fmla="*/ 0 w 103"/>
                <a:gd name="T37" fmla="*/ 51 h 102"/>
                <a:gd name="T38" fmla="*/ 0 w 103"/>
                <a:gd name="T39" fmla="*/ 51 h 102"/>
                <a:gd name="T40" fmla="*/ 1 w 103"/>
                <a:gd name="T41" fmla="*/ 41 h 102"/>
                <a:gd name="T42" fmla="*/ 4 w 103"/>
                <a:gd name="T43" fmla="*/ 31 h 102"/>
                <a:gd name="T44" fmla="*/ 9 w 103"/>
                <a:gd name="T45" fmla="*/ 23 h 102"/>
                <a:gd name="T46" fmla="*/ 15 w 103"/>
                <a:gd name="T47" fmla="*/ 15 h 102"/>
                <a:gd name="T48" fmla="*/ 22 w 103"/>
                <a:gd name="T49" fmla="*/ 8 h 102"/>
                <a:gd name="T50" fmla="*/ 32 w 103"/>
                <a:gd name="T51" fmla="*/ 3 h 102"/>
                <a:gd name="T52" fmla="*/ 41 w 103"/>
                <a:gd name="T53" fmla="*/ 1 h 102"/>
                <a:gd name="T54" fmla="*/ 51 w 103"/>
                <a:gd name="T55" fmla="*/ 0 h 102"/>
                <a:gd name="T56" fmla="*/ 51 w 103"/>
                <a:gd name="T57" fmla="*/ 0 h 102"/>
                <a:gd name="T58" fmla="*/ 62 w 103"/>
                <a:gd name="T59" fmla="*/ 1 h 102"/>
                <a:gd name="T60" fmla="*/ 71 w 103"/>
                <a:gd name="T61" fmla="*/ 3 h 102"/>
                <a:gd name="T62" fmla="*/ 81 w 103"/>
                <a:gd name="T63" fmla="*/ 8 h 102"/>
                <a:gd name="T64" fmla="*/ 88 w 103"/>
                <a:gd name="T65" fmla="*/ 15 h 102"/>
                <a:gd name="T66" fmla="*/ 94 w 103"/>
                <a:gd name="T67" fmla="*/ 23 h 102"/>
                <a:gd name="T68" fmla="*/ 99 w 103"/>
                <a:gd name="T69" fmla="*/ 31 h 102"/>
                <a:gd name="T70" fmla="*/ 102 w 103"/>
                <a:gd name="T71" fmla="*/ 41 h 102"/>
                <a:gd name="T72" fmla="*/ 103 w 103"/>
                <a:gd name="T73" fmla="*/ 51 h 102"/>
                <a:gd name="T74" fmla="*/ 103 w 103"/>
                <a:gd name="T75" fmla="*/ 5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3" h="102">
                  <a:moveTo>
                    <a:pt x="103" y="51"/>
                  </a:moveTo>
                  <a:lnTo>
                    <a:pt x="103" y="51"/>
                  </a:lnTo>
                  <a:lnTo>
                    <a:pt x="102" y="61"/>
                  </a:lnTo>
                  <a:lnTo>
                    <a:pt x="99" y="71"/>
                  </a:lnTo>
                  <a:lnTo>
                    <a:pt x="94" y="80"/>
                  </a:lnTo>
                  <a:lnTo>
                    <a:pt x="88" y="87"/>
                  </a:lnTo>
                  <a:lnTo>
                    <a:pt x="81" y="93"/>
                  </a:lnTo>
                  <a:lnTo>
                    <a:pt x="71" y="98"/>
                  </a:lnTo>
                  <a:lnTo>
                    <a:pt x="62" y="101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41" y="101"/>
                  </a:lnTo>
                  <a:lnTo>
                    <a:pt x="32" y="98"/>
                  </a:lnTo>
                  <a:lnTo>
                    <a:pt x="22" y="93"/>
                  </a:lnTo>
                  <a:lnTo>
                    <a:pt x="15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1" y="61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2" y="8"/>
                  </a:lnTo>
                  <a:lnTo>
                    <a:pt x="32" y="3"/>
                  </a:lnTo>
                  <a:lnTo>
                    <a:pt x="41" y="1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2" y="1"/>
                  </a:lnTo>
                  <a:lnTo>
                    <a:pt x="71" y="3"/>
                  </a:lnTo>
                  <a:lnTo>
                    <a:pt x="81" y="8"/>
                  </a:lnTo>
                  <a:lnTo>
                    <a:pt x="88" y="15"/>
                  </a:lnTo>
                  <a:lnTo>
                    <a:pt x="94" y="23"/>
                  </a:lnTo>
                  <a:lnTo>
                    <a:pt x="99" y="31"/>
                  </a:lnTo>
                  <a:lnTo>
                    <a:pt x="102" y="41"/>
                  </a:lnTo>
                  <a:lnTo>
                    <a:pt x="103" y="51"/>
                  </a:lnTo>
                  <a:lnTo>
                    <a:pt x="103" y="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8" name="Line 36"/>
            <p:cNvSpPr>
              <a:spLocks noChangeShapeType="1"/>
            </p:cNvSpPr>
            <p:nvPr/>
          </p:nvSpPr>
          <p:spPr bwMode="auto">
            <a:xfrm>
              <a:off x="2913118" y="443706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9" name="Line 37"/>
            <p:cNvSpPr>
              <a:spLocks noChangeShapeType="1"/>
            </p:cNvSpPr>
            <p:nvPr/>
          </p:nvSpPr>
          <p:spPr bwMode="auto">
            <a:xfrm>
              <a:off x="2913118" y="446881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0" name="Line 38"/>
            <p:cNvSpPr>
              <a:spLocks noChangeShapeType="1"/>
            </p:cNvSpPr>
            <p:nvPr/>
          </p:nvSpPr>
          <p:spPr bwMode="auto">
            <a:xfrm>
              <a:off x="2913118" y="4502151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1" name="Freeform 39"/>
            <p:cNvSpPr>
              <a:spLocks/>
            </p:cNvSpPr>
            <p:nvPr/>
          </p:nvSpPr>
          <p:spPr bwMode="auto">
            <a:xfrm>
              <a:off x="3043293" y="4192588"/>
              <a:ext cx="47625" cy="49213"/>
            </a:xfrm>
            <a:custGeom>
              <a:avLst/>
              <a:gdLst>
                <a:gd name="T0" fmla="*/ 0 w 154"/>
                <a:gd name="T1" fmla="*/ 0 h 153"/>
                <a:gd name="T2" fmla="*/ 0 w 154"/>
                <a:gd name="T3" fmla="*/ 153 h 153"/>
                <a:gd name="T4" fmla="*/ 154 w 154"/>
                <a:gd name="T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" h="153">
                  <a:moveTo>
                    <a:pt x="0" y="0"/>
                  </a:moveTo>
                  <a:lnTo>
                    <a:pt x="0" y="153"/>
                  </a:lnTo>
                  <a:lnTo>
                    <a:pt x="154" y="15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2" name="Gruppieren 241"/>
          <p:cNvGrpSpPr/>
          <p:nvPr/>
        </p:nvGrpSpPr>
        <p:grpSpPr>
          <a:xfrm>
            <a:off x="4353730" y="4042363"/>
            <a:ext cx="303248" cy="334313"/>
            <a:chOff x="6181959" y="4821238"/>
            <a:chExt cx="325438" cy="358776"/>
          </a:xfrm>
        </p:grpSpPr>
        <p:sp>
          <p:nvSpPr>
            <p:cNvPr id="243" name="Freeform 40"/>
            <p:cNvSpPr>
              <a:spLocks/>
            </p:cNvSpPr>
            <p:nvPr/>
          </p:nvSpPr>
          <p:spPr bwMode="auto">
            <a:xfrm>
              <a:off x="6181959" y="4846638"/>
              <a:ext cx="325438" cy="333375"/>
            </a:xfrm>
            <a:custGeom>
              <a:avLst/>
              <a:gdLst>
                <a:gd name="T0" fmla="*/ 512 w 1025"/>
                <a:gd name="T1" fmla="*/ 256 h 1050"/>
                <a:gd name="T2" fmla="*/ 1025 w 1025"/>
                <a:gd name="T3" fmla="*/ 0 h 1050"/>
                <a:gd name="T4" fmla="*/ 1025 w 1025"/>
                <a:gd name="T5" fmla="*/ 793 h 1050"/>
                <a:gd name="T6" fmla="*/ 512 w 1025"/>
                <a:gd name="T7" fmla="*/ 1050 h 1050"/>
                <a:gd name="T8" fmla="*/ 0 w 1025"/>
                <a:gd name="T9" fmla="*/ 793 h 1050"/>
                <a:gd name="T10" fmla="*/ 0 w 1025"/>
                <a:gd name="T11" fmla="*/ 0 h 1050"/>
                <a:gd name="T12" fmla="*/ 512 w 1025"/>
                <a:gd name="T13" fmla="*/ 256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5" h="1050">
                  <a:moveTo>
                    <a:pt x="512" y="256"/>
                  </a:moveTo>
                  <a:lnTo>
                    <a:pt x="1025" y="0"/>
                  </a:lnTo>
                  <a:lnTo>
                    <a:pt x="1025" y="793"/>
                  </a:lnTo>
                  <a:lnTo>
                    <a:pt x="512" y="1050"/>
                  </a:lnTo>
                  <a:lnTo>
                    <a:pt x="0" y="793"/>
                  </a:lnTo>
                  <a:lnTo>
                    <a:pt x="0" y="0"/>
                  </a:lnTo>
                  <a:lnTo>
                    <a:pt x="512" y="2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4" name="Freeform 41"/>
            <p:cNvSpPr>
              <a:spLocks/>
            </p:cNvSpPr>
            <p:nvPr/>
          </p:nvSpPr>
          <p:spPr bwMode="auto">
            <a:xfrm>
              <a:off x="6215296" y="4821238"/>
              <a:ext cx="260350" cy="66675"/>
            </a:xfrm>
            <a:custGeom>
              <a:avLst/>
              <a:gdLst>
                <a:gd name="T0" fmla="*/ 820 w 820"/>
                <a:gd name="T1" fmla="*/ 0 h 207"/>
                <a:gd name="T2" fmla="*/ 410 w 820"/>
                <a:gd name="T3" fmla="*/ 207 h 207"/>
                <a:gd name="T4" fmla="*/ 0 w 820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0" h="207">
                  <a:moveTo>
                    <a:pt x="820" y="0"/>
                  </a:moveTo>
                  <a:lnTo>
                    <a:pt x="410" y="20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5" name="Line 42"/>
            <p:cNvSpPr>
              <a:spLocks noChangeShapeType="1"/>
            </p:cNvSpPr>
            <p:nvPr/>
          </p:nvSpPr>
          <p:spPr bwMode="auto">
            <a:xfrm>
              <a:off x="6345471" y="4927601"/>
              <a:ext cx="0" cy="252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6" name="Gruppieren 245"/>
          <p:cNvGrpSpPr/>
          <p:nvPr/>
        </p:nvGrpSpPr>
        <p:grpSpPr>
          <a:xfrm>
            <a:off x="3921217" y="4043405"/>
            <a:ext cx="244949" cy="332229"/>
            <a:chOff x="1781175" y="5472113"/>
            <a:chExt cx="276225" cy="374650"/>
          </a:xfrm>
        </p:grpSpPr>
        <p:sp>
          <p:nvSpPr>
            <p:cNvPr id="247" name="Freeform 43"/>
            <p:cNvSpPr>
              <a:spLocks/>
            </p:cNvSpPr>
            <p:nvPr/>
          </p:nvSpPr>
          <p:spPr bwMode="auto">
            <a:xfrm>
              <a:off x="1812925" y="5505451"/>
              <a:ext cx="195263" cy="31750"/>
            </a:xfrm>
            <a:custGeom>
              <a:avLst/>
              <a:gdLst>
                <a:gd name="T0" fmla="*/ 0 w 615"/>
                <a:gd name="T1" fmla="*/ 0 h 102"/>
                <a:gd name="T2" fmla="*/ 615 w 615"/>
                <a:gd name="T3" fmla="*/ 0 h 102"/>
                <a:gd name="T4" fmla="*/ 615 w 615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5" h="102">
                  <a:moveTo>
                    <a:pt x="0" y="0"/>
                  </a:moveTo>
                  <a:lnTo>
                    <a:pt x="615" y="0"/>
                  </a:lnTo>
                  <a:lnTo>
                    <a:pt x="615" y="1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8" name="Freeform 44"/>
            <p:cNvSpPr>
              <a:spLocks/>
            </p:cNvSpPr>
            <p:nvPr/>
          </p:nvSpPr>
          <p:spPr bwMode="auto">
            <a:xfrm>
              <a:off x="1781175" y="5472113"/>
              <a:ext cx="276225" cy="374650"/>
            </a:xfrm>
            <a:custGeom>
              <a:avLst/>
              <a:gdLst>
                <a:gd name="T0" fmla="*/ 820 w 871"/>
                <a:gd name="T1" fmla="*/ 205 h 1179"/>
                <a:gd name="T2" fmla="*/ 820 w 871"/>
                <a:gd name="T3" fmla="*/ 0 h 1179"/>
                <a:gd name="T4" fmla="*/ 102 w 871"/>
                <a:gd name="T5" fmla="*/ 0 h 1179"/>
                <a:gd name="T6" fmla="*/ 102 w 871"/>
                <a:gd name="T7" fmla="*/ 0 h 1179"/>
                <a:gd name="T8" fmla="*/ 92 w 871"/>
                <a:gd name="T9" fmla="*/ 1 h 1179"/>
                <a:gd name="T10" fmla="*/ 81 w 871"/>
                <a:gd name="T11" fmla="*/ 2 h 1179"/>
                <a:gd name="T12" fmla="*/ 71 w 871"/>
                <a:gd name="T13" fmla="*/ 5 h 1179"/>
                <a:gd name="T14" fmla="*/ 62 w 871"/>
                <a:gd name="T15" fmla="*/ 8 h 1179"/>
                <a:gd name="T16" fmla="*/ 53 w 871"/>
                <a:gd name="T17" fmla="*/ 12 h 1179"/>
                <a:gd name="T18" fmla="*/ 45 w 871"/>
                <a:gd name="T19" fmla="*/ 17 h 1179"/>
                <a:gd name="T20" fmla="*/ 37 w 871"/>
                <a:gd name="T21" fmla="*/ 23 h 1179"/>
                <a:gd name="T22" fmla="*/ 29 w 871"/>
                <a:gd name="T23" fmla="*/ 30 h 1179"/>
                <a:gd name="T24" fmla="*/ 23 w 871"/>
                <a:gd name="T25" fmla="*/ 38 h 1179"/>
                <a:gd name="T26" fmla="*/ 17 w 871"/>
                <a:gd name="T27" fmla="*/ 46 h 1179"/>
                <a:gd name="T28" fmla="*/ 12 w 871"/>
                <a:gd name="T29" fmla="*/ 54 h 1179"/>
                <a:gd name="T30" fmla="*/ 8 w 871"/>
                <a:gd name="T31" fmla="*/ 63 h 1179"/>
                <a:gd name="T32" fmla="*/ 4 w 871"/>
                <a:gd name="T33" fmla="*/ 72 h 1179"/>
                <a:gd name="T34" fmla="*/ 2 w 871"/>
                <a:gd name="T35" fmla="*/ 82 h 1179"/>
                <a:gd name="T36" fmla="*/ 0 w 871"/>
                <a:gd name="T37" fmla="*/ 92 h 1179"/>
                <a:gd name="T38" fmla="*/ 0 w 871"/>
                <a:gd name="T39" fmla="*/ 103 h 1179"/>
                <a:gd name="T40" fmla="*/ 0 w 871"/>
                <a:gd name="T41" fmla="*/ 103 h 1179"/>
                <a:gd name="T42" fmla="*/ 0 w 871"/>
                <a:gd name="T43" fmla="*/ 113 h 1179"/>
                <a:gd name="T44" fmla="*/ 2 w 871"/>
                <a:gd name="T45" fmla="*/ 123 h 1179"/>
                <a:gd name="T46" fmla="*/ 4 w 871"/>
                <a:gd name="T47" fmla="*/ 133 h 1179"/>
                <a:gd name="T48" fmla="*/ 8 w 871"/>
                <a:gd name="T49" fmla="*/ 143 h 1179"/>
                <a:gd name="T50" fmla="*/ 12 w 871"/>
                <a:gd name="T51" fmla="*/ 152 h 1179"/>
                <a:gd name="T52" fmla="*/ 17 w 871"/>
                <a:gd name="T53" fmla="*/ 160 h 1179"/>
                <a:gd name="T54" fmla="*/ 23 w 871"/>
                <a:gd name="T55" fmla="*/ 168 h 1179"/>
                <a:gd name="T56" fmla="*/ 29 w 871"/>
                <a:gd name="T57" fmla="*/ 175 h 1179"/>
                <a:gd name="T58" fmla="*/ 37 w 871"/>
                <a:gd name="T59" fmla="*/ 181 h 1179"/>
                <a:gd name="T60" fmla="*/ 45 w 871"/>
                <a:gd name="T61" fmla="*/ 188 h 1179"/>
                <a:gd name="T62" fmla="*/ 53 w 871"/>
                <a:gd name="T63" fmla="*/ 193 h 1179"/>
                <a:gd name="T64" fmla="*/ 62 w 871"/>
                <a:gd name="T65" fmla="*/ 197 h 1179"/>
                <a:gd name="T66" fmla="*/ 71 w 871"/>
                <a:gd name="T67" fmla="*/ 201 h 1179"/>
                <a:gd name="T68" fmla="*/ 81 w 871"/>
                <a:gd name="T69" fmla="*/ 203 h 1179"/>
                <a:gd name="T70" fmla="*/ 92 w 871"/>
                <a:gd name="T71" fmla="*/ 205 h 1179"/>
                <a:gd name="T72" fmla="*/ 102 w 871"/>
                <a:gd name="T73" fmla="*/ 205 h 1179"/>
                <a:gd name="T74" fmla="*/ 871 w 871"/>
                <a:gd name="T75" fmla="*/ 205 h 1179"/>
                <a:gd name="T76" fmla="*/ 871 w 871"/>
                <a:gd name="T77" fmla="*/ 1179 h 1179"/>
                <a:gd name="T78" fmla="*/ 102 w 871"/>
                <a:gd name="T79" fmla="*/ 1179 h 1179"/>
                <a:gd name="T80" fmla="*/ 102 w 871"/>
                <a:gd name="T81" fmla="*/ 1179 h 1179"/>
                <a:gd name="T82" fmla="*/ 92 w 871"/>
                <a:gd name="T83" fmla="*/ 1177 h 1179"/>
                <a:gd name="T84" fmla="*/ 81 w 871"/>
                <a:gd name="T85" fmla="*/ 1176 h 1179"/>
                <a:gd name="T86" fmla="*/ 71 w 871"/>
                <a:gd name="T87" fmla="*/ 1173 h 1179"/>
                <a:gd name="T88" fmla="*/ 62 w 871"/>
                <a:gd name="T89" fmla="*/ 1170 h 1179"/>
                <a:gd name="T90" fmla="*/ 53 w 871"/>
                <a:gd name="T91" fmla="*/ 1166 h 1179"/>
                <a:gd name="T92" fmla="*/ 45 w 871"/>
                <a:gd name="T93" fmla="*/ 1161 h 1179"/>
                <a:gd name="T94" fmla="*/ 37 w 871"/>
                <a:gd name="T95" fmla="*/ 1155 h 1179"/>
                <a:gd name="T96" fmla="*/ 29 w 871"/>
                <a:gd name="T97" fmla="*/ 1148 h 1179"/>
                <a:gd name="T98" fmla="*/ 23 w 871"/>
                <a:gd name="T99" fmla="*/ 1141 h 1179"/>
                <a:gd name="T100" fmla="*/ 17 w 871"/>
                <a:gd name="T101" fmla="*/ 1134 h 1179"/>
                <a:gd name="T102" fmla="*/ 12 w 871"/>
                <a:gd name="T103" fmla="*/ 1124 h 1179"/>
                <a:gd name="T104" fmla="*/ 8 w 871"/>
                <a:gd name="T105" fmla="*/ 1115 h 1179"/>
                <a:gd name="T106" fmla="*/ 4 w 871"/>
                <a:gd name="T107" fmla="*/ 1106 h 1179"/>
                <a:gd name="T108" fmla="*/ 2 w 871"/>
                <a:gd name="T109" fmla="*/ 1097 h 1179"/>
                <a:gd name="T110" fmla="*/ 0 w 871"/>
                <a:gd name="T111" fmla="*/ 1087 h 1179"/>
                <a:gd name="T112" fmla="*/ 0 w 871"/>
                <a:gd name="T113" fmla="*/ 1076 h 1179"/>
                <a:gd name="T114" fmla="*/ 0 w 871"/>
                <a:gd name="T115" fmla="*/ 103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1" h="1179">
                  <a:moveTo>
                    <a:pt x="820" y="205"/>
                  </a:moveTo>
                  <a:lnTo>
                    <a:pt x="820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2" y="1"/>
                  </a:lnTo>
                  <a:lnTo>
                    <a:pt x="81" y="2"/>
                  </a:lnTo>
                  <a:lnTo>
                    <a:pt x="71" y="5"/>
                  </a:lnTo>
                  <a:lnTo>
                    <a:pt x="62" y="8"/>
                  </a:lnTo>
                  <a:lnTo>
                    <a:pt x="53" y="12"/>
                  </a:lnTo>
                  <a:lnTo>
                    <a:pt x="45" y="17"/>
                  </a:lnTo>
                  <a:lnTo>
                    <a:pt x="37" y="23"/>
                  </a:lnTo>
                  <a:lnTo>
                    <a:pt x="29" y="30"/>
                  </a:lnTo>
                  <a:lnTo>
                    <a:pt x="23" y="38"/>
                  </a:lnTo>
                  <a:lnTo>
                    <a:pt x="17" y="46"/>
                  </a:lnTo>
                  <a:lnTo>
                    <a:pt x="12" y="54"/>
                  </a:lnTo>
                  <a:lnTo>
                    <a:pt x="8" y="63"/>
                  </a:lnTo>
                  <a:lnTo>
                    <a:pt x="4" y="72"/>
                  </a:lnTo>
                  <a:lnTo>
                    <a:pt x="2" y="82"/>
                  </a:lnTo>
                  <a:lnTo>
                    <a:pt x="0" y="92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13"/>
                  </a:lnTo>
                  <a:lnTo>
                    <a:pt x="2" y="123"/>
                  </a:lnTo>
                  <a:lnTo>
                    <a:pt x="4" y="133"/>
                  </a:lnTo>
                  <a:lnTo>
                    <a:pt x="8" y="143"/>
                  </a:lnTo>
                  <a:lnTo>
                    <a:pt x="12" y="152"/>
                  </a:lnTo>
                  <a:lnTo>
                    <a:pt x="17" y="160"/>
                  </a:lnTo>
                  <a:lnTo>
                    <a:pt x="23" y="168"/>
                  </a:lnTo>
                  <a:lnTo>
                    <a:pt x="29" y="175"/>
                  </a:lnTo>
                  <a:lnTo>
                    <a:pt x="37" y="181"/>
                  </a:lnTo>
                  <a:lnTo>
                    <a:pt x="45" y="188"/>
                  </a:lnTo>
                  <a:lnTo>
                    <a:pt x="53" y="193"/>
                  </a:lnTo>
                  <a:lnTo>
                    <a:pt x="62" y="197"/>
                  </a:lnTo>
                  <a:lnTo>
                    <a:pt x="71" y="201"/>
                  </a:lnTo>
                  <a:lnTo>
                    <a:pt x="81" y="203"/>
                  </a:lnTo>
                  <a:lnTo>
                    <a:pt x="92" y="205"/>
                  </a:lnTo>
                  <a:lnTo>
                    <a:pt x="102" y="205"/>
                  </a:lnTo>
                  <a:lnTo>
                    <a:pt x="871" y="205"/>
                  </a:lnTo>
                  <a:lnTo>
                    <a:pt x="871" y="1179"/>
                  </a:lnTo>
                  <a:lnTo>
                    <a:pt x="102" y="1179"/>
                  </a:lnTo>
                  <a:lnTo>
                    <a:pt x="102" y="1179"/>
                  </a:lnTo>
                  <a:lnTo>
                    <a:pt x="92" y="1177"/>
                  </a:lnTo>
                  <a:lnTo>
                    <a:pt x="81" y="1176"/>
                  </a:lnTo>
                  <a:lnTo>
                    <a:pt x="71" y="1173"/>
                  </a:lnTo>
                  <a:lnTo>
                    <a:pt x="62" y="1170"/>
                  </a:lnTo>
                  <a:lnTo>
                    <a:pt x="53" y="1166"/>
                  </a:lnTo>
                  <a:lnTo>
                    <a:pt x="45" y="1161"/>
                  </a:lnTo>
                  <a:lnTo>
                    <a:pt x="37" y="1155"/>
                  </a:lnTo>
                  <a:lnTo>
                    <a:pt x="29" y="1148"/>
                  </a:lnTo>
                  <a:lnTo>
                    <a:pt x="23" y="1141"/>
                  </a:lnTo>
                  <a:lnTo>
                    <a:pt x="17" y="1134"/>
                  </a:lnTo>
                  <a:lnTo>
                    <a:pt x="12" y="1124"/>
                  </a:lnTo>
                  <a:lnTo>
                    <a:pt x="8" y="1115"/>
                  </a:lnTo>
                  <a:lnTo>
                    <a:pt x="4" y="1106"/>
                  </a:lnTo>
                  <a:lnTo>
                    <a:pt x="2" y="1097"/>
                  </a:lnTo>
                  <a:lnTo>
                    <a:pt x="0" y="1087"/>
                  </a:lnTo>
                  <a:lnTo>
                    <a:pt x="0" y="1076"/>
                  </a:lnTo>
                  <a:lnTo>
                    <a:pt x="0" y="10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9" name="Gruppieren 248"/>
          <p:cNvGrpSpPr/>
          <p:nvPr/>
        </p:nvGrpSpPr>
        <p:grpSpPr>
          <a:xfrm>
            <a:off x="1819174" y="4626842"/>
            <a:ext cx="437364" cy="340997"/>
            <a:chOff x="981587" y="4178861"/>
            <a:chExt cx="374650" cy="292101"/>
          </a:xfrm>
        </p:grpSpPr>
        <p:sp>
          <p:nvSpPr>
            <p:cNvPr id="250" name="Freeform 49"/>
            <p:cNvSpPr>
              <a:spLocks/>
            </p:cNvSpPr>
            <p:nvPr/>
          </p:nvSpPr>
          <p:spPr bwMode="auto">
            <a:xfrm>
              <a:off x="981587" y="4178861"/>
              <a:ext cx="374650" cy="242888"/>
            </a:xfrm>
            <a:custGeom>
              <a:avLst/>
              <a:gdLst>
                <a:gd name="T0" fmla="*/ 1179 w 1179"/>
                <a:gd name="T1" fmla="*/ 717 h 769"/>
                <a:gd name="T2" fmla="*/ 1179 w 1179"/>
                <a:gd name="T3" fmla="*/ 717 h 769"/>
                <a:gd name="T4" fmla="*/ 1178 w 1179"/>
                <a:gd name="T5" fmla="*/ 727 h 769"/>
                <a:gd name="T6" fmla="*/ 1175 w 1179"/>
                <a:gd name="T7" fmla="*/ 738 h 769"/>
                <a:gd name="T8" fmla="*/ 1170 w 1179"/>
                <a:gd name="T9" fmla="*/ 746 h 769"/>
                <a:gd name="T10" fmla="*/ 1163 w 1179"/>
                <a:gd name="T11" fmla="*/ 754 h 769"/>
                <a:gd name="T12" fmla="*/ 1156 w 1179"/>
                <a:gd name="T13" fmla="*/ 760 h 769"/>
                <a:gd name="T14" fmla="*/ 1147 w 1179"/>
                <a:gd name="T15" fmla="*/ 765 h 769"/>
                <a:gd name="T16" fmla="*/ 1138 w 1179"/>
                <a:gd name="T17" fmla="*/ 767 h 769"/>
                <a:gd name="T18" fmla="*/ 1128 w 1179"/>
                <a:gd name="T19" fmla="*/ 769 h 769"/>
                <a:gd name="T20" fmla="*/ 52 w 1179"/>
                <a:gd name="T21" fmla="*/ 769 h 769"/>
                <a:gd name="T22" fmla="*/ 52 w 1179"/>
                <a:gd name="T23" fmla="*/ 769 h 769"/>
                <a:gd name="T24" fmla="*/ 41 w 1179"/>
                <a:gd name="T25" fmla="*/ 767 h 769"/>
                <a:gd name="T26" fmla="*/ 31 w 1179"/>
                <a:gd name="T27" fmla="*/ 765 h 769"/>
                <a:gd name="T28" fmla="*/ 23 w 1179"/>
                <a:gd name="T29" fmla="*/ 760 h 769"/>
                <a:gd name="T30" fmla="*/ 15 w 1179"/>
                <a:gd name="T31" fmla="*/ 754 h 769"/>
                <a:gd name="T32" fmla="*/ 9 w 1179"/>
                <a:gd name="T33" fmla="*/ 746 h 769"/>
                <a:gd name="T34" fmla="*/ 4 w 1179"/>
                <a:gd name="T35" fmla="*/ 738 h 769"/>
                <a:gd name="T36" fmla="*/ 1 w 1179"/>
                <a:gd name="T37" fmla="*/ 727 h 769"/>
                <a:gd name="T38" fmla="*/ 0 w 1179"/>
                <a:gd name="T39" fmla="*/ 717 h 769"/>
                <a:gd name="T40" fmla="*/ 0 w 1179"/>
                <a:gd name="T41" fmla="*/ 51 h 769"/>
                <a:gd name="T42" fmla="*/ 0 w 1179"/>
                <a:gd name="T43" fmla="*/ 51 h 769"/>
                <a:gd name="T44" fmla="*/ 1 w 1179"/>
                <a:gd name="T45" fmla="*/ 41 h 769"/>
                <a:gd name="T46" fmla="*/ 4 w 1179"/>
                <a:gd name="T47" fmla="*/ 32 h 769"/>
                <a:gd name="T48" fmla="*/ 9 w 1179"/>
                <a:gd name="T49" fmla="*/ 23 h 769"/>
                <a:gd name="T50" fmla="*/ 15 w 1179"/>
                <a:gd name="T51" fmla="*/ 16 h 769"/>
                <a:gd name="T52" fmla="*/ 23 w 1179"/>
                <a:gd name="T53" fmla="*/ 9 h 769"/>
                <a:gd name="T54" fmla="*/ 31 w 1179"/>
                <a:gd name="T55" fmla="*/ 4 h 769"/>
                <a:gd name="T56" fmla="*/ 41 w 1179"/>
                <a:gd name="T57" fmla="*/ 1 h 769"/>
                <a:gd name="T58" fmla="*/ 52 w 1179"/>
                <a:gd name="T59" fmla="*/ 0 h 769"/>
                <a:gd name="T60" fmla="*/ 1128 w 1179"/>
                <a:gd name="T61" fmla="*/ 0 h 769"/>
                <a:gd name="T62" fmla="*/ 1128 w 1179"/>
                <a:gd name="T63" fmla="*/ 0 h 769"/>
                <a:gd name="T64" fmla="*/ 1138 w 1179"/>
                <a:gd name="T65" fmla="*/ 1 h 769"/>
                <a:gd name="T66" fmla="*/ 1147 w 1179"/>
                <a:gd name="T67" fmla="*/ 4 h 769"/>
                <a:gd name="T68" fmla="*/ 1156 w 1179"/>
                <a:gd name="T69" fmla="*/ 9 h 769"/>
                <a:gd name="T70" fmla="*/ 1163 w 1179"/>
                <a:gd name="T71" fmla="*/ 16 h 769"/>
                <a:gd name="T72" fmla="*/ 1170 w 1179"/>
                <a:gd name="T73" fmla="*/ 23 h 769"/>
                <a:gd name="T74" fmla="*/ 1175 w 1179"/>
                <a:gd name="T75" fmla="*/ 32 h 769"/>
                <a:gd name="T76" fmla="*/ 1178 w 1179"/>
                <a:gd name="T77" fmla="*/ 41 h 769"/>
                <a:gd name="T78" fmla="*/ 1179 w 1179"/>
                <a:gd name="T79" fmla="*/ 51 h 769"/>
                <a:gd name="T80" fmla="*/ 1179 w 1179"/>
                <a:gd name="T81" fmla="*/ 717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79" h="769">
                  <a:moveTo>
                    <a:pt x="1179" y="717"/>
                  </a:moveTo>
                  <a:lnTo>
                    <a:pt x="1179" y="717"/>
                  </a:lnTo>
                  <a:lnTo>
                    <a:pt x="1178" y="727"/>
                  </a:lnTo>
                  <a:lnTo>
                    <a:pt x="1175" y="738"/>
                  </a:lnTo>
                  <a:lnTo>
                    <a:pt x="1170" y="746"/>
                  </a:lnTo>
                  <a:lnTo>
                    <a:pt x="1163" y="754"/>
                  </a:lnTo>
                  <a:lnTo>
                    <a:pt x="1156" y="760"/>
                  </a:lnTo>
                  <a:lnTo>
                    <a:pt x="1147" y="765"/>
                  </a:lnTo>
                  <a:lnTo>
                    <a:pt x="1138" y="767"/>
                  </a:lnTo>
                  <a:lnTo>
                    <a:pt x="1128" y="769"/>
                  </a:lnTo>
                  <a:lnTo>
                    <a:pt x="52" y="769"/>
                  </a:lnTo>
                  <a:lnTo>
                    <a:pt x="52" y="769"/>
                  </a:lnTo>
                  <a:lnTo>
                    <a:pt x="41" y="767"/>
                  </a:lnTo>
                  <a:lnTo>
                    <a:pt x="31" y="765"/>
                  </a:lnTo>
                  <a:lnTo>
                    <a:pt x="23" y="760"/>
                  </a:lnTo>
                  <a:lnTo>
                    <a:pt x="15" y="754"/>
                  </a:lnTo>
                  <a:lnTo>
                    <a:pt x="9" y="746"/>
                  </a:lnTo>
                  <a:lnTo>
                    <a:pt x="4" y="738"/>
                  </a:lnTo>
                  <a:lnTo>
                    <a:pt x="1" y="727"/>
                  </a:lnTo>
                  <a:lnTo>
                    <a:pt x="0" y="717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9"/>
                  </a:lnTo>
                  <a:lnTo>
                    <a:pt x="31" y="4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38" y="1"/>
                  </a:lnTo>
                  <a:lnTo>
                    <a:pt x="1147" y="4"/>
                  </a:lnTo>
                  <a:lnTo>
                    <a:pt x="1156" y="9"/>
                  </a:lnTo>
                  <a:lnTo>
                    <a:pt x="1163" y="16"/>
                  </a:lnTo>
                  <a:lnTo>
                    <a:pt x="1170" y="23"/>
                  </a:lnTo>
                  <a:lnTo>
                    <a:pt x="1175" y="32"/>
                  </a:lnTo>
                  <a:lnTo>
                    <a:pt x="1178" y="41"/>
                  </a:lnTo>
                  <a:lnTo>
                    <a:pt x="1179" y="51"/>
                  </a:lnTo>
                  <a:lnTo>
                    <a:pt x="1179" y="71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1" name="Rectangle 50"/>
            <p:cNvSpPr>
              <a:spLocks noChangeArrowheads="1"/>
            </p:cNvSpPr>
            <p:nvPr/>
          </p:nvSpPr>
          <p:spPr bwMode="auto">
            <a:xfrm>
              <a:off x="1013337" y="4210611"/>
              <a:ext cx="309563" cy="1793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2" name="Line 51"/>
            <p:cNvSpPr>
              <a:spLocks noChangeShapeType="1"/>
            </p:cNvSpPr>
            <p:nvPr/>
          </p:nvSpPr>
          <p:spPr bwMode="auto">
            <a:xfrm>
              <a:off x="1086362" y="4470961"/>
              <a:ext cx="163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3" name="Line 52"/>
            <p:cNvSpPr>
              <a:spLocks noChangeShapeType="1"/>
            </p:cNvSpPr>
            <p:nvPr/>
          </p:nvSpPr>
          <p:spPr bwMode="auto">
            <a:xfrm>
              <a:off x="1143512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4" name="Line 53"/>
            <p:cNvSpPr>
              <a:spLocks noChangeShapeType="1"/>
            </p:cNvSpPr>
            <p:nvPr/>
          </p:nvSpPr>
          <p:spPr bwMode="auto">
            <a:xfrm>
              <a:off x="1192725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55" name="Gruppieren 254"/>
          <p:cNvGrpSpPr/>
          <p:nvPr/>
        </p:nvGrpSpPr>
        <p:grpSpPr>
          <a:xfrm>
            <a:off x="1832341" y="5208613"/>
            <a:ext cx="304728" cy="304728"/>
            <a:chOff x="595312" y="4745037"/>
            <a:chExt cx="327026" cy="327026"/>
          </a:xfrm>
        </p:grpSpPr>
        <p:sp>
          <p:nvSpPr>
            <p:cNvPr id="256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7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8" name="Ellipse 257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59" name="Gruppieren 258"/>
          <p:cNvGrpSpPr/>
          <p:nvPr/>
        </p:nvGrpSpPr>
        <p:grpSpPr>
          <a:xfrm rot="10800000">
            <a:off x="2318598" y="5208613"/>
            <a:ext cx="304728" cy="304728"/>
            <a:chOff x="595312" y="4745037"/>
            <a:chExt cx="327026" cy="327026"/>
          </a:xfrm>
        </p:grpSpPr>
        <p:sp>
          <p:nvSpPr>
            <p:cNvPr id="260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1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2" name="Ellipse 261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63" name="Gruppieren 262"/>
          <p:cNvGrpSpPr/>
          <p:nvPr/>
        </p:nvGrpSpPr>
        <p:grpSpPr>
          <a:xfrm>
            <a:off x="2819812" y="5197891"/>
            <a:ext cx="321079" cy="321525"/>
            <a:chOff x="1553229" y="6100929"/>
            <a:chExt cx="406030" cy="406594"/>
          </a:xfrm>
        </p:grpSpPr>
        <p:sp>
          <p:nvSpPr>
            <p:cNvPr id="264" name="Freeform 66"/>
            <p:cNvSpPr>
              <a:spLocks/>
            </p:cNvSpPr>
            <p:nvPr/>
          </p:nvSpPr>
          <p:spPr bwMode="auto">
            <a:xfrm>
              <a:off x="1553229" y="6100929"/>
              <a:ext cx="406030" cy="406594"/>
            </a:xfrm>
            <a:custGeom>
              <a:avLst/>
              <a:gdLst>
                <a:gd name="T0" fmla="*/ 1440 w 1440"/>
                <a:gd name="T1" fmla="*/ 746 h 1442"/>
                <a:gd name="T2" fmla="*/ 1428 w 1440"/>
                <a:gd name="T3" fmla="*/ 854 h 1442"/>
                <a:gd name="T4" fmla="*/ 1400 w 1440"/>
                <a:gd name="T5" fmla="*/ 956 h 1442"/>
                <a:gd name="T6" fmla="*/ 1356 w 1440"/>
                <a:gd name="T7" fmla="*/ 1054 h 1442"/>
                <a:gd name="T8" fmla="*/ 1300 w 1440"/>
                <a:gd name="T9" fmla="*/ 1142 h 1442"/>
                <a:gd name="T10" fmla="*/ 1232 w 1440"/>
                <a:gd name="T11" fmla="*/ 1222 h 1442"/>
                <a:gd name="T12" fmla="*/ 1152 w 1440"/>
                <a:gd name="T13" fmla="*/ 1290 h 1442"/>
                <a:gd name="T14" fmla="*/ 1064 w 1440"/>
                <a:gd name="T15" fmla="*/ 1348 h 1442"/>
                <a:gd name="T16" fmla="*/ 968 w 1440"/>
                <a:gd name="T17" fmla="*/ 1394 h 1442"/>
                <a:gd name="T18" fmla="*/ 866 w 1440"/>
                <a:gd name="T19" fmla="*/ 1424 h 1442"/>
                <a:gd name="T20" fmla="*/ 756 w 1440"/>
                <a:gd name="T21" fmla="*/ 1440 h 1442"/>
                <a:gd name="T22" fmla="*/ 682 w 1440"/>
                <a:gd name="T23" fmla="*/ 1442 h 1442"/>
                <a:gd name="T24" fmla="*/ 576 w 1440"/>
                <a:gd name="T25" fmla="*/ 1430 h 1442"/>
                <a:gd name="T26" fmla="*/ 474 w 1440"/>
                <a:gd name="T27" fmla="*/ 1402 h 1442"/>
                <a:gd name="T28" fmla="*/ 378 w 1440"/>
                <a:gd name="T29" fmla="*/ 1360 h 1442"/>
                <a:gd name="T30" fmla="*/ 290 w 1440"/>
                <a:gd name="T31" fmla="*/ 1306 h 1442"/>
                <a:gd name="T32" fmla="*/ 214 w 1440"/>
                <a:gd name="T33" fmla="*/ 1240 h 1442"/>
                <a:gd name="T34" fmla="*/ 146 w 1440"/>
                <a:gd name="T35" fmla="*/ 1162 h 1442"/>
                <a:gd name="T36" fmla="*/ 90 w 1440"/>
                <a:gd name="T37" fmla="*/ 1076 h 1442"/>
                <a:gd name="T38" fmla="*/ 46 w 1440"/>
                <a:gd name="T39" fmla="*/ 980 h 1442"/>
                <a:gd name="T40" fmla="*/ 16 w 1440"/>
                <a:gd name="T41" fmla="*/ 878 h 1442"/>
                <a:gd name="T42" fmla="*/ 2 w 1440"/>
                <a:gd name="T43" fmla="*/ 770 h 1442"/>
                <a:gd name="T44" fmla="*/ 0 w 1440"/>
                <a:gd name="T45" fmla="*/ 696 h 1442"/>
                <a:gd name="T46" fmla="*/ 12 w 1440"/>
                <a:gd name="T47" fmla="*/ 588 h 1442"/>
                <a:gd name="T48" fmla="*/ 40 w 1440"/>
                <a:gd name="T49" fmla="*/ 486 h 1442"/>
                <a:gd name="T50" fmla="*/ 84 w 1440"/>
                <a:gd name="T51" fmla="*/ 388 h 1442"/>
                <a:gd name="T52" fmla="*/ 140 w 1440"/>
                <a:gd name="T53" fmla="*/ 300 h 1442"/>
                <a:gd name="T54" fmla="*/ 208 w 1440"/>
                <a:gd name="T55" fmla="*/ 220 h 1442"/>
                <a:gd name="T56" fmla="*/ 286 w 1440"/>
                <a:gd name="T57" fmla="*/ 152 h 1442"/>
                <a:gd name="T58" fmla="*/ 376 w 1440"/>
                <a:gd name="T59" fmla="*/ 94 h 1442"/>
                <a:gd name="T60" fmla="*/ 472 w 1440"/>
                <a:gd name="T61" fmla="*/ 48 h 1442"/>
                <a:gd name="T62" fmla="*/ 574 w 1440"/>
                <a:gd name="T63" fmla="*/ 18 h 1442"/>
                <a:gd name="T64" fmla="*/ 682 w 1440"/>
                <a:gd name="T65" fmla="*/ 2 h 1442"/>
                <a:gd name="T66" fmla="*/ 756 w 1440"/>
                <a:gd name="T67" fmla="*/ 0 h 1442"/>
                <a:gd name="T68" fmla="*/ 864 w 1440"/>
                <a:gd name="T69" fmla="*/ 12 h 1442"/>
                <a:gd name="T70" fmla="*/ 966 w 1440"/>
                <a:gd name="T71" fmla="*/ 40 h 1442"/>
                <a:gd name="T72" fmla="*/ 1062 w 1440"/>
                <a:gd name="T73" fmla="*/ 82 h 1442"/>
                <a:gd name="T74" fmla="*/ 1148 w 1440"/>
                <a:gd name="T75" fmla="*/ 136 h 1442"/>
                <a:gd name="T76" fmla="*/ 1226 w 1440"/>
                <a:gd name="T77" fmla="*/ 202 h 1442"/>
                <a:gd name="T78" fmla="*/ 1294 w 1440"/>
                <a:gd name="T79" fmla="*/ 280 h 1442"/>
                <a:gd name="T80" fmla="*/ 1350 w 1440"/>
                <a:gd name="T81" fmla="*/ 366 h 1442"/>
                <a:gd name="T82" fmla="*/ 1394 w 1440"/>
                <a:gd name="T83" fmla="*/ 462 h 1442"/>
                <a:gd name="T84" fmla="*/ 1424 w 1440"/>
                <a:gd name="T85" fmla="*/ 564 h 1442"/>
                <a:gd name="T86" fmla="*/ 1438 w 1440"/>
                <a:gd name="T87" fmla="*/ 672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0" h="1442">
                  <a:moveTo>
                    <a:pt x="1440" y="708"/>
                  </a:moveTo>
                  <a:lnTo>
                    <a:pt x="1440" y="708"/>
                  </a:lnTo>
                  <a:lnTo>
                    <a:pt x="1440" y="746"/>
                  </a:lnTo>
                  <a:lnTo>
                    <a:pt x="1438" y="782"/>
                  </a:lnTo>
                  <a:lnTo>
                    <a:pt x="1434" y="818"/>
                  </a:lnTo>
                  <a:lnTo>
                    <a:pt x="1428" y="854"/>
                  </a:lnTo>
                  <a:lnTo>
                    <a:pt x="1420" y="888"/>
                  </a:lnTo>
                  <a:lnTo>
                    <a:pt x="1410" y="924"/>
                  </a:lnTo>
                  <a:lnTo>
                    <a:pt x="1400" y="956"/>
                  </a:lnTo>
                  <a:lnTo>
                    <a:pt x="1386" y="990"/>
                  </a:lnTo>
                  <a:lnTo>
                    <a:pt x="1372" y="1022"/>
                  </a:lnTo>
                  <a:lnTo>
                    <a:pt x="1356" y="1054"/>
                  </a:lnTo>
                  <a:lnTo>
                    <a:pt x="1338" y="1084"/>
                  </a:lnTo>
                  <a:lnTo>
                    <a:pt x="1320" y="1114"/>
                  </a:lnTo>
                  <a:lnTo>
                    <a:pt x="1300" y="1142"/>
                  </a:lnTo>
                  <a:lnTo>
                    <a:pt x="1278" y="1170"/>
                  </a:lnTo>
                  <a:lnTo>
                    <a:pt x="1256" y="1196"/>
                  </a:lnTo>
                  <a:lnTo>
                    <a:pt x="1232" y="1222"/>
                  </a:lnTo>
                  <a:lnTo>
                    <a:pt x="1206" y="1246"/>
                  </a:lnTo>
                  <a:lnTo>
                    <a:pt x="1180" y="1268"/>
                  </a:lnTo>
                  <a:lnTo>
                    <a:pt x="1152" y="1290"/>
                  </a:lnTo>
                  <a:lnTo>
                    <a:pt x="1124" y="1312"/>
                  </a:lnTo>
                  <a:lnTo>
                    <a:pt x="1096" y="1330"/>
                  </a:lnTo>
                  <a:lnTo>
                    <a:pt x="1064" y="1348"/>
                  </a:lnTo>
                  <a:lnTo>
                    <a:pt x="1034" y="1364"/>
                  </a:lnTo>
                  <a:lnTo>
                    <a:pt x="1002" y="1380"/>
                  </a:lnTo>
                  <a:lnTo>
                    <a:pt x="968" y="1394"/>
                  </a:lnTo>
                  <a:lnTo>
                    <a:pt x="934" y="1406"/>
                  </a:lnTo>
                  <a:lnTo>
                    <a:pt x="900" y="1416"/>
                  </a:lnTo>
                  <a:lnTo>
                    <a:pt x="866" y="1424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6" y="1440"/>
                  </a:lnTo>
                  <a:lnTo>
                    <a:pt x="720" y="1442"/>
                  </a:lnTo>
                  <a:lnTo>
                    <a:pt x="720" y="1442"/>
                  </a:lnTo>
                  <a:lnTo>
                    <a:pt x="682" y="1442"/>
                  </a:lnTo>
                  <a:lnTo>
                    <a:pt x="646" y="1438"/>
                  </a:lnTo>
                  <a:lnTo>
                    <a:pt x="610" y="1436"/>
                  </a:lnTo>
                  <a:lnTo>
                    <a:pt x="576" y="1430"/>
                  </a:lnTo>
                  <a:lnTo>
                    <a:pt x="540" y="1422"/>
                  </a:lnTo>
                  <a:lnTo>
                    <a:pt x="506" y="1412"/>
                  </a:lnTo>
                  <a:lnTo>
                    <a:pt x="474" y="1402"/>
                  </a:lnTo>
                  <a:lnTo>
                    <a:pt x="440" y="1390"/>
                  </a:lnTo>
                  <a:lnTo>
                    <a:pt x="408" y="1376"/>
                  </a:lnTo>
                  <a:lnTo>
                    <a:pt x="378" y="1360"/>
                  </a:lnTo>
                  <a:lnTo>
                    <a:pt x="348" y="1344"/>
                  </a:lnTo>
                  <a:lnTo>
                    <a:pt x="318" y="1326"/>
                  </a:lnTo>
                  <a:lnTo>
                    <a:pt x="290" y="1306"/>
                  </a:lnTo>
                  <a:lnTo>
                    <a:pt x="264" y="1284"/>
                  </a:lnTo>
                  <a:lnTo>
                    <a:pt x="238" y="1262"/>
                  </a:lnTo>
                  <a:lnTo>
                    <a:pt x="214" y="1240"/>
                  </a:lnTo>
                  <a:lnTo>
                    <a:pt x="190" y="1214"/>
                  </a:lnTo>
                  <a:lnTo>
                    <a:pt x="166" y="1188"/>
                  </a:lnTo>
                  <a:lnTo>
                    <a:pt x="146" y="1162"/>
                  </a:lnTo>
                  <a:lnTo>
                    <a:pt x="126" y="1134"/>
                  </a:lnTo>
                  <a:lnTo>
                    <a:pt x="106" y="1106"/>
                  </a:lnTo>
                  <a:lnTo>
                    <a:pt x="90" y="1076"/>
                  </a:lnTo>
                  <a:lnTo>
                    <a:pt x="74" y="1044"/>
                  </a:lnTo>
                  <a:lnTo>
                    <a:pt x="60" y="1012"/>
                  </a:lnTo>
                  <a:lnTo>
                    <a:pt x="46" y="980"/>
                  </a:lnTo>
                  <a:lnTo>
                    <a:pt x="34" y="948"/>
                  </a:lnTo>
                  <a:lnTo>
                    <a:pt x="24" y="914"/>
                  </a:lnTo>
                  <a:lnTo>
                    <a:pt x="16" y="878"/>
                  </a:lnTo>
                  <a:lnTo>
                    <a:pt x="10" y="844"/>
                  </a:lnTo>
                  <a:lnTo>
                    <a:pt x="4" y="808"/>
                  </a:lnTo>
                  <a:lnTo>
                    <a:pt x="2" y="770"/>
                  </a:lnTo>
                  <a:lnTo>
                    <a:pt x="0" y="734"/>
                  </a:lnTo>
                  <a:lnTo>
                    <a:pt x="0" y="734"/>
                  </a:lnTo>
                  <a:lnTo>
                    <a:pt x="0" y="696"/>
                  </a:lnTo>
                  <a:lnTo>
                    <a:pt x="2" y="660"/>
                  </a:lnTo>
                  <a:lnTo>
                    <a:pt x="6" y="624"/>
                  </a:lnTo>
                  <a:lnTo>
                    <a:pt x="12" y="588"/>
                  </a:lnTo>
                  <a:lnTo>
                    <a:pt x="20" y="554"/>
                  </a:lnTo>
                  <a:lnTo>
                    <a:pt x="30" y="518"/>
                  </a:lnTo>
                  <a:lnTo>
                    <a:pt x="40" y="486"/>
                  </a:lnTo>
                  <a:lnTo>
                    <a:pt x="54" y="452"/>
                  </a:lnTo>
                  <a:lnTo>
                    <a:pt x="68" y="420"/>
                  </a:lnTo>
                  <a:lnTo>
                    <a:pt x="84" y="388"/>
                  </a:lnTo>
                  <a:lnTo>
                    <a:pt x="100" y="358"/>
                  </a:lnTo>
                  <a:lnTo>
                    <a:pt x="120" y="328"/>
                  </a:lnTo>
                  <a:lnTo>
                    <a:pt x="140" y="300"/>
                  </a:lnTo>
                  <a:lnTo>
                    <a:pt x="162" y="272"/>
                  </a:lnTo>
                  <a:lnTo>
                    <a:pt x="184" y="246"/>
                  </a:lnTo>
                  <a:lnTo>
                    <a:pt x="208" y="220"/>
                  </a:lnTo>
                  <a:lnTo>
                    <a:pt x="234" y="196"/>
                  </a:lnTo>
                  <a:lnTo>
                    <a:pt x="260" y="174"/>
                  </a:lnTo>
                  <a:lnTo>
                    <a:pt x="286" y="152"/>
                  </a:lnTo>
                  <a:lnTo>
                    <a:pt x="316" y="130"/>
                  </a:lnTo>
                  <a:lnTo>
                    <a:pt x="344" y="112"/>
                  </a:lnTo>
                  <a:lnTo>
                    <a:pt x="376" y="94"/>
                  </a:lnTo>
                  <a:lnTo>
                    <a:pt x="406" y="78"/>
                  </a:lnTo>
                  <a:lnTo>
                    <a:pt x="438" y="62"/>
                  </a:lnTo>
                  <a:lnTo>
                    <a:pt x="472" y="48"/>
                  </a:lnTo>
                  <a:lnTo>
                    <a:pt x="506" y="36"/>
                  </a:lnTo>
                  <a:lnTo>
                    <a:pt x="540" y="26"/>
                  </a:lnTo>
                  <a:lnTo>
                    <a:pt x="574" y="18"/>
                  </a:lnTo>
                  <a:lnTo>
                    <a:pt x="610" y="10"/>
                  </a:lnTo>
                  <a:lnTo>
                    <a:pt x="646" y="6"/>
                  </a:lnTo>
                  <a:lnTo>
                    <a:pt x="682" y="2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56" y="0"/>
                  </a:lnTo>
                  <a:lnTo>
                    <a:pt x="794" y="4"/>
                  </a:lnTo>
                  <a:lnTo>
                    <a:pt x="830" y="8"/>
                  </a:lnTo>
                  <a:lnTo>
                    <a:pt x="864" y="12"/>
                  </a:lnTo>
                  <a:lnTo>
                    <a:pt x="900" y="20"/>
                  </a:lnTo>
                  <a:lnTo>
                    <a:pt x="934" y="30"/>
                  </a:lnTo>
                  <a:lnTo>
                    <a:pt x="966" y="40"/>
                  </a:lnTo>
                  <a:lnTo>
                    <a:pt x="1000" y="52"/>
                  </a:lnTo>
                  <a:lnTo>
                    <a:pt x="1030" y="66"/>
                  </a:lnTo>
                  <a:lnTo>
                    <a:pt x="1062" y="82"/>
                  </a:lnTo>
                  <a:lnTo>
                    <a:pt x="1092" y="98"/>
                  </a:lnTo>
                  <a:lnTo>
                    <a:pt x="1120" y="116"/>
                  </a:lnTo>
                  <a:lnTo>
                    <a:pt x="1148" y="136"/>
                  </a:lnTo>
                  <a:lnTo>
                    <a:pt x="1176" y="158"/>
                  </a:lnTo>
                  <a:lnTo>
                    <a:pt x="1202" y="180"/>
                  </a:lnTo>
                  <a:lnTo>
                    <a:pt x="1226" y="202"/>
                  </a:lnTo>
                  <a:lnTo>
                    <a:pt x="1250" y="228"/>
                  </a:lnTo>
                  <a:lnTo>
                    <a:pt x="1272" y="254"/>
                  </a:lnTo>
                  <a:lnTo>
                    <a:pt x="1294" y="280"/>
                  </a:lnTo>
                  <a:lnTo>
                    <a:pt x="1314" y="308"/>
                  </a:lnTo>
                  <a:lnTo>
                    <a:pt x="1332" y="336"/>
                  </a:lnTo>
                  <a:lnTo>
                    <a:pt x="1350" y="366"/>
                  </a:lnTo>
                  <a:lnTo>
                    <a:pt x="1366" y="398"/>
                  </a:lnTo>
                  <a:lnTo>
                    <a:pt x="1380" y="430"/>
                  </a:lnTo>
                  <a:lnTo>
                    <a:pt x="1394" y="462"/>
                  </a:lnTo>
                  <a:lnTo>
                    <a:pt x="1406" y="494"/>
                  </a:lnTo>
                  <a:lnTo>
                    <a:pt x="1416" y="528"/>
                  </a:lnTo>
                  <a:lnTo>
                    <a:pt x="1424" y="564"/>
                  </a:lnTo>
                  <a:lnTo>
                    <a:pt x="1430" y="598"/>
                  </a:lnTo>
                  <a:lnTo>
                    <a:pt x="1436" y="634"/>
                  </a:lnTo>
                  <a:lnTo>
                    <a:pt x="1438" y="672"/>
                  </a:lnTo>
                  <a:lnTo>
                    <a:pt x="1440" y="708"/>
                  </a:lnTo>
                  <a:lnTo>
                    <a:pt x="1440" y="7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5" name="Line 67"/>
            <p:cNvSpPr>
              <a:spLocks noChangeShapeType="1"/>
            </p:cNvSpPr>
            <p:nvPr/>
          </p:nvSpPr>
          <p:spPr bwMode="auto">
            <a:xfrm flipV="1">
              <a:off x="1756244" y="6202436"/>
              <a:ext cx="0" cy="129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6" name="Freeform 68"/>
            <p:cNvSpPr>
              <a:spLocks/>
            </p:cNvSpPr>
            <p:nvPr/>
          </p:nvSpPr>
          <p:spPr bwMode="auto">
            <a:xfrm>
              <a:off x="1749694" y="6377818"/>
              <a:ext cx="12273" cy="12273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7" name="Gruppieren 266"/>
          <p:cNvGrpSpPr/>
          <p:nvPr/>
        </p:nvGrpSpPr>
        <p:grpSpPr>
          <a:xfrm>
            <a:off x="6008881" y="5147385"/>
            <a:ext cx="351470" cy="351470"/>
            <a:chOff x="2550257" y="4651629"/>
            <a:chExt cx="424639" cy="424639"/>
          </a:xfrm>
        </p:grpSpPr>
        <p:sp>
          <p:nvSpPr>
            <p:cNvPr id="268" name="Freeform 71"/>
            <p:cNvSpPr>
              <a:spLocks/>
            </p:cNvSpPr>
            <p:nvPr/>
          </p:nvSpPr>
          <p:spPr bwMode="auto">
            <a:xfrm>
              <a:off x="2550257" y="4651629"/>
              <a:ext cx="424639" cy="424639"/>
            </a:xfrm>
            <a:custGeom>
              <a:avLst/>
              <a:gdLst>
                <a:gd name="T0" fmla="*/ 1506 w 1506"/>
                <a:gd name="T1" fmla="*/ 792 h 1506"/>
                <a:gd name="T2" fmla="*/ 1492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4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4 h 1506"/>
                <a:gd name="T22" fmla="*/ 714 w 1506"/>
                <a:gd name="T23" fmla="*/ 1504 h 1506"/>
                <a:gd name="T24" fmla="*/ 602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4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6 w 1506"/>
                <a:gd name="T41" fmla="*/ 904 h 1506"/>
                <a:gd name="T42" fmla="*/ 2 w 1506"/>
                <a:gd name="T43" fmla="*/ 792 h 1506"/>
                <a:gd name="T44" fmla="*/ 2 w 1506"/>
                <a:gd name="T45" fmla="*/ 714 h 1506"/>
                <a:gd name="T46" fmla="*/ 16 w 1506"/>
                <a:gd name="T47" fmla="*/ 600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2 w 1506"/>
                <a:gd name="T63" fmla="*/ 14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4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2 w 1506"/>
                <a:gd name="T85" fmla="*/ 600 h 1506"/>
                <a:gd name="T86" fmla="*/ 1506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2"/>
                  </a:moveTo>
                  <a:lnTo>
                    <a:pt x="1506" y="752"/>
                  </a:lnTo>
                  <a:lnTo>
                    <a:pt x="1506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2" y="904"/>
                  </a:lnTo>
                  <a:lnTo>
                    <a:pt x="1482" y="940"/>
                  </a:lnTo>
                  <a:lnTo>
                    <a:pt x="1472" y="976"/>
                  </a:lnTo>
                  <a:lnTo>
                    <a:pt x="1460" y="1012"/>
                  </a:lnTo>
                  <a:lnTo>
                    <a:pt x="1448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8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6"/>
                  </a:lnTo>
                  <a:lnTo>
                    <a:pt x="1112" y="1414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8" y="1472"/>
                  </a:lnTo>
                  <a:lnTo>
                    <a:pt x="942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4"/>
                  </a:lnTo>
                  <a:lnTo>
                    <a:pt x="754" y="1506"/>
                  </a:lnTo>
                  <a:lnTo>
                    <a:pt x="754" y="1506"/>
                  </a:lnTo>
                  <a:lnTo>
                    <a:pt x="714" y="1504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2" y="1490"/>
                  </a:lnTo>
                  <a:lnTo>
                    <a:pt x="564" y="1482"/>
                  </a:lnTo>
                  <a:lnTo>
                    <a:pt x="530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4"/>
                  </a:lnTo>
                  <a:lnTo>
                    <a:pt x="362" y="1396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10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60" y="1046"/>
                  </a:lnTo>
                  <a:lnTo>
                    <a:pt x="46" y="1012"/>
                  </a:lnTo>
                  <a:lnTo>
                    <a:pt x="34" y="976"/>
                  </a:lnTo>
                  <a:lnTo>
                    <a:pt x="24" y="940"/>
                  </a:lnTo>
                  <a:lnTo>
                    <a:pt x="16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2" y="792"/>
                  </a:lnTo>
                  <a:lnTo>
                    <a:pt x="0" y="752"/>
                  </a:lnTo>
                  <a:lnTo>
                    <a:pt x="0" y="752"/>
                  </a:lnTo>
                  <a:lnTo>
                    <a:pt x="2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6" y="600"/>
                  </a:lnTo>
                  <a:lnTo>
                    <a:pt x="24" y="564"/>
                  </a:lnTo>
                  <a:lnTo>
                    <a:pt x="34" y="528"/>
                  </a:lnTo>
                  <a:lnTo>
                    <a:pt x="46" y="494"/>
                  </a:lnTo>
                  <a:lnTo>
                    <a:pt x="60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10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58"/>
                  </a:lnTo>
                  <a:lnTo>
                    <a:pt x="494" y="46"/>
                  </a:lnTo>
                  <a:lnTo>
                    <a:pt x="530" y="34"/>
                  </a:lnTo>
                  <a:lnTo>
                    <a:pt x="564" y="24"/>
                  </a:lnTo>
                  <a:lnTo>
                    <a:pt x="602" y="14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4" y="0"/>
                  </a:lnTo>
                  <a:lnTo>
                    <a:pt x="754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4"/>
                  </a:lnTo>
                  <a:lnTo>
                    <a:pt x="942" y="24"/>
                  </a:lnTo>
                  <a:lnTo>
                    <a:pt x="978" y="34"/>
                  </a:lnTo>
                  <a:lnTo>
                    <a:pt x="1012" y="46"/>
                  </a:lnTo>
                  <a:lnTo>
                    <a:pt x="1046" y="58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8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8" y="460"/>
                  </a:lnTo>
                  <a:lnTo>
                    <a:pt x="1460" y="494"/>
                  </a:lnTo>
                  <a:lnTo>
                    <a:pt x="1472" y="528"/>
                  </a:lnTo>
                  <a:lnTo>
                    <a:pt x="1482" y="564"/>
                  </a:lnTo>
                  <a:lnTo>
                    <a:pt x="1492" y="600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6" y="714"/>
                  </a:lnTo>
                  <a:lnTo>
                    <a:pt x="1506" y="752"/>
                  </a:lnTo>
                  <a:lnTo>
                    <a:pt x="1506" y="7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9" name="Freeform 72"/>
            <p:cNvSpPr>
              <a:spLocks/>
            </p:cNvSpPr>
            <p:nvPr/>
          </p:nvSpPr>
          <p:spPr bwMode="auto">
            <a:xfrm>
              <a:off x="2698007" y="4780769"/>
              <a:ext cx="166359" cy="166359"/>
            </a:xfrm>
            <a:custGeom>
              <a:avLst/>
              <a:gdLst>
                <a:gd name="T0" fmla="*/ 0 w 590"/>
                <a:gd name="T1" fmla="*/ 590 h 590"/>
                <a:gd name="T2" fmla="*/ 0 w 590"/>
                <a:gd name="T3" fmla="*/ 0 h 590"/>
                <a:gd name="T4" fmla="*/ 590 w 590"/>
                <a:gd name="T5" fmla="*/ 294 h 590"/>
                <a:gd name="T6" fmla="*/ 0 w 590"/>
                <a:gd name="T7" fmla="*/ 59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0" h="590">
                  <a:moveTo>
                    <a:pt x="0" y="590"/>
                  </a:moveTo>
                  <a:lnTo>
                    <a:pt x="0" y="0"/>
                  </a:lnTo>
                  <a:lnTo>
                    <a:pt x="590" y="294"/>
                  </a:lnTo>
                  <a:lnTo>
                    <a:pt x="0" y="59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0" name="Gruppieren 269"/>
          <p:cNvGrpSpPr/>
          <p:nvPr/>
        </p:nvGrpSpPr>
        <p:grpSpPr>
          <a:xfrm>
            <a:off x="5479755" y="5162539"/>
            <a:ext cx="340134" cy="332706"/>
            <a:chOff x="2587476" y="6077808"/>
            <a:chExt cx="387421" cy="378961"/>
          </a:xfrm>
        </p:grpSpPr>
        <p:sp>
          <p:nvSpPr>
            <p:cNvPr id="271" name="Freeform 81"/>
            <p:cNvSpPr>
              <a:spLocks/>
            </p:cNvSpPr>
            <p:nvPr/>
          </p:nvSpPr>
          <p:spPr bwMode="auto">
            <a:xfrm>
              <a:off x="2651765" y="6077808"/>
              <a:ext cx="323132" cy="286476"/>
            </a:xfrm>
            <a:custGeom>
              <a:avLst/>
              <a:gdLst>
                <a:gd name="T0" fmla="*/ 1146 w 1146"/>
                <a:gd name="T1" fmla="*/ 0 h 1016"/>
                <a:gd name="T2" fmla="*/ 328 w 1146"/>
                <a:gd name="T3" fmla="*/ 1016 h 1016"/>
                <a:gd name="T4" fmla="*/ 0 w 1146"/>
                <a:gd name="T5" fmla="*/ 68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6" h="1016">
                  <a:moveTo>
                    <a:pt x="1146" y="0"/>
                  </a:moveTo>
                  <a:lnTo>
                    <a:pt x="328" y="1016"/>
                  </a:lnTo>
                  <a:lnTo>
                    <a:pt x="0" y="6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2" name="Freeform 82"/>
            <p:cNvSpPr>
              <a:spLocks/>
            </p:cNvSpPr>
            <p:nvPr/>
          </p:nvSpPr>
          <p:spPr bwMode="auto">
            <a:xfrm>
              <a:off x="2587476" y="6124050"/>
              <a:ext cx="332155" cy="332719"/>
            </a:xfrm>
            <a:custGeom>
              <a:avLst/>
              <a:gdLst>
                <a:gd name="T0" fmla="*/ 1178 w 1178"/>
                <a:gd name="T1" fmla="*/ 458 h 1180"/>
                <a:gd name="T2" fmla="*/ 1178 w 1178"/>
                <a:gd name="T3" fmla="*/ 1180 h 1180"/>
                <a:gd name="T4" fmla="*/ 0 w 1178"/>
                <a:gd name="T5" fmla="*/ 1180 h 1180"/>
                <a:gd name="T6" fmla="*/ 0 w 1178"/>
                <a:gd name="T7" fmla="*/ 0 h 1180"/>
                <a:gd name="T8" fmla="*/ 850 w 1178"/>
                <a:gd name="T9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8" h="1180">
                  <a:moveTo>
                    <a:pt x="1178" y="458"/>
                  </a:moveTo>
                  <a:lnTo>
                    <a:pt x="1178" y="1180"/>
                  </a:lnTo>
                  <a:lnTo>
                    <a:pt x="0" y="1180"/>
                  </a:lnTo>
                  <a:lnTo>
                    <a:pt x="0" y="0"/>
                  </a:lnTo>
                  <a:lnTo>
                    <a:pt x="85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3" name="Gruppieren 272"/>
          <p:cNvGrpSpPr/>
          <p:nvPr/>
        </p:nvGrpSpPr>
        <p:grpSpPr>
          <a:xfrm>
            <a:off x="4956970" y="5167502"/>
            <a:ext cx="345519" cy="345520"/>
            <a:chOff x="3909858" y="4675259"/>
            <a:chExt cx="424639" cy="424640"/>
          </a:xfrm>
        </p:grpSpPr>
        <p:sp>
          <p:nvSpPr>
            <p:cNvPr id="274" name="Freeform 83"/>
            <p:cNvSpPr>
              <a:spLocks/>
            </p:cNvSpPr>
            <p:nvPr/>
          </p:nvSpPr>
          <p:spPr bwMode="auto">
            <a:xfrm>
              <a:off x="3974710" y="4675259"/>
              <a:ext cx="359787" cy="332155"/>
            </a:xfrm>
            <a:custGeom>
              <a:avLst/>
              <a:gdLst>
                <a:gd name="T0" fmla="*/ 1276 w 1276"/>
                <a:gd name="T1" fmla="*/ 0 h 1178"/>
                <a:gd name="T2" fmla="*/ 326 w 1276"/>
                <a:gd name="T3" fmla="*/ 1178 h 1178"/>
                <a:gd name="T4" fmla="*/ 0 w 1276"/>
                <a:gd name="T5" fmla="*/ 850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6" h="1178">
                  <a:moveTo>
                    <a:pt x="1276" y="0"/>
                  </a:moveTo>
                  <a:lnTo>
                    <a:pt x="326" y="1178"/>
                  </a:lnTo>
                  <a:lnTo>
                    <a:pt x="0" y="8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5" name="Freeform 84"/>
            <p:cNvSpPr>
              <a:spLocks/>
            </p:cNvSpPr>
            <p:nvPr/>
          </p:nvSpPr>
          <p:spPr bwMode="auto">
            <a:xfrm>
              <a:off x="3909858" y="4767180"/>
              <a:ext cx="332719" cy="332719"/>
            </a:xfrm>
            <a:custGeom>
              <a:avLst/>
              <a:gdLst>
                <a:gd name="T0" fmla="*/ 1164 w 1180"/>
                <a:gd name="T1" fmla="*/ 458 h 1180"/>
                <a:gd name="T2" fmla="*/ 1176 w 1180"/>
                <a:gd name="T3" fmla="*/ 524 h 1180"/>
                <a:gd name="T4" fmla="*/ 1180 w 1180"/>
                <a:gd name="T5" fmla="*/ 590 h 1180"/>
                <a:gd name="T6" fmla="*/ 1178 w 1180"/>
                <a:gd name="T7" fmla="*/ 620 h 1180"/>
                <a:gd name="T8" fmla="*/ 1172 w 1180"/>
                <a:gd name="T9" fmla="*/ 680 h 1180"/>
                <a:gd name="T10" fmla="*/ 1160 w 1180"/>
                <a:gd name="T11" fmla="*/ 738 h 1180"/>
                <a:gd name="T12" fmla="*/ 1144 w 1180"/>
                <a:gd name="T13" fmla="*/ 792 h 1180"/>
                <a:gd name="T14" fmla="*/ 1120 w 1180"/>
                <a:gd name="T15" fmla="*/ 846 h 1180"/>
                <a:gd name="T16" fmla="*/ 1094 w 1180"/>
                <a:gd name="T17" fmla="*/ 896 h 1180"/>
                <a:gd name="T18" fmla="*/ 1062 w 1180"/>
                <a:gd name="T19" fmla="*/ 942 h 1180"/>
                <a:gd name="T20" fmla="*/ 1026 w 1180"/>
                <a:gd name="T21" fmla="*/ 986 h 1180"/>
                <a:gd name="T22" fmla="*/ 986 w 1180"/>
                <a:gd name="T23" fmla="*/ 1026 h 1180"/>
                <a:gd name="T24" fmla="*/ 942 w 1180"/>
                <a:gd name="T25" fmla="*/ 1062 h 1180"/>
                <a:gd name="T26" fmla="*/ 896 w 1180"/>
                <a:gd name="T27" fmla="*/ 1094 h 1180"/>
                <a:gd name="T28" fmla="*/ 846 w 1180"/>
                <a:gd name="T29" fmla="*/ 1122 h 1180"/>
                <a:gd name="T30" fmla="*/ 792 w 1180"/>
                <a:gd name="T31" fmla="*/ 1144 h 1180"/>
                <a:gd name="T32" fmla="*/ 736 w 1180"/>
                <a:gd name="T33" fmla="*/ 1160 h 1180"/>
                <a:gd name="T34" fmla="*/ 680 w 1180"/>
                <a:gd name="T35" fmla="*/ 1172 h 1180"/>
                <a:gd name="T36" fmla="*/ 620 w 1180"/>
                <a:gd name="T37" fmla="*/ 1178 h 1180"/>
                <a:gd name="T38" fmla="*/ 590 w 1180"/>
                <a:gd name="T39" fmla="*/ 1180 h 1180"/>
                <a:gd name="T40" fmla="*/ 530 w 1180"/>
                <a:gd name="T41" fmla="*/ 1176 h 1180"/>
                <a:gd name="T42" fmla="*/ 470 w 1180"/>
                <a:gd name="T43" fmla="*/ 1168 h 1180"/>
                <a:gd name="T44" fmla="*/ 414 w 1180"/>
                <a:gd name="T45" fmla="*/ 1152 h 1180"/>
                <a:gd name="T46" fmla="*/ 360 w 1180"/>
                <a:gd name="T47" fmla="*/ 1134 h 1180"/>
                <a:gd name="T48" fmla="*/ 308 w 1180"/>
                <a:gd name="T49" fmla="*/ 1108 h 1180"/>
                <a:gd name="T50" fmla="*/ 260 w 1180"/>
                <a:gd name="T51" fmla="*/ 1078 h 1180"/>
                <a:gd name="T52" fmla="*/ 214 w 1180"/>
                <a:gd name="T53" fmla="*/ 1044 h 1180"/>
                <a:gd name="T54" fmla="*/ 172 w 1180"/>
                <a:gd name="T55" fmla="*/ 1006 h 1180"/>
                <a:gd name="T56" fmla="*/ 134 w 1180"/>
                <a:gd name="T57" fmla="*/ 964 h 1180"/>
                <a:gd name="T58" fmla="*/ 100 w 1180"/>
                <a:gd name="T59" fmla="*/ 920 h 1180"/>
                <a:gd name="T60" fmla="*/ 72 w 1180"/>
                <a:gd name="T61" fmla="*/ 870 h 1180"/>
                <a:gd name="T62" fmla="*/ 46 w 1180"/>
                <a:gd name="T63" fmla="*/ 820 h 1180"/>
                <a:gd name="T64" fmla="*/ 26 w 1180"/>
                <a:gd name="T65" fmla="*/ 766 h 1180"/>
                <a:gd name="T66" fmla="*/ 12 w 1180"/>
                <a:gd name="T67" fmla="*/ 708 h 1180"/>
                <a:gd name="T68" fmla="*/ 4 w 1180"/>
                <a:gd name="T69" fmla="*/ 650 h 1180"/>
                <a:gd name="T70" fmla="*/ 0 w 1180"/>
                <a:gd name="T71" fmla="*/ 590 h 1180"/>
                <a:gd name="T72" fmla="*/ 2 w 1180"/>
                <a:gd name="T73" fmla="*/ 560 h 1180"/>
                <a:gd name="T74" fmla="*/ 8 w 1180"/>
                <a:gd name="T75" fmla="*/ 500 h 1180"/>
                <a:gd name="T76" fmla="*/ 18 w 1180"/>
                <a:gd name="T77" fmla="*/ 442 h 1180"/>
                <a:gd name="T78" fmla="*/ 36 w 1180"/>
                <a:gd name="T79" fmla="*/ 388 h 1180"/>
                <a:gd name="T80" fmla="*/ 58 w 1180"/>
                <a:gd name="T81" fmla="*/ 334 h 1180"/>
                <a:gd name="T82" fmla="*/ 86 w 1180"/>
                <a:gd name="T83" fmla="*/ 284 h 1180"/>
                <a:gd name="T84" fmla="*/ 118 w 1180"/>
                <a:gd name="T85" fmla="*/ 238 h 1180"/>
                <a:gd name="T86" fmla="*/ 154 w 1180"/>
                <a:gd name="T87" fmla="*/ 194 h 1180"/>
                <a:gd name="T88" fmla="*/ 194 w 1180"/>
                <a:gd name="T89" fmla="*/ 154 h 1180"/>
                <a:gd name="T90" fmla="*/ 236 w 1180"/>
                <a:gd name="T91" fmla="*/ 118 h 1180"/>
                <a:gd name="T92" fmla="*/ 284 w 1180"/>
                <a:gd name="T93" fmla="*/ 86 h 1180"/>
                <a:gd name="T94" fmla="*/ 334 w 1180"/>
                <a:gd name="T95" fmla="*/ 58 h 1180"/>
                <a:gd name="T96" fmla="*/ 386 w 1180"/>
                <a:gd name="T97" fmla="*/ 36 h 1180"/>
                <a:gd name="T98" fmla="*/ 442 w 1180"/>
                <a:gd name="T99" fmla="*/ 20 h 1180"/>
                <a:gd name="T100" fmla="*/ 500 w 1180"/>
                <a:gd name="T101" fmla="*/ 8 h 1180"/>
                <a:gd name="T102" fmla="*/ 560 w 1180"/>
                <a:gd name="T103" fmla="*/ 2 h 1180"/>
                <a:gd name="T104" fmla="*/ 590 w 1180"/>
                <a:gd name="T105" fmla="*/ 0 h 1180"/>
                <a:gd name="T106" fmla="*/ 660 w 1180"/>
                <a:gd name="T107" fmla="*/ 4 h 1180"/>
                <a:gd name="T108" fmla="*/ 726 w 1180"/>
                <a:gd name="T109" fmla="*/ 16 h 1180"/>
                <a:gd name="T110" fmla="*/ 790 w 1180"/>
                <a:gd name="T111" fmla="*/ 36 h 1180"/>
                <a:gd name="T112" fmla="*/ 852 w 1180"/>
                <a:gd name="T113" fmla="*/ 62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80" h="1180">
                  <a:moveTo>
                    <a:pt x="1164" y="458"/>
                  </a:moveTo>
                  <a:lnTo>
                    <a:pt x="1164" y="458"/>
                  </a:lnTo>
                  <a:lnTo>
                    <a:pt x="1170" y="490"/>
                  </a:lnTo>
                  <a:lnTo>
                    <a:pt x="1176" y="524"/>
                  </a:lnTo>
                  <a:lnTo>
                    <a:pt x="1178" y="556"/>
                  </a:lnTo>
                  <a:lnTo>
                    <a:pt x="1180" y="590"/>
                  </a:lnTo>
                  <a:lnTo>
                    <a:pt x="1180" y="590"/>
                  </a:lnTo>
                  <a:lnTo>
                    <a:pt x="1178" y="620"/>
                  </a:lnTo>
                  <a:lnTo>
                    <a:pt x="1176" y="650"/>
                  </a:lnTo>
                  <a:lnTo>
                    <a:pt x="1172" y="680"/>
                  </a:lnTo>
                  <a:lnTo>
                    <a:pt x="1168" y="708"/>
                  </a:lnTo>
                  <a:lnTo>
                    <a:pt x="1160" y="738"/>
                  </a:lnTo>
                  <a:lnTo>
                    <a:pt x="1152" y="766"/>
                  </a:lnTo>
                  <a:lnTo>
                    <a:pt x="1144" y="792"/>
                  </a:lnTo>
                  <a:lnTo>
                    <a:pt x="1132" y="820"/>
                  </a:lnTo>
                  <a:lnTo>
                    <a:pt x="1120" y="846"/>
                  </a:lnTo>
                  <a:lnTo>
                    <a:pt x="1108" y="870"/>
                  </a:lnTo>
                  <a:lnTo>
                    <a:pt x="1094" y="896"/>
                  </a:lnTo>
                  <a:lnTo>
                    <a:pt x="1078" y="920"/>
                  </a:lnTo>
                  <a:lnTo>
                    <a:pt x="1062" y="942"/>
                  </a:lnTo>
                  <a:lnTo>
                    <a:pt x="1044" y="964"/>
                  </a:lnTo>
                  <a:lnTo>
                    <a:pt x="1026" y="986"/>
                  </a:lnTo>
                  <a:lnTo>
                    <a:pt x="1006" y="1006"/>
                  </a:lnTo>
                  <a:lnTo>
                    <a:pt x="986" y="1026"/>
                  </a:lnTo>
                  <a:lnTo>
                    <a:pt x="964" y="1044"/>
                  </a:lnTo>
                  <a:lnTo>
                    <a:pt x="942" y="1062"/>
                  </a:lnTo>
                  <a:lnTo>
                    <a:pt x="920" y="1078"/>
                  </a:lnTo>
                  <a:lnTo>
                    <a:pt x="896" y="1094"/>
                  </a:lnTo>
                  <a:lnTo>
                    <a:pt x="870" y="1108"/>
                  </a:lnTo>
                  <a:lnTo>
                    <a:pt x="846" y="1122"/>
                  </a:lnTo>
                  <a:lnTo>
                    <a:pt x="820" y="1134"/>
                  </a:lnTo>
                  <a:lnTo>
                    <a:pt x="792" y="1144"/>
                  </a:lnTo>
                  <a:lnTo>
                    <a:pt x="764" y="1152"/>
                  </a:lnTo>
                  <a:lnTo>
                    <a:pt x="736" y="1160"/>
                  </a:lnTo>
                  <a:lnTo>
                    <a:pt x="708" y="1168"/>
                  </a:lnTo>
                  <a:lnTo>
                    <a:pt x="680" y="1172"/>
                  </a:lnTo>
                  <a:lnTo>
                    <a:pt x="650" y="1176"/>
                  </a:lnTo>
                  <a:lnTo>
                    <a:pt x="620" y="1178"/>
                  </a:lnTo>
                  <a:lnTo>
                    <a:pt x="590" y="1180"/>
                  </a:lnTo>
                  <a:lnTo>
                    <a:pt x="590" y="1180"/>
                  </a:lnTo>
                  <a:lnTo>
                    <a:pt x="560" y="1178"/>
                  </a:lnTo>
                  <a:lnTo>
                    <a:pt x="530" y="1176"/>
                  </a:lnTo>
                  <a:lnTo>
                    <a:pt x="500" y="1172"/>
                  </a:lnTo>
                  <a:lnTo>
                    <a:pt x="470" y="1168"/>
                  </a:lnTo>
                  <a:lnTo>
                    <a:pt x="442" y="1160"/>
                  </a:lnTo>
                  <a:lnTo>
                    <a:pt x="414" y="1152"/>
                  </a:lnTo>
                  <a:lnTo>
                    <a:pt x="386" y="1144"/>
                  </a:lnTo>
                  <a:lnTo>
                    <a:pt x="360" y="1134"/>
                  </a:lnTo>
                  <a:lnTo>
                    <a:pt x="334" y="1122"/>
                  </a:lnTo>
                  <a:lnTo>
                    <a:pt x="308" y="1108"/>
                  </a:lnTo>
                  <a:lnTo>
                    <a:pt x="284" y="1094"/>
                  </a:lnTo>
                  <a:lnTo>
                    <a:pt x="260" y="1078"/>
                  </a:lnTo>
                  <a:lnTo>
                    <a:pt x="236" y="1062"/>
                  </a:lnTo>
                  <a:lnTo>
                    <a:pt x="214" y="1044"/>
                  </a:lnTo>
                  <a:lnTo>
                    <a:pt x="194" y="1026"/>
                  </a:lnTo>
                  <a:lnTo>
                    <a:pt x="172" y="1006"/>
                  </a:lnTo>
                  <a:lnTo>
                    <a:pt x="154" y="986"/>
                  </a:lnTo>
                  <a:lnTo>
                    <a:pt x="134" y="964"/>
                  </a:lnTo>
                  <a:lnTo>
                    <a:pt x="118" y="942"/>
                  </a:lnTo>
                  <a:lnTo>
                    <a:pt x="100" y="920"/>
                  </a:lnTo>
                  <a:lnTo>
                    <a:pt x="86" y="896"/>
                  </a:lnTo>
                  <a:lnTo>
                    <a:pt x="72" y="870"/>
                  </a:lnTo>
                  <a:lnTo>
                    <a:pt x="58" y="846"/>
                  </a:lnTo>
                  <a:lnTo>
                    <a:pt x="46" y="820"/>
                  </a:lnTo>
                  <a:lnTo>
                    <a:pt x="36" y="792"/>
                  </a:lnTo>
                  <a:lnTo>
                    <a:pt x="26" y="766"/>
                  </a:lnTo>
                  <a:lnTo>
                    <a:pt x="18" y="738"/>
                  </a:lnTo>
                  <a:lnTo>
                    <a:pt x="12" y="708"/>
                  </a:lnTo>
                  <a:lnTo>
                    <a:pt x="8" y="680"/>
                  </a:lnTo>
                  <a:lnTo>
                    <a:pt x="4" y="650"/>
                  </a:lnTo>
                  <a:lnTo>
                    <a:pt x="2" y="620"/>
                  </a:lnTo>
                  <a:lnTo>
                    <a:pt x="0" y="590"/>
                  </a:lnTo>
                  <a:lnTo>
                    <a:pt x="0" y="590"/>
                  </a:lnTo>
                  <a:lnTo>
                    <a:pt x="2" y="560"/>
                  </a:lnTo>
                  <a:lnTo>
                    <a:pt x="4" y="530"/>
                  </a:lnTo>
                  <a:lnTo>
                    <a:pt x="8" y="500"/>
                  </a:lnTo>
                  <a:lnTo>
                    <a:pt x="12" y="472"/>
                  </a:lnTo>
                  <a:lnTo>
                    <a:pt x="18" y="442"/>
                  </a:lnTo>
                  <a:lnTo>
                    <a:pt x="26" y="414"/>
                  </a:lnTo>
                  <a:lnTo>
                    <a:pt x="36" y="388"/>
                  </a:lnTo>
                  <a:lnTo>
                    <a:pt x="46" y="360"/>
                  </a:lnTo>
                  <a:lnTo>
                    <a:pt x="58" y="334"/>
                  </a:lnTo>
                  <a:lnTo>
                    <a:pt x="72" y="308"/>
                  </a:lnTo>
                  <a:lnTo>
                    <a:pt x="86" y="284"/>
                  </a:lnTo>
                  <a:lnTo>
                    <a:pt x="100" y="260"/>
                  </a:lnTo>
                  <a:lnTo>
                    <a:pt x="118" y="238"/>
                  </a:lnTo>
                  <a:lnTo>
                    <a:pt x="134" y="214"/>
                  </a:lnTo>
                  <a:lnTo>
                    <a:pt x="154" y="194"/>
                  </a:lnTo>
                  <a:lnTo>
                    <a:pt x="172" y="174"/>
                  </a:lnTo>
                  <a:lnTo>
                    <a:pt x="194" y="154"/>
                  </a:lnTo>
                  <a:lnTo>
                    <a:pt x="214" y="136"/>
                  </a:lnTo>
                  <a:lnTo>
                    <a:pt x="236" y="118"/>
                  </a:lnTo>
                  <a:lnTo>
                    <a:pt x="260" y="102"/>
                  </a:lnTo>
                  <a:lnTo>
                    <a:pt x="284" y="86"/>
                  </a:lnTo>
                  <a:lnTo>
                    <a:pt x="308" y="72"/>
                  </a:lnTo>
                  <a:lnTo>
                    <a:pt x="334" y="58"/>
                  </a:lnTo>
                  <a:lnTo>
                    <a:pt x="360" y="46"/>
                  </a:lnTo>
                  <a:lnTo>
                    <a:pt x="386" y="36"/>
                  </a:lnTo>
                  <a:lnTo>
                    <a:pt x="414" y="26"/>
                  </a:lnTo>
                  <a:lnTo>
                    <a:pt x="442" y="20"/>
                  </a:lnTo>
                  <a:lnTo>
                    <a:pt x="470" y="12"/>
                  </a:lnTo>
                  <a:lnTo>
                    <a:pt x="500" y="8"/>
                  </a:lnTo>
                  <a:lnTo>
                    <a:pt x="530" y="4"/>
                  </a:lnTo>
                  <a:lnTo>
                    <a:pt x="560" y="2"/>
                  </a:lnTo>
                  <a:lnTo>
                    <a:pt x="590" y="0"/>
                  </a:lnTo>
                  <a:lnTo>
                    <a:pt x="590" y="0"/>
                  </a:lnTo>
                  <a:lnTo>
                    <a:pt x="624" y="2"/>
                  </a:lnTo>
                  <a:lnTo>
                    <a:pt x="660" y="4"/>
                  </a:lnTo>
                  <a:lnTo>
                    <a:pt x="694" y="10"/>
                  </a:lnTo>
                  <a:lnTo>
                    <a:pt x="726" y="16"/>
                  </a:lnTo>
                  <a:lnTo>
                    <a:pt x="758" y="26"/>
                  </a:lnTo>
                  <a:lnTo>
                    <a:pt x="790" y="36"/>
                  </a:lnTo>
                  <a:lnTo>
                    <a:pt x="822" y="48"/>
                  </a:lnTo>
                  <a:lnTo>
                    <a:pt x="852" y="6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6" name="Gruppieren 275"/>
          <p:cNvGrpSpPr/>
          <p:nvPr/>
        </p:nvGrpSpPr>
        <p:grpSpPr>
          <a:xfrm>
            <a:off x="4395792" y="5172009"/>
            <a:ext cx="331734" cy="331734"/>
            <a:chOff x="4780037" y="6091906"/>
            <a:chExt cx="424639" cy="424639"/>
          </a:xfrm>
        </p:grpSpPr>
        <p:sp>
          <p:nvSpPr>
            <p:cNvPr id="277" name="Freeform 85"/>
            <p:cNvSpPr>
              <a:spLocks/>
            </p:cNvSpPr>
            <p:nvPr/>
          </p:nvSpPr>
          <p:spPr bwMode="auto">
            <a:xfrm>
              <a:off x="4900154" y="6239656"/>
              <a:ext cx="184405" cy="129140"/>
            </a:xfrm>
            <a:custGeom>
              <a:avLst/>
              <a:gdLst>
                <a:gd name="T0" fmla="*/ 654 w 654"/>
                <a:gd name="T1" fmla="*/ 0 h 458"/>
                <a:gd name="T2" fmla="*/ 164 w 654"/>
                <a:gd name="T3" fmla="*/ 458 h 458"/>
                <a:gd name="T4" fmla="*/ 0 w 654"/>
                <a:gd name="T5" fmla="*/ 29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4" h="458">
                  <a:moveTo>
                    <a:pt x="654" y="0"/>
                  </a:moveTo>
                  <a:lnTo>
                    <a:pt x="164" y="458"/>
                  </a:lnTo>
                  <a:lnTo>
                    <a:pt x="0" y="29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8" name="Freeform 86"/>
            <p:cNvSpPr>
              <a:spLocks/>
            </p:cNvSpPr>
            <p:nvPr/>
          </p:nvSpPr>
          <p:spPr bwMode="auto">
            <a:xfrm>
              <a:off x="4780037" y="6091906"/>
              <a:ext cx="424639" cy="424639"/>
            </a:xfrm>
            <a:custGeom>
              <a:avLst/>
              <a:gdLst>
                <a:gd name="T0" fmla="*/ 1504 w 1506"/>
                <a:gd name="T1" fmla="*/ 792 h 1506"/>
                <a:gd name="T2" fmla="*/ 1490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6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6 h 1506"/>
                <a:gd name="T22" fmla="*/ 714 w 1506"/>
                <a:gd name="T23" fmla="*/ 1506 h 1506"/>
                <a:gd name="T24" fmla="*/ 600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6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4 w 1506"/>
                <a:gd name="T41" fmla="*/ 904 h 1506"/>
                <a:gd name="T42" fmla="*/ 0 w 1506"/>
                <a:gd name="T43" fmla="*/ 792 h 1506"/>
                <a:gd name="T44" fmla="*/ 0 w 1506"/>
                <a:gd name="T45" fmla="*/ 714 h 1506"/>
                <a:gd name="T46" fmla="*/ 14 w 1506"/>
                <a:gd name="T47" fmla="*/ 602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0 w 1506"/>
                <a:gd name="T63" fmla="*/ 16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6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0 w 1506"/>
                <a:gd name="T85" fmla="*/ 602 h 1506"/>
                <a:gd name="T86" fmla="*/ 1504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4"/>
                  </a:moveTo>
                  <a:lnTo>
                    <a:pt x="1506" y="754"/>
                  </a:lnTo>
                  <a:lnTo>
                    <a:pt x="1504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0" y="904"/>
                  </a:lnTo>
                  <a:lnTo>
                    <a:pt x="1482" y="942"/>
                  </a:lnTo>
                  <a:lnTo>
                    <a:pt x="1472" y="978"/>
                  </a:lnTo>
                  <a:lnTo>
                    <a:pt x="1460" y="1012"/>
                  </a:lnTo>
                  <a:lnTo>
                    <a:pt x="1446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6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8"/>
                  </a:lnTo>
                  <a:lnTo>
                    <a:pt x="1112" y="1416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6" y="1472"/>
                  </a:lnTo>
                  <a:lnTo>
                    <a:pt x="940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6"/>
                  </a:lnTo>
                  <a:lnTo>
                    <a:pt x="752" y="1506"/>
                  </a:lnTo>
                  <a:lnTo>
                    <a:pt x="752" y="1506"/>
                  </a:lnTo>
                  <a:lnTo>
                    <a:pt x="714" y="1506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0" y="1490"/>
                  </a:lnTo>
                  <a:lnTo>
                    <a:pt x="564" y="1482"/>
                  </a:lnTo>
                  <a:lnTo>
                    <a:pt x="528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6"/>
                  </a:lnTo>
                  <a:lnTo>
                    <a:pt x="362" y="1398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08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58" y="1046"/>
                  </a:lnTo>
                  <a:lnTo>
                    <a:pt x="46" y="1012"/>
                  </a:lnTo>
                  <a:lnTo>
                    <a:pt x="34" y="978"/>
                  </a:lnTo>
                  <a:lnTo>
                    <a:pt x="24" y="942"/>
                  </a:lnTo>
                  <a:lnTo>
                    <a:pt x="14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0" y="792"/>
                  </a:lnTo>
                  <a:lnTo>
                    <a:pt x="0" y="754"/>
                  </a:lnTo>
                  <a:lnTo>
                    <a:pt x="0" y="754"/>
                  </a:lnTo>
                  <a:lnTo>
                    <a:pt x="0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4" y="602"/>
                  </a:lnTo>
                  <a:lnTo>
                    <a:pt x="24" y="564"/>
                  </a:lnTo>
                  <a:lnTo>
                    <a:pt x="34" y="530"/>
                  </a:lnTo>
                  <a:lnTo>
                    <a:pt x="46" y="494"/>
                  </a:lnTo>
                  <a:lnTo>
                    <a:pt x="58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08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60"/>
                  </a:lnTo>
                  <a:lnTo>
                    <a:pt x="494" y="46"/>
                  </a:lnTo>
                  <a:lnTo>
                    <a:pt x="528" y="34"/>
                  </a:lnTo>
                  <a:lnTo>
                    <a:pt x="564" y="24"/>
                  </a:lnTo>
                  <a:lnTo>
                    <a:pt x="600" y="16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2" y="0"/>
                  </a:lnTo>
                  <a:lnTo>
                    <a:pt x="752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6"/>
                  </a:lnTo>
                  <a:lnTo>
                    <a:pt x="940" y="24"/>
                  </a:lnTo>
                  <a:lnTo>
                    <a:pt x="976" y="34"/>
                  </a:lnTo>
                  <a:lnTo>
                    <a:pt x="1012" y="46"/>
                  </a:lnTo>
                  <a:lnTo>
                    <a:pt x="1046" y="60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6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6" y="460"/>
                  </a:lnTo>
                  <a:lnTo>
                    <a:pt x="1460" y="494"/>
                  </a:lnTo>
                  <a:lnTo>
                    <a:pt x="1472" y="530"/>
                  </a:lnTo>
                  <a:lnTo>
                    <a:pt x="1482" y="564"/>
                  </a:lnTo>
                  <a:lnTo>
                    <a:pt x="1490" y="602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4" y="714"/>
                  </a:lnTo>
                  <a:lnTo>
                    <a:pt x="1506" y="754"/>
                  </a:lnTo>
                  <a:lnTo>
                    <a:pt x="1506" y="7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9" name="Gruppieren 278"/>
          <p:cNvGrpSpPr/>
          <p:nvPr/>
        </p:nvGrpSpPr>
        <p:grpSpPr>
          <a:xfrm>
            <a:off x="3864357" y="5175753"/>
            <a:ext cx="328445" cy="327990"/>
            <a:chOff x="2737294" y="4720073"/>
            <a:chExt cx="406594" cy="406030"/>
          </a:xfrm>
        </p:grpSpPr>
        <p:sp>
          <p:nvSpPr>
            <p:cNvPr id="280" name="Freeform 95"/>
            <p:cNvSpPr>
              <a:spLocks/>
            </p:cNvSpPr>
            <p:nvPr/>
          </p:nvSpPr>
          <p:spPr bwMode="auto">
            <a:xfrm>
              <a:off x="2737294" y="4720073"/>
              <a:ext cx="406594" cy="406030"/>
            </a:xfrm>
            <a:custGeom>
              <a:avLst/>
              <a:gdLst>
                <a:gd name="T0" fmla="*/ 1440 w 1442"/>
                <a:gd name="T1" fmla="*/ 756 h 1440"/>
                <a:gd name="T2" fmla="*/ 1428 w 1442"/>
                <a:gd name="T3" fmla="*/ 864 h 1440"/>
                <a:gd name="T4" fmla="*/ 1398 w 1442"/>
                <a:gd name="T5" fmla="*/ 968 h 1440"/>
                <a:gd name="T6" fmla="*/ 1354 w 1442"/>
                <a:gd name="T7" fmla="*/ 1064 h 1440"/>
                <a:gd name="T8" fmla="*/ 1298 w 1442"/>
                <a:gd name="T9" fmla="*/ 1150 h 1440"/>
                <a:gd name="T10" fmla="*/ 1230 w 1442"/>
                <a:gd name="T11" fmla="*/ 1230 h 1440"/>
                <a:gd name="T12" fmla="*/ 1152 w 1442"/>
                <a:gd name="T13" fmla="*/ 1296 h 1440"/>
                <a:gd name="T14" fmla="*/ 1064 w 1442"/>
                <a:gd name="T15" fmla="*/ 1354 h 1440"/>
                <a:gd name="T16" fmla="*/ 968 w 1442"/>
                <a:gd name="T17" fmla="*/ 1396 h 1440"/>
                <a:gd name="T18" fmla="*/ 866 w 1442"/>
                <a:gd name="T19" fmla="*/ 1426 h 1440"/>
                <a:gd name="T20" fmla="*/ 758 w 1442"/>
                <a:gd name="T21" fmla="*/ 1440 h 1440"/>
                <a:gd name="T22" fmla="*/ 684 w 1442"/>
                <a:gd name="T23" fmla="*/ 1440 h 1440"/>
                <a:gd name="T24" fmla="*/ 576 w 1442"/>
                <a:gd name="T25" fmla="*/ 1426 h 1440"/>
                <a:gd name="T26" fmla="*/ 474 w 1442"/>
                <a:gd name="T27" fmla="*/ 1396 h 1440"/>
                <a:gd name="T28" fmla="*/ 378 w 1442"/>
                <a:gd name="T29" fmla="*/ 1354 h 1440"/>
                <a:gd name="T30" fmla="*/ 290 w 1442"/>
                <a:gd name="T31" fmla="*/ 1296 h 1440"/>
                <a:gd name="T32" fmla="*/ 212 w 1442"/>
                <a:gd name="T33" fmla="*/ 1230 h 1440"/>
                <a:gd name="T34" fmla="*/ 144 w 1442"/>
                <a:gd name="T35" fmla="*/ 1150 h 1440"/>
                <a:gd name="T36" fmla="*/ 88 w 1442"/>
                <a:gd name="T37" fmla="*/ 1064 h 1440"/>
                <a:gd name="T38" fmla="*/ 44 w 1442"/>
                <a:gd name="T39" fmla="*/ 968 h 1440"/>
                <a:gd name="T40" fmla="*/ 16 w 1442"/>
                <a:gd name="T41" fmla="*/ 864 h 1440"/>
                <a:gd name="T42" fmla="*/ 2 w 1442"/>
                <a:gd name="T43" fmla="*/ 756 h 1440"/>
                <a:gd name="T44" fmla="*/ 2 w 1442"/>
                <a:gd name="T45" fmla="*/ 682 h 1440"/>
                <a:gd name="T46" fmla="*/ 16 w 1442"/>
                <a:gd name="T47" fmla="*/ 574 h 1440"/>
                <a:gd name="T48" fmla="*/ 44 w 1442"/>
                <a:gd name="T49" fmla="*/ 472 h 1440"/>
                <a:gd name="T50" fmla="*/ 88 w 1442"/>
                <a:gd name="T51" fmla="*/ 376 h 1440"/>
                <a:gd name="T52" fmla="*/ 144 w 1442"/>
                <a:gd name="T53" fmla="*/ 288 h 1440"/>
                <a:gd name="T54" fmla="*/ 212 w 1442"/>
                <a:gd name="T55" fmla="*/ 210 h 1440"/>
                <a:gd name="T56" fmla="*/ 290 w 1442"/>
                <a:gd name="T57" fmla="*/ 142 h 1440"/>
                <a:gd name="T58" fmla="*/ 378 w 1442"/>
                <a:gd name="T59" fmla="*/ 86 h 1440"/>
                <a:gd name="T60" fmla="*/ 474 w 1442"/>
                <a:gd name="T61" fmla="*/ 42 h 1440"/>
                <a:gd name="T62" fmla="*/ 576 w 1442"/>
                <a:gd name="T63" fmla="*/ 14 h 1440"/>
                <a:gd name="T64" fmla="*/ 684 w 1442"/>
                <a:gd name="T65" fmla="*/ 0 h 1440"/>
                <a:gd name="T66" fmla="*/ 758 w 1442"/>
                <a:gd name="T67" fmla="*/ 0 h 1440"/>
                <a:gd name="T68" fmla="*/ 866 w 1442"/>
                <a:gd name="T69" fmla="*/ 14 h 1440"/>
                <a:gd name="T70" fmla="*/ 968 w 1442"/>
                <a:gd name="T71" fmla="*/ 42 h 1440"/>
                <a:gd name="T72" fmla="*/ 1064 w 1442"/>
                <a:gd name="T73" fmla="*/ 86 h 1440"/>
                <a:gd name="T74" fmla="*/ 1152 w 1442"/>
                <a:gd name="T75" fmla="*/ 142 h 1440"/>
                <a:gd name="T76" fmla="*/ 1230 w 1442"/>
                <a:gd name="T77" fmla="*/ 210 h 1440"/>
                <a:gd name="T78" fmla="*/ 1298 w 1442"/>
                <a:gd name="T79" fmla="*/ 288 h 1440"/>
                <a:gd name="T80" fmla="*/ 1354 w 1442"/>
                <a:gd name="T81" fmla="*/ 376 h 1440"/>
                <a:gd name="T82" fmla="*/ 1398 w 1442"/>
                <a:gd name="T83" fmla="*/ 472 h 1440"/>
                <a:gd name="T84" fmla="*/ 1428 w 1442"/>
                <a:gd name="T85" fmla="*/ 574 h 1440"/>
                <a:gd name="T86" fmla="*/ 1440 w 1442"/>
                <a:gd name="T87" fmla="*/ 682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2" h="1440">
                  <a:moveTo>
                    <a:pt x="1442" y="720"/>
                  </a:moveTo>
                  <a:lnTo>
                    <a:pt x="1442" y="720"/>
                  </a:lnTo>
                  <a:lnTo>
                    <a:pt x="1440" y="756"/>
                  </a:lnTo>
                  <a:lnTo>
                    <a:pt x="1438" y="794"/>
                  </a:lnTo>
                  <a:lnTo>
                    <a:pt x="1434" y="830"/>
                  </a:lnTo>
                  <a:lnTo>
                    <a:pt x="1428" y="864"/>
                  </a:lnTo>
                  <a:lnTo>
                    <a:pt x="1418" y="900"/>
                  </a:lnTo>
                  <a:lnTo>
                    <a:pt x="1410" y="934"/>
                  </a:lnTo>
                  <a:lnTo>
                    <a:pt x="1398" y="968"/>
                  </a:lnTo>
                  <a:lnTo>
                    <a:pt x="1386" y="1000"/>
                  </a:lnTo>
                  <a:lnTo>
                    <a:pt x="1370" y="1032"/>
                  </a:lnTo>
                  <a:lnTo>
                    <a:pt x="1354" y="1064"/>
                  </a:lnTo>
                  <a:lnTo>
                    <a:pt x="1338" y="1094"/>
                  </a:lnTo>
                  <a:lnTo>
                    <a:pt x="1318" y="1122"/>
                  </a:lnTo>
                  <a:lnTo>
                    <a:pt x="1298" y="1150"/>
                  </a:lnTo>
                  <a:lnTo>
                    <a:pt x="1278" y="1178"/>
                  </a:lnTo>
                  <a:lnTo>
                    <a:pt x="1254" y="1204"/>
                  </a:lnTo>
                  <a:lnTo>
                    <a:pt x="1230" y="1230"/>
                  </a:lnTo>
                  <a:lnTo>
                    <a:pt x="1206" y="1252"/>
                  </a:lnTo>
                  <a:lnTo>
                    <a:pt x="1180" y="1276"/>
                  </a:lnTo>
                  <a:lnTo>
                    <a:pt x="1152" y="1296"/>
                  </a:lnTo>
                  <a:lnTo>
                    <a:pt x="1124" y="1316"/>
                  </a:lnTo>
                  <a:lnTo>
                    <a:pt x="1094" y="1336"/>
                  </a:lnTo>
                  <a:lnTo>
                    <a:pt x="1064" y="1354"/>
                  </a:lnTo>
                  <a:lnTo>
                    <a:pt x="1034" y="1368"/>
                  </a:lnTo>
                  <a:lnTo>
                    <a:pt x="1002" y="1384"/>
                  </a:lnTo>
                  <a:lnTo>
                    <a:pt x="968" y="1396"/>
                  </a:lnTo>
                  <a:lnTo>
                    <a:pt x="936" y="1408"/>
                  </a:lnTo>
                  <a:lnTo>
                    <a:pt x="902" y="1418"/>
                  </a:lnTo>
                  <a:lnTo>
                    <a:pt x="866" y="1426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8" y="1440"/>
                  </a:lnTo>
                  <a:lnTo>
                    <a:pt x="722" y="1440"/>
                  </a:lnTo>
                  <a:lnTo>
                    <a:pt x="722" y="1440"/>
                  </a:lnTo>
                  <a:lnTo>
                    <a:pt x="684" y="1440"/>
                  </a:lnTo>
                  <a:lnTo>
                    <a:pt x="648" y="1436"/>
                  </a:lnTo>
                  <a:lnTo>
                    <a:pt x="612" y="1432"/>
                  </a:lnTo>
                  <a:lnTo>
                    <a:pt x="576" y="1426"/>
                  </a:lnTo>
                  <a:lnTo>
                    <a:pt x="542" y="1418"/>
                  </a:lnTo>
                  <a:lnTo>
                    <a:pt x="508" y="1408"/>
                  </a:lnTo>
                  <a:lnTo>
                    <a:pt x="474" y="1396"/>
                  </a:lnTo>
                  <a:lnTo>
                    <a:pt x="440" y="1384"/>
                  </a:lnTo>
                  <a:lnTo>
                    <a:pt x="408" y="1368"/>
                  </a:lnTo>
                  <a:lnTo>
                    <a:pt x="378" y="1354"/>
                  </a:lnTo>
                  <a:lnTo>
                    <a:pt x="348" y="1336"/>
                  </a:lnTo>
                  <a:lnTo>
                    <a:pt x="318" y="1316"/>
                  </a:lnTo>
                  <a:lnTo>
                    <a:pt x="290" y="1296"/>
                  </a:lnTo>
                  <a:lnTo>
                    <a:pt x="264" y="1276"/>
                  </a:lnTo>
                  <a:lnTo>
                    <a:pt x="236" y="1252"/>
                  </a:lnTo>
                  <a:lnTo>
                    <a:pt x="212" y="1230"/>
                  </a:lnTo>
                  <a:lnTo>
                    <a:pt x="188" y="1204"/>
                  </a:lnTo>
                  <a:lnTo>
                    <a:pt x="166" y="1178"/>
                  </a:lnTo>
                  <a:lnTo>
                    <a:pt x="144" y="1150"/>
                  </a:lnTo>
                  <a:lnTo>
                    <a:pt x="124" y="1122"/>
                  </a:lnTo>
                  <a:lnTo>
                    <a:pt x="106" y="1094"/>
                  </a:lnTo>
                  <a:lnTo>
                    <a:pt x="88" y="1064"/>
                  </a:lnTo>
                  <a:lnTo>
                    <a:pt x="72" y="1032"/>
                  </a:lnTo>
                  <a:lnTo>
                    <a:pt x="58" y="1000"/>
                  </a:lnTo>
                  <a:lnTo>
                    <a:pt x="44" y="968"/>
                  </a:lnTo>
                  <a:lnTo>
                    <a:pt x="34" y="934"/>
                  </a:lnTo>
                  <a:lnTo>
                    <a:pt x="24" y="900"/>
                  </a:lnTo>
                  <a:lnTo>
                    <a:pt x="16" y="864"/>
                  </a:lnTo>
                  <a:lnTo>
                    <a:pt x="10" y="830"/>
                  </a:lnTo>
                  <a:lnTo>
                    <a:pt x="4" y="794"/>
                  </a:lnTo>
                  <a:lnTo>
                    <a:pt x="2" y="756"/>
                  </a:lnTo>
                  <a:lnTo>
                    <a:pt x="0" y="720"/>
                  </a:lnTo>
                  <a:lnTo>
                    <a:pt x="0" y="720"/>
                  </a:lnTo>
                  <a:lnTo>
                    <a:pt x="2" y="682"/>
                  </a:lnTo>
                  <a:lnTo>
                    <a:pt x="4" y="646"/>
                  </a:lnTo>
                  <a:lnTo>
                    <a:pt x="10" y="610"/>
                  </a:lnTo>
                  <a:lnTo>
                    <a:pt x="16" y="574"/>
                  </a:lnTo>
                  <a:lnTo>
                    <a:pt x="24" y="540"/>
                  </a:lnTo>
                  <a:lnTo>
                    <a:pt x="34" y="506"/>
                  </a:lnTo>
                  <a:lnTo>
                    <a:pt x="44" y="472"/>
                  </a:lnTo>
                  <a:lnTo>
                    <a:pt x="58" y="440"/>
                  </a:lnTo>
                  <a:lnTo>
                    <a:pt x="72" y="408"/>
                  </a:lnTo>
                  <a:lnTo>
                    <a:pt x="88" y="376"/>
                  </a:lnTo>
                  <a:lnTo>
                    <a:pt x="106" y="346"/>
                  </a:lnTo>
                  <a:lnTo>
                    <a:pt x="124" y="316"/>
                  </a:lnTo>
                  <a:lnTo>
                    <a:pt x="144" y="288"/>
                  </a:lnTo>
                  <a:lnTo>
                    <a:pt x="166" y="262"/>
                  </a:lnTo>
                  <a:lnTo>
                    <a:pt x="188" y="236"/>
                  </a:lnTo>
                  <a:lnTo>
                    <a:pt x="212" y="210"/>
                  </a:lnTo>
                  <a:lnTo>
                    <a:pt x="236" y="186"/>
                  </a:lnTo>
                  <a:lnTo>
                    <a:pt x="264" y="164"/>
                  </a:lnTo>
                  <a:lnTo>
                    <a:pt x="290" y="142"/>
                  </a:lnTo>
                  <a:lnTo>
                    <a:pt x="318" y="122"/>
                  </a:lnTo>
                  <a:lnTo>
                    <a:pt x="348" y="104"/>
                  </a:lnTo>
                  <a:lnTo>
                    <a:pt x="378" y="86"/>
                  </a:lnTo>
                  <a:lnTo>
                    <a:pt x="408" y="70"/>
                  </a:lnTo>
                  <a:lnTo>
                    <a:pt x="440" y="56"/>
                  </a:lnTo>
                  <a:lnTo>
                    <a:pt x="474" y="42"/>
                  </a:lnTo>
                  <a:lnTo>
                    <a:pt x="508" y="32"/>
                  </a:lnTo>
                  <a:lnTo>
                    <a:pt x="542" y="22"/>
                  </a:lnTo>
                  <a:lnTo>
                    <a:pt x="576" y="14"/>
                  </a:lnTo>
                  <a:lnTo>
                    <a:pt x="612" y="8"/>
                  </a:lnTo>
                  <a:lnTo>
                    <a:pt x="648" y="2"/>
                  </a:lnTo>
                  <a:lnTo>
                    <a:pt x="684" y="0"/>
                  </a:lnTo>
                  <a:lnTo>
                    <a:pt x="722" y="0"/>
                  </a:lnTo>
                  <a:lnTo>
                    <a:pt x="722" y="0"/>
                  </a:lnTo>
                  <a:lnTo>
                    <a:pt x="758" y="0"/>
                  </a:lnTo>
                  <a:lnTo>
                    <a:pt x="794" y="2"/>
                  </a:lnTo>
                  <a:lnTo>
                    <a:pt x="830" y="8"/>
                  </a:lnTo>
                  <a:lnTo>
                    <a:pt x="866" y="14"/>
                  </a:lnTo>
                  <a:lnTo>
                    <a:pt x="902" y="22"/>
                  </a:lnTo>
                  <a:lnTo>
                    <a:pt x="936" y="32"/>
                  </a:lnTo>
                  <a:lnTo>
                    <a:pt x="968" y="42"/>
                  </a:lnTo>
                  <a:lnTo>
                    <a:pt x="1002" y="56"/>
                  </a:lnTo>
                  <a:lnTo>
                    <a:pt x="1034" y="70"/>
                  </a:lnTo>
                  <a:lnTo>
                    <a:pt x="1064" y="86"/>
                  </a:lnTo>
                  <a:lnTo>
                    <a:pt x="1094" y="104"/>
                  </a:lnTo>
                  <a:lnTo>
                    <a:pt x="1124" y="122"/>
                  </a:lnTo>
                  <a:lnTo>
                    <a:pt x="1152" y="142"/>
                  </a:lnTo>
                  <a:lnTo>
                    <a:pt x="1180" y="164"/>
                  </a:lnTo>
                  <a:lnTo>
                    <a:pt x="1206" y="186"/>
                  </a:lnTo>
                  <a:lnTo>
                    <a:pt x="1230" y="210"/>
                  </a:lnTo>
                  <a:lnTo>
                    <a:pt x="1254" y="236"/>
                  </a:lnTo>
                  <a:lnTo>
                    <a:pt x="1278" y="262"/>
                  </a:lnTo>
                  <a:lnTo>
                    <a:pt x="1298" y="288"/>
                  </a:lnTo>
                  <a:lnTo>
                    <a:pt x="1318" y="316"/>
                  </a:lnTo>
                  <a:lnTo>
                    <a:pt x="1338" y="346"/>
                  </a:lnTo>
                  <a:lnTo>
                    <a:pt x="1354" y="376"/>
                  </a:lnTo>
                  <a:lnTo>
                    <a:pt x="1370" y="408"/>
                  </a:lnTo>
                  <a:lnTo>
                    <a:pt x="1386" y="440"/>
                  </a:lnTo>
                  <a:lnTo>
                    <a:pt x="1398" y="472"/>
                  </a:lnTo>
                  <a:lnTo>
                    <a:pt x="1410" y="506"/>
                  </a:lnTo>
                  <a:lnTo>
                    <a:pt x="1418" y="540"/>
                  </a:lnTo>
                  <a:lnTo>
                    <a:pt x="1428" y="574"/>
                  </a:lnTo>
                  <a:lnTo>
                    <a:pt x="1434" y="610"/>
                  </a:lnTo>
                  <a:lnTo>
                    <a:pt x="1438" y="646"/>
                  </a:lnTo>
                  <a:lnTo>
                    <a:pt x="1440" y="682"/>
                  </a:lnTo>
                  <a:lnTo>
                    <a:pt x="1442" y="720"/>
                  </a:lnTo>
                  <a:lnTo>
                    <a:pt x="1442" y="7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1" name="Line 96"/>
            <p:cNvSpPr>
              <a:spLocks noChangeShapeType="1"/>
            </p:cNvSpPr>
            <p:nvPr/>
          </p:nvSpPr>
          <p:spPr bwMode="auto">
            <a:xfrm>
              <a:off x="2885043" y="5052228"/>
              <a:ext cx="111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2" name="Freeform 97"/>
            <p:cNvSpPr>
              <a:spLocks/>
            </p:cNvSpPr>
            <p:nvPr/>
          </p:nvSpPr>
          <p:spPr bwMode="auto">
            <a:xfrm>
              <a:off x="2903653" y="4885869"/>
              <a:ext cx="37219" cy="157336"/>
            </a:xfrm>
            <a:custGeom>
              <a:avLst/>
              <a:gdLst>
                <a:gd name="T0" fmla="*/ 0 w 132"/>
                <a:gd name="T1" fmla="*/ 0 h 558"/>
                <a:gd name="T2" fmla="*/ 132 w 132"/>
                <a:gd name="T3" fmla="*/ 0 h 558"/>
                <a:gd name="T4" fmla="*/ 132 w 132"/>
                <a:gd name="T5" fmla="*/ 55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558">
                  <a:moveTo>
                    <a:pt x="0" y="0"/>
                  </a:moveTo>
                  <a:lnTo>
                    <a:pt x="132" y="0"/>
                  </a:lnTo>
                  <a:lnTo>
                    <a:pt x="132" y="5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3" name="Freeform 98"/>
            <p:cNvSpPr>
              <a:spLocks/>
            </p:cNvSpPr>
            <p:nvPr/>
          </p:nvSpPr>
          <p:spPr bwMode="auto">
            <a:xfrm>
              <a:off x="2923200" y="4793948"/>
              <a:ext cx="18046" cy="18000"/>
            </a:xfrm>
            <a:custGeom>
              <a:avLst/>
              <a:gdLst>
                <a:gd name="T0" fmla="*/ 32 w 64"/>
                <a:gd name="T1" fmla="*/ 0 h 64"/>
                <a:gd name="T2" fmla="*/ 32 w 64"/>
                <a:gd name="T3" fmla="*/ 0 h 64"/>
                <a:gd name="T4" fmla="*/ 26 w 64"/>
                <a:gd name="T5" fmla="*/ 0 h 64"/>
                <a:gd name="T6" fmla="*/ 20 w 64"/>
                <a:gd name="T7" fmla="*/ 2 h 64"/>
                <a:gd name="T8" fmla="*/ 14 w 64"/>
                <a:gd name="T9" fmla="*/ 4 h 64"/>
                <a:gd name="T10" fmla="*/ 8 w 64"/>
                <a:gd name="T11" fmla="*/ 8 h 64"/>
                <a:gd name="T12" fmla="*/ 4 w 64"/>
                <a:gd name="T13" fmla="*/ 14 h 64"/>
                <a:gd name="T14" fmla="*/ 2 w 64"/>
                <a:gd name="T15" fmla="*/ 20 h 64"/>
                <a:gd name="T16" fmla="*/ 0 w 64"/>
                <a:gd name="T17" fmla="*/ 26 h 64"/>
                <a:gd name="T18" fmla="*/ 0 w 64"/>
                <a:gd name="T19" fmla="*/ 32 h 64"/>
                <a:gd name="T20" fmla="*/ 0 w 64"/>
                <a:gd name="T21" fmla="*/ 32 h 64"/>
                <a:gd name="T22" fmla="*/ 0 w 64"/>
                <a:gd name="T23" fmla="*/ 38 h 64"/>
                <a:gd name="T24" fmla="*/ 2 w 64"/>
                <a:gd name="T25" fmla="*/ 44 h 64"/>
                <a:gd name="T26" fmla="*/ 4 w 64"/>
                <a:gd name="T27" fmla="*/ 50 h 64"/>
                <a:gd name="T28" fmla="*/ 8 w 64"/>
                <a:gd name="T29" fmla="*/ 56 h 64"/>
                <a:gd name="T30" fmla="*/ 14 w 64"/>
                <a:gd name="T31" fmla="*/ 60 h 64"/>
                <a:gd name="T32" fmla="*/ 20 w 64"/>
                <a:gd name="T33" fmla="*/ 62 h 64"/>
                <a:gd name="T34" fmla="*/ 26 w 64"/>
                <a:gd name="T35" fmla="*/ 64 h 64"/>
                <a:gd name="T36" fmla="*/ 32 w 64"/>
                <a:gd name="T37" fmla="*/ 64 h 64"/>
                <a:gd name="T38" fmla="*/ 32 w 64"/>
                <a:gd name="T39" fmla="*/ 64 h 64"/>
                <a:gd name="T40" fmla="*/ 38 w 64"/>
                <a:gd name="T41" fmla="*/ 64 h 64"/>
                <a:gd name="T42" fmla="*/ 44 w 64"/>
                <a:gd name="T43" fmla="*/ 62 h 64"/>
                <a:gd name="T44" fmla="*/ 50 w 64"/>
                <a:gd name="T45" fmla="*/ 60 h 64"/>
                <a:gd name="T46" fmla="*/ 54 w 64"/>
                <a:gd name="T47" fmla="*/ 56 h 64"/>
                <a:gd name="T48" fmla="*/ 58 w 64"/>
                <a:gd name="T49" fmla="*/ 50 h 64"/>
                <a:gd name="T50" fmla="*/ 62 w 64"/>
                <a:gd name="T51" fmla="*/ 44 h 64"/>
                <a:gd name="T52" fmla="*/ 64 w 64"/>
                <a:gd name="T53" fmla="*/ 38 h 64"/>
                <a:gd name="T54" fmla="*/ 64 w 64"/>
                <a:gd name="T55" fmla="*/ 32 h 64"/>
                <a:gd name="T56" fmla="*/ 64 w 64"/>
                <a:gd name="T57" fmla="*/ 32 h 64"/>
                <a:gd name="T58" fmla="*/ 64 w 64"/>
                <a:gd name="T59" fmla="*/ 26 h 64"/>
                <a:gd name="T60" fmla="*/ 62 w 64"/>
                <a:gd name="T61" fmla="*/ 20 h 64"/>
                <a:gd name="T62" fmla="*/ 58 w 64"/>
                <a:gd name="T63" fmla="*/ 14 h 64"/>
                <a:gd name="T64" fmla="*/ 54 w 64"/>
                <a:gd name="T65" fmla="*/ 8 h 64"/>
                <a:gd name="T66" fmla="*/ 50 w 64"/>
                <a:gd name="T67" fmla="*/ 4 h 64"/>
                <a:gd name="T68" fmla="*/ 44 w 64"/>
                <a:gd name="T69" fmla="*/ 2 h 64"/>
                <a:gd name="T70" fmla="*/ 38 w 64"/>
                <a:gd name="T71" fmla="*/ 0 h 64"/>
                <a:gd name="T72" fmla="*/ 32 w 64"/>
                <a:gd name="T73" fmla="*/ 0 h 64"/>
                <a:gd name="T74" fmla="*/ 32 w 64"/>
                <a:gd name="T7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lnTo>
                    <a:pt x="32" y="0"/>
                  </a:lnTo>
                  <a:lnTo>
                    <a:pt x="26" y="0"/>
                  </a:lnTo>
                  <a:lnTo>
                    <a:pt x="20" y="2"/>
                  </a:lnTo>
                  <a:lnTo>
                    <a:pt x="14" y="4"/>
                  </a:lnTo>
                  <a:lnTo>
                    <a:pt x="8" y="8"/>
                  </a:lnTo>
                  <a:lnTo>
                    <a:pt x="4" y="14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8"/>
                  </a:lnTo>
                  <a:lnTo>
                    <a:pt x="2" y="44"/>
                  </a:lnTo>
                  <a:lnTo>
                    <a:pt x="4" y="50"/>
                  </a:lnTo>
                  <a:lnTo>
                    <a:pt x="8" y="56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6" y="64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8" y="64"/>
                  </a:lnTo>
                  <a:lnTo>
                    <a:pt x="44" y="62"/>
                  </a:lnTo>
                  <a:lnTo>
                    <a:pt x="50" y="60"/>
                  </a:lnTo>
                  <a:lnTo>
                    <a:pt x="54" y="56"/>
                  </a:lnTo>
                  <a:lnTo>
                    <a:pt x="58" y="50"/>
                  </a:lnTo>
                  <a:lnTo>
                    <a:pt x="62" y="44"/>
                  </a:lnTo>
                  <a:lnTo>
                    <a:pt x="64" y="38"/>
                  </a:lnTo>
                  <a:lnTo>
                    <a:pt x="64" y="32"/>
                  </a:lnTo>
                  <a:lnTo>
                    <a:pt x="64" y="32"/>
                  </a:lnTo>
                  <a:lnTo>
                    <a:pt x="64" y="26"/>
                  </a:lnTo>
                  <a:lnTo>
                    <a:pt x="62" y="20"/>
                  </a:lnTo>
                  <a:lnTo>
                    <a:pt x="58" y="14"/>
                  </a:lnTo>
                  <a:lnTo>
                    <a:pt x="54" y="8"/>
                  </a:lnTo>
                  <a:lnTo>
                    <a:pt x="50" y="4"/>
                  </a:lnTo>
                  <a:lnTo>
                    <a:pt x="44" y="2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4" name="Gruppieren 283"/>
          <p:cNvGrpSpPr/>
          <p:nvPr/>
        </p:nvGrpSpPr>
        <p:grpSpPr>
          <a:xfrm>
            <a:off x="3298706" y="5192691"/>
            <a:ext cx="360814" cy="311046"/>
            <a:chOff x="1914826" y="4511663"/>
            <a:chExt cx="650047" cy="560384"/>
          </a:xfrm>
        </p:grpSpPr>
        <p:grpSp>
          <p:nvGrpSpPr>
            <p:cNvPr id="285" name="Gruppieren 284"/>
            <p:cNvGrpSpPr/>
            <p:nvPr/>
          </p:nvGrpSpPr>
          <p:grpSpPr>
            <a:xfrm>
              <a:off x="1914826" y="4511663"/>
              <a:ext cx="650047" cy="560384"/>
              <a:chOff x="1914827" y="4744970"/>
              <a:chExt cx="379428" cy="327093"/>
            </a:xfrm>
          </p:grpSpPr>
          <p:sp>
            <p:nvSpPr>
              <p:cNvPr id="287" name="Gleichschenkliges Dreieck 286"/>
              <p:cNvSpPr/>
              <p:nvPr/>
            </p:nvSpPr>
            <p:spPr bwMode="auto">
              <a:xfrm>
                <a:off x="1914827" y="4744970"/>
                <a:ext cx="379428" cy="327093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</a:endParaRPr>
              </a:p>
            </p:txBody>
          </p:sp>
          <p:sp>
            <p:nvSpPr>
              <p:cNvPr id="288" name="Line 535"/>
              <p:cNvSpPr>
                <a:spLocks noChangeShapeType="1"/>
              </p:cNvSpPr>
              <p:nvPr/>
            </p:nvSpPr>
            <p:spPr bwMode="auto">
              <a:xfrm rot="10800000">
                <a:off x="2103868" y="4839098"/>
                <a:ext cx="0" cy="145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286" name="Freeform 68"/>
            <p:cNvSpPr>
              <a:spLocks/>
            </p:cNvSpPr>
            <p:nvPr/>
          </p:nvSpPr>
          <p:spPr bwMode="auto">
            <a:xfrm>
              <a:off x="2235601" y="4976174"/>
              <a:ext cx="10415" cy="10415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89" name="Freeform 614"/>
          <p:cNvSpPr>
            <a:spLocks/>
          </p:cNvSpPr>
          <p:nvPr/>
        </p:nvSpPr>
        <p:spPr bwMode="auto">
          <a:xfrm>
            <a:off x="1841630" y="5800501"/>
            <a:ext cx="260349" cy="260349"/>
          </a:xfrm>
          <a:custGeom>
            <a:avLst/>
            <a:gdLst>
              <a:gd name="T0" fmla="*/ 108 w 176"/>
              <a:gd name="T1" fmla="*/ 88 h 176"/>
              <a:gd name="T2" fmla="*/ 144 w 176"/>
              <a:gd name="T3" fmla="*/ 52 h 176"/>
              <a:gd name="T4" fmla="*/ 0 w 176"/>
              <a:gd name="T5" fmla="*/ 0 h 176"/>
              <a:gd name="T6" fmla="*/ 48 w 176"/>
              <a:gd name="T7" fmla="*/ 144 h 176"/>
              <a:gd name="T8" fmla="*/ 88 w 176"/>
              <a:gd name="T9" fmla="*/ 108 h 176"/>
              <a:gd name="T10" fmla="*/ 156 w 176"/>
              <a:gd name="T11" fmla="*/ 176 h 176"/>
              <a:gd name="T12" fmla="*/ 176 w 176"/>
              <a:gd name="T13" fmla="*/ 156 h 176"/>
              <a:gd name="T14" fmla="*/ 108 w 176"/>
              <a:gd name="T15" fmla="*/ 8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6" h="176">
                <a:moveTo>
                  <a:pt x="108" y="88"/>
                </a:moveTo>
                <a:lnTo>
                  <a:pt x="144" y="52"/>
                </a:lnTo>
                <a:lnTo>
                  <a:pt x="0" y="0"/>
                </a:lnTo>
                <a:lnTo>
                  <a:pt x="48" y="144"/>
                </a:lnTo>
                <a:lnTo>
                  <a:pt x="88" y="108"/>
                </a:lnTo>
                <a:lnTo>
                  <a:pt x="156" y="176"/>
                </a:lnTo>
                <a:lnTo>
                  <a:pt x="176" y="156"/>
                </a:lnTo>
                <a:lnTo>
                  <a:pt x="108" y="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0" name="Freeform 632"/>
          <p:cNvSpPr>
            <a:spLocks/>
          </p:cNvSpPr>
          <p:nvPr/>
        </p:nvSpPr>
        <p:spPr bwMode="auto">
          <a:xfrm>
            <a:off x="3222571" y="5733225"/>
            <a:ext cx="334284" cy="308320"/>
          </a:xfrm>
          <a:custGeom>
            <a:avLst/>
            <a:gdLst>
              <a:gd name="T0" fmla="*/ 103 w 206"/>
              <a:gd name="T1" fmla="*/ 0 h 190"/>
              <a:gd name="T2" fmla="*/ 136 w 206"/>
              <a:gd name="T3" fmla="*/ 60 h 190"/>
              <a:gd name="T4" fmla="*/ 206 w 206"/>
              <a:gd name="T5" fmla="*/ 71 h 190"/>
              <a:gd name="T6" fmla="*/ 152 w 206"/>
              <a:gd name="T7" fmla="*/ 119 h 190"/>
              <a:gd name="T8" fmla="*/ 168 w 206"/>
              <a:gd name="T9" fmla="*/ 190 h 190"/>
              <a:gd name="T10" fmla="*/ 103 w 206"/>
              <a:gd name="T11" fmla="*/ 158 h 190"/>
              <a:gd name="T12" fmla="*/ 38 w 206"/>
              <a:gd name="T13" fmla="*/ 190 h 190"/>
              <a:gd name="T14" fmla="*/ 54 w 206"/>
              <a:gd name="T15" fmla="*/ 119 h 190"/>
              <a:gd name="T16" fmla="*/ 0 w 206"/>
              <a:gd name="T17" fmla="*/ 71 h 190"/>
              <a:gd name="T18" fmla="*/ 70 w 206"/>
              <a:gd name="T19" fmla="*/ 60 h 190"/>
              <a:gd name="T20" fmla="*/ 103 w 206"/>
              <a:gd name="T21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" h="190">
                <a:moveTo>
                  <a:pt x="103" y="0"/>
                </a:moveTo>
                <a:lnTo>
                  <a:pt x="136" y="60"/>
                </a:lnTo>
                <a:lnTo>
                  <a:pt x="206" y="71"/>
                </a:lnTo>
                <a:lnTo>
                  <a:pt x="152" y="119"/>
                </a:lnTo>
                <a:lnTo>
                  <a:pt x="168" y="190"/>
                </a:lnTo>
                <a:lnTo>
                  <a:pt x="103" y="158"/>
                </a:lnTo>
                <a:lnTo>
                  <a:pt x="38" y="190"/>
                </a:lnTo>
                <a:lnTo>
                  <a:pt x="54" y="119"/>
                </a:lnTo>
                <a:lnTo>
                  <a:pt x="0" y="71"/>
                </a:lnTo>
                <a:lnTo>
                  <a:pt x="70" y="60"/>
                </a:lnTo>
                <a:lnTo>
                  <a:pt x="103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91" name="Gruppieren 290"/>
          <p:cNvGrpSpPr/>
          <p:nvPr/>
        </p:nvGrpSpPr>
        <p:grpSpPr>
          <a:xfrm>
            <a:off x="3716640" y="5733224"/>
            <a:ext cx="206473" cy="315143"/>
            <a:chOff x="2511425" y="5262563"/>
            <a:chExt cx="241300" cy="368300"/>
          </a:xfrm>
        </p:grpSpPr>
        <p:sp>
          <p:nvSpPr>
            <p:cNvPr id="292" name="Line 637"/>
            <p:cNvSpPr>
              <a:spLocks noChangeShapeType="1"/>
            </p:cNvSpPr>
            <p:nvPr/>
          </p:nvSpPr>
          <p:spPr bwMode="auto">
            <a:xfrm>
              <a:off x="2511425" y="5262563"/>
              <a:ext cx="0" cy="368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93" name="Freeform 638"/>
            <p:cNvSpPr>
              <a:spLocks/>
            </p:cNvSpPr>
            <p:nvPr/>
          </p:nvSpPr>
          <p:spPr bwMode="auto">
            <a:xfrm>
              <a:off x="2511425" y="5262563"/>
              <a:ext cx="241300" cy="209550"/>
            </a:xfrm>
            <a:custGeom>
              <a:avLst/>
              <a:gdLst>
                <a:gd name="T0" fmla="*/ 0 w 152"/>
                <a:gd name="T1" fmla="*/ 132 h 132"/>
                <a:gd name="T2" fmla="*/ 0 w 152"/>
                <a:gd name="T3" fmla="*/ 0 h 132"/>
                <a:gd name="T4" fmla="*/ 152 w 152"/>
                <a:gd name="T5" fmla="*/ 64 h 132"/>
                <a:gd name="T6" fmla="*/ 0 w 152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2" h="132">
                  <a:moveTo>
                    <a:pt x="0" y="132"/>
                  </a:moveTo>
                  <a:lnTo>
                    <a:pt x="0" y="0"/>
                  </a:lnTo>
                  <a:lnTo>
                    <a:pt x="152" y="64"/>
                  </a:lnTo>
                  <a:lnTo>
                    <a:pt x="0" y="13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94" name="Freeform 643"/>
          <p:cNvSpPr>
            <a:spLocks/>
          </p:cNvSpPr>
          <p:nvPr/>
        </p:nvSpPr>
        <p:spPr bwMode="auto">
          <a:xfrm>
            <a:off x="4061281" y="5749496"/>
            <a:ext cx="343188" cy="289934"/>
          </a:xfrm>
          <a:custGeom>
            <a:avLst/>
            <a:gdLst>
              <a:gd name="T0" fmla="*/ 196 w 232"/>
              <a:gd name="T1" fmla="*/ 0 h 196"/>
              <a:gd name="T2" fmla="*/ 70 w 232"/>
              <a:gd name="T3" fmla="*/ 126 h 196"/>
              <a:gd name="T4" fmla="*/ 36 w 232"/>
              <a:gd name="T5" fmla="*/ 90 h 196"/>
              <a:gd name="T6" fmla="*/ 0 w 232"/>
              <a:gd name="T7" fmla="*/ 126 h 196"/>
              <a:gd name="T8" fmla="*/ 70 w 232"/>
              <a:gd name="T9" fmla="*/ 196 h 196"/>
              <a:gd name="T10" fmla="*/ 232 w 232"/>
              <a:gd name="T11" fmla="*/ 34 h 196"/>
              <a:gd name="T12" fmla="*/ 196 w 232"/>
              <a:gd name="T13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196">
                <a:moveTo>
                  <a:pt x="196" y="0"/>
                </a:moveTo>
                <a:lnTo>
                  <a:pt x="70" y="126"/>
                </a:lnTo>
                <a:lnTo>
                  <a:pt x="36" y="90"/>
                </a:lnTo>
                <a:lnTo>
                  <a:pt x="0" y="126"/>
                </a:lnTo>
                <a:lnTo>
                  <a:pt x="70" y="196"/>
                </a:lnTo>
                <a:lnTo>
                  <a:pt x="232" y="34"/>
                </a:lnTo>
                <a:lnTo>
                  <a:pt x="196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5" name="Freeform 648"/>
          <p:cNvSpPr>
            <a:spLocks/>
          </p:cNvSpPr>
          <p:nvPr/>
        </p:nvSpPr>
        <p:spPr bwMode="auto">
          <a:xfrm>
            <a:off x="4561414" y="5738312"/>
            <a:ext cx="295201" cy="295201"/>
          </a:xfrm>
          <a:custGeom>
            <a:avLst/>
            <a:gdLst>
              <a:gd name="T0" fmla="*/ 70 w 232"/>
              <a:gd name="T1" fmla="*/ 116 h 232"/>
              <a:gd name="T2" fmla="*/ 0 w 232"/>
              <a:gd name="T3" fmla="*/ 186 h 232"/>
              <a:gd name="T4" fmla="*/ 46 w 232"/>
              <a:gd name="T5" fmla="*/ 232 h 232"/>
              <a:gd name="T6" fmla="*/ 116 w 232"/>
              <a:gd name="T7" fmla="*/ 162 h 232"/>
              <a:gd name="T8" fmla="*/ 186 w 232"/>
              <a:gd name="T9" fmla="*/ 232 h 232"/>
              <a:gd name="T10" fmla="*/ 232 w 232"/>
              <a:gd name="T11" fmla="*/ 186 h 232"/>
              <a:gd name="T12" fmla="*/ 162 w 232"/>
              <a:gd name="T13" fmla="*/ 116 h 232"/>
              <a:gd name="T14" fmla="*/ 232 w 232"/>
              <a:gd name="T15" fmla="*/ 46 h 232"/>
              <a:gd name="T16" fmla="*/ 186 w 232"/>
              <a:gd name="T17" fmla="*/ 0 h 232"/>
              <a:gd name="T18" fmla="*/ 116 w 232"/>
              <a:gd name="T19" fmla="*/ 70 h 232"/>
              <a:gd name="T20" fmla="*/ 46 w 232"/>
              <a:gd name="T21" fmla="*/ 0 h 232"/>
              <a:gd name="T22" fmla="*/ 0 w 232"/>
              <a:gd name="T23" fmla="*/ 46 h 232"/>
              <a:gd name="T24" fmla="*/ 70 w 232"/>
              <a:gd name="T25" fmla="*/ 116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70" y="116"/>
                </a:moveTo>
                <a:lnTo>
                  <a:pt x="0" y="186"/>
                </a:lnTo>
                <a:lnTo>
                  <a:pt x="46" y="232"/>
                </a:lnTo>
                <a:lnTo>
                  <a:pt x="116" y="162"/>
                </a:lnTo>
                <a:lnTo>
                  <a:pt x="186" y="232"/>
                </a:lnTo>
                <a:lnTo>
                  <a:pt x="232" y="186"/>
                </a:lnTo>
                <a:lnTo>
                  <a:pt x="162" y="116"/>
                </a:lnTo>
                <a:lnTo>
                  <a:pt x="232" y="46"/>
                </a:lnTo>
                <a:lnTo>
                  <a:pt x="186" y="0"/>
                </a:lnTo>
                <a:lnTo>
                  <a:pt x="116" y="70"/>
                </a:lnTo>
                <a:lnTo>
                  <a:pt x="46" y="0"/>
                </a:lnTo>
                <a:lnTo>
                  <a:pt x="0" y="46"/>
                </a:lnTo>
                <a:lnTo>
                  <a:pt x="70" y="11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6" name="Freeform 654"/>
          <p:cNvSpPr>
            <a:spLocks/>
          </p:cNvSpPr>
          <p:nvPr/>
        </p:nvSpPr>
        <p:spPr bwMode="auto">
          <a:xfrm>
            <a:off x="5022057" y="5733963"/>
            <a:ext cx="300290" cy="300290"/>
          </a:xfrm>
          <a:custGeom>
            <a:avLst/>
            <a:gdLst>
              <a:gd name="T0" fmla="*/ 232 w 232"/>
              <a:gd name="T1" fmla="*/ 80 h 232"/>
              <a:gd name="T2" fmla="*/ 152 w 232"/>
              <a:gd name="T3" fmla="*/ 80 h 232"/>
              <a:gd name="T4" fmla="*/ 152 w 232"/>
              <a:gd name="T5" fmla="*/ 0 h 232"/>
              <a:gd name="T6" fmla="*/ 80 w 232"/>
              <a:gd name="T7" fmla="*/ 0 h 232"/>
              <a:gd name="T8" fmla="*/ 80 w 232"/>
              <a:gd name="T9" fmla="*/ 80 h 232"/>
              <a:gd name="T10" fmla="*/ 0 w 232"/>
              <a:gd name="T11" fmla="*/ 80 h 232"/>
              <a:gd name="T12" fmla="*/ 0 w 232"/>
              <a:gd name="T13" fmla="*/ 152 h 232"/>
              <a:gd name="T14" fmla="*/ 80 w 232"/>
              <a:gd name="T15" fmla="*/ 152 h 232"/>
              <a:gd name="T16" fmla="*/ 80 w 232"/>
              <a:gd name="T17" fmla="*/ 232 h 232"/>
              <a:gd name="T18" fmla="*/ 152 w 232"/>
              <a:gd name="T19" fmla="*/ 232 h 232"/>
              <a:gd name="T20" fmla="*/ 152 w 232"/>
              <a:gd name="T21" fmla="*/ 152 h 232"/>
              <a:gd name="T22" fmla="*/ 232 w 232"/>
              <a:gd name="T23" fmla="*/ 152 h 232"/>
              <a:gd name="T24" fmla="*/ 232 w 232"/>
              <a:gd name="T25" fmla="*/ 8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232" y="80"/>
                </a:moveTo>
                <a:lnTo>
                  <a:pt x="152" y="80"/>
                </a:lnTo>
                <a:lnTo>
                  <a:pt x="152" y="0"/>
                </a:lnTo>
                <a:lnTo>
                  <a:pt x="80" y="0"/>
                </a:lnTo>
                <a:lnTo>
                  <a:pt x="80" y="80"/>
                </a:lnTo>
                <a:lnTo>
                  <a:pt x="0" y="80"/>
                </a:lnTo>
                <a:lnTo>
                  <a:pt x="0" y="152"/>
                </a:lnTo>
                <a:lnTo>
                  <a:pt x="80" y="152"/>
                </a:lnTo>
                <a:lnTo>
                  <a:pt x="80" y="232"/>
                </a:lnTo>
                <a:lnTo>
                  <a:pt x="152" y="232"/>
                </a:lnTo>
                <a:lnTo>
                  <a:pt x="152" y="152"/>
                </a:lnTo>
                <a:lnTo>
                  <a:pt x="232" y="152"/>
                </a:lnTo>
                <a:lnTo>
                  <a:pt x="232" y="8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7" name="Freeform 111"/>
          <p:cNvSpPr>
            <a:spLocks/>
          </p:cNvSpPr>
          <p:nvPr/>
        </p:nvSpPr>
        <p:spPr bwMode="auto">
          <a:xfrm>
            <a:off x="2309245" y="5752454"/>
            <a:ext cx="335791" cy="307685"/>
          </a:xfrm>
          <a:custGeom>
            <a:avLst/>
            <a:gdLst>
              <a:gd name="T0" fmla="*/ 2331 w 2728"/>
              <a:gd name="T1" fmla="*/ 1749 h 2487"/>
              <a:gd name="T2" fmla="*/ 2412 w 2728"/>
              <a:gd name="T3" fmla="*/ 1788 h 2487"/>
              <a:gd name="T4" fmla="*/ 2465 w 2728"/>
              <a:gd name="T5" fmla="*/ 1859 h 2487"/>
              <a:gd name="T6" fmla="*/ 2480 w 2728"/>
              <a:gd name="T7" fmla="*/ 1930 h 2487"/>
              <a:gd name="T8" fmla="*/ 2457 w 2728"/>
              <a:gd name="T9" fmla="*/ 2020 h 2487"/>
              <a:gd name="T10" fmla="*/ 2398 w 2728"/>
              <a:gd name="T11" fmla="*/ 2085 h 2487"/>
              <a:gd name="T12" fmla="*/ 2313 w 2728"/>
              <a:gd name="T13" fmla="*/ 2115 h 2487"/>
              <a:gd name="T14" fmla="*/ 2207 w 2728"/>
              <a:gd name="T15" fmla="*/ 2120 h 2487"/>
              <a:gd name="T16" fmla="*/ 2288 w 2728"/>
              <a:gd name="T17" fmla="*/ 2158 h 2487"/>
              <a:gd name="T18" fmla="*/ 2341 w 2728"/>
              <a:gd name="T19" fmla="*/ 2229 h 2487"/>
              <a:gd name="T20" fmla="*/ 2355 w 2728"/>
              <a:gd name="T21" fmla="*/ 2301 h 2487"/>
              <a:gd name="T22" fmla="*/ 2333 w 2728"/>
              <a:gd name="T23" fmla="*/ 2390 h 2487"/>
              <a:gd name="T24" fmla="*/ 2274 w 2728"/>
              <a:gd name="T25" fmla="*/ 2455 h 2487"/>
              <a:gd name="T26" fmla="*/ 2189 w 2728"/>
              <a:gd name="T27" fmla="*/ 2486 h 2487"/>
              <a:gd name="T28" fmla="*/ 1320 w 2728"/>
              <a:gd name="T29" fmla="*/ 2486 h 2487"/>
              <a:gd name="T30" fmla="*/ 1139 w 2728"/>
              <a:gd name="T31" fmla="*/ 2464 h 2487"/>
              <a:gd name="T32" fmla="*/ 976 w 2728"/>
              <a:gd name="T33" fmla="*/ 2409 h 2487"/>
              <a:gd name="T34" fmla="*/ 773 w 2728"/>
              <a:gd name="T35" fmla="*/ 2329 h 2487"/>
              <a:gd name="T36" fmla="*/ 562 w 2728"/>
              <a:gd name="T37" fmla="*/ 2278 h 2487"/>
              <a:gd name="T38" fmla="*/ 252 w 2728"/>
              <a:gd name="T39" fmla="*/ 2245 h 2487"/>
              <a:gd name="T40" fmla="*/ 0 w 2728"/>
              <a:gd name="T41" fmla="*/ 1128 h 2487"/>
              <a:gd name="T42" fmla="*/ 495 w 2728"/>
              <a:gd name="T43" fmla="*/ 1118 h 2487"/>
              <a:gd name="T44" fmla="*/ 701 w 2728"/>
              <a:gd name="T45" fmla="*/ 1057 h 2487"/>
              <a:gd name="T46" fmla="*/ 894 w 2728"/>
              <a:gd name="T47" fmla="*/ 945 h 2487"/>
              <a:gd name="T48" fmla="*/ 1064 w 2728"/>
              <a:gd name="T49" fmla="*/ 787 h 2487"/>
              <a:gd name="T50" fmla="*/ 1186 w 2728"/>
              <a:gd name="T51" fmla="*/ 610 h 2487"/>
              <a:gd name="T52" fmla="*/ 1237 w 2728"/>
              <a:gd name="T53" fmla="*/ 497 h 2487"/>
              <a:gd name="T54" fmla="*/ 1274 w 2728"/>
              <a:gd name="T55" fmla="*/ 377 h 2487"/>
              <a:gd name="T56" fmla="*/ 1296 w 2728"/>
              <a:gd name="T57" fmla="*/ 249 h 2487"/>
              <a:gd name="T58" fmla="*/ 1301 w 2728"/>
              <a:gd name="T59" fmla="*/ 140 h 2487"/>
              <a:gd name="T60" fmla="*/ 1327 w 2728"/>
              <a:gd name="T61" fmla="*/ 62 h 2487"/>
              <a:gd name="T62" fmla="*/ 1388 w 2728"/>
              <a:gd name="T63" fmla="*/ 14 h 2487"/>
              <a:gd name="T64" fmla="*/ 1471 w 2728"/>
              <a:gd name="T65" fmla="*/ 1 h 2487"/>
              <a:gd name="T66" fmla="*/ 1556 w 2728"/>
              <a:gd name="T67" fmla="*/ 28 h 2487"/>
              <a:gd name="T68" fmla="*/ 1629 w 2728"/>
              <a:gd name="T69" fmla="*/ 101 h 2487"/>
              <a:gd name="T70" fmla="*/ 1670 w 2728"/>
              <a:gd name="T71" fmla="*/ 226 h 2487"/>
              <a:gd name="T72" fmla="*/ 1673 w 2728"/>
              <a:gd name="T73" fmla="*/ 339 h 2487"/>
              <a:gd name="T74" fmla="*/ 1635 w 2728"/>
              <a:gd name="T75" fmla="*/ 625 h 2487"/>
              <a:gd name="T76" fmla="*/ 1550 w 2728"/>
              <a:gd name="T77" fmla="*/ 1005 h 2487"/>
              <a:gd name="T78" fmla="*/ 2597 w 2728"/>
              <a:gd name="T79" fmla="*/ 1013 h 2487"/>
              <a:gd name="T80" fmla="*/ 2673 w 2728"/>
              <a:gd name="T81" fmla="*/ 1059 h 2487"/>
              <a:gd name="T82" fmla="*/ 2720 w 2728"/>
              <a:gd name="T83" fmla="*/ 1135 h 2487"/>
              <a:gd name="T84" fmla="*/ 2727 w 2728"/>
              <a:gd name="T85" fmla="*/ 1208 h 2487"/>
              <a:gd name="T86" fmla="*/ 2695 w 2728"/>
              <a:gd name="T87" fmla="*/ 1294 h 2487"/>
              <a:gd name="T88" fmla="*/ 2630 w 2728"/>
              <a:gd name="T89" fmla="*/ 1353 h 2487"/>
              <a:gd name="T90" fmla="*/ 2541 w 2728"/>
              <a:gd name="T91" fmla="*/ 1375 h 2487"/>
              <a:gd name="T92" fmla="*/ 2473 w 2728"/>
              <a:gd name="T93" fmla="*/ 1384 h 2487"/>
              <a:gd name="T94" fmla="*/ 2550 w 2728"/>
              <a:gd name="T95" fmla="*/ 1429 h 2487"/>
              <a:gd name="T96" fmla="*/ 2595 w 2728"/>
              <a:gd name="T97" fmla="*/ 1505 h 2487"/>
              <a:gd name="T98" fmla="*/ 2603 w 2728"/>
              <a:gd name="T99" fmla="*/ 1579 h 2487"/>
              <a:gd name="T100" fmla="*/ 2572 w 2728"/>
              <a:gd name="T101" fmla="*/ 1664 h 2487"/>
              <a:gd name="T102" fmla="*/ 2506 w 2728"/>
              <a:gd name="T103" fmla="*/ 1723 h 2487"/>
              <a:gd name="T104" fmla="*/ 2418 w 2728"/>
              <a:gd name="T105" fmla="*/ 1746 h 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28" h="2487">
                <a:moveTo>
                  <a:pt x="2294" y="1746"/>
                </a:moveTo>
                <a:lnTo>
                  <a:pt x="2294" y="1746"/>
                </a:lnTo>
                <a:lnTo>
                  <a:pt x="2294" y="1746"/>
                </a:lnTo>
                <a:lnTo>
                  <a:pt x="2313" y="1747"/>
                </a:lnTo>
                <a:lnTo>
                  <a:pt x="2331" y="1749"/>
                </a:lnTo>
                <a:lnTo>
                  <a:pt x="2349" y="1754"/>
                </a:lnTo>
                <a:lnTo>
                  <a:pt x="2366" y="1760"/>
                </a:lnTo>
                <a:lnTo>
                  <a:pt x="2382" y="1768"/>
                </a:lnTo>
                <a:lnTo>
                  <a:pt x="2398" y="1777"/>
                </a:lnTo>
                <a:lnTo>
                  <a:pt x="2412" y="1788"/>
                </a:lnTo>
                <a:lnTo>
                  <a:pt x="2425" y="1800"/>
                </a:lnTo>
                <a:lnTo>
                  <a:pt x="2437" y="1813"/>
                </a:lnTo>
                <a:lnTo>
                  <a:pt x="2448" y="1827"/>
                </a:lnTo>
                <a:lnTo>
                  <a:pt x="2457" y="1842"/>
                </a:lnTo>
                <a:lnTo>
                  <a:pt x="2465" y="1859"/>
                </a:lnTo>
                <a:lnTo>
                  <a:pt x="2471" y="1876"/>
                </a:lnTo>
                <a:lnTo>
                  <a:pt x="2476" y="1893"/>
                </a:lnTo>
                <a:lnTo>
                  <a:pt x="2479" y="1912"/>
                </a:lnTo>
                <a:lnTo>
                  <a:pt x="2480" y="1930"/>
                </a:lnTo>
                <a:lnTo>
                  <a:pt x="2480" y="1930"/>
                </a:lnTo>
                <a:lnTo>
                  <a:pt x="2479" y="1949"/>
                </a:lnTo>
                <a:lnTo>
                  <a:pt x="2476" y="1969"/>
                </a:lnTo>
                <a:lnTo>
                  <a:pt x="2471" y="1986"/>
                </a:lnTo>
                <a:lnTo>
                  <a:pt x="2465" y="2003"/>
                </a:lnTo>
                <a:lnTo>
                  <a:pt x="2457" y="2020"/>
                </a:lnTo>
                <a:lnTo>
                  <a:pt x="2448" y="2035"/>
                </a:lnTo>
                <a:lnTo>
                  <a:pt x="2437" y="2049"/>
                </a:lnTo>
                <a:lnTo>
                  <a:pt x="2425" y="2062"/>
                </a:lnTo>
                <a:lnTo>
                  <a:pt x="2412" y="2074"/>
                </a:lnTo>
                <a:lnTo>
                  <a:pt x="2398" y="2085"/>
                </a:lnTo>
                <a:lnTo>
                  <a:pt x="2382" y="2094"/>
                </a:lnTo>
                <a:lnTo>
                  <a:pt x="2366" y="2102"/>
                </a:lnTo>
                <a:lnTo>
                  <a:pt x="2349" y="2108"/>
                </a:lnTo>
                <a:lnTo>
                  <a:pt x="2331" y="2112"/>
                </a:lnTo>
                <a:lnTo>
                  <a:pt x="2313" y="2115"/>
                </a:lnTo>
                <a:lnTo>
                  <a:pt x="2294" y="2116"/>
                </a:lnTo>
                <a:lnTo>
                  <a:pt x="2170" y="2116"/>
                </a:lnTo>
                <a:lnTo>
                  <a:pt x="2170" y="2116"/>
                </a:lnTo>
                <a:lnTo>
                  <a:pt x="2189" y="2117"/>
                </a:lnTo>
                <a:lnTo>
                  <a:pt x="2207" y="2120"/>
                </a:lnTo>
                <a:lnTo>
                  <a:pt x="2225" y="2125"/>
                </a:lnTo>
                <a:lnTo>
                  <a:pt x="2243" y="2131"/>
                </a:lnTo>
                <a:lnTo>
                  <a:pt x="2259" y="2139"/>
                </a:lnTo>
                <a:lnTo>
                  <a:pt x="2274" y="2148"/>
                </a:lnTo>
                <a:lnTo>
                  <a:pt x="2288" y="2158"/>
                </a:lnTo>
                <a:lnTo>
                  <a:pt x="2301" y="2170"/>
                </a:lnTo>
                <a:lnTo>
                  <a:pt x="2313" y="2183"/>
                </a:lnTo>
                <a:lnTo>
                  <a:pt x="2324" y="2198"/>
                </a:lnTo>
                <a:lnTo>
                  <a:pt x="2333" y="2213"/>
                </a:lnTo>
                <a:lnTo>
                  <a:pt x="2341" y="2229"/>
                </a:lnTo>
                <a:lnTo>
                  <a:pt x="2347" y="2246"/>
                </a:lnTo>
                <a:lnTo>
                  <a:pt x="2352" y="2264"/>
                </a:lnTo>
                <a:lnTo>
                  <a:pt x="2354" y="2282"/>
                </a:lnTo>
                <a:lnTo>
                  <a:pt x="2355" y="2301"/>
                </a:lnTo>
                <a:lnTo>
                  <a:pt x="2355" y="2301"/>
                </a:lnTo>
                <a:lnTo>
                  <a:pt x="2354" y="2321"/>
                </a:lnTo>
                <a:lnTo>
                  <a:pt x="2352" y="2339"/>
                </a:lnTo>
                <a:lnTo>
                  <a:pt x="2347" y="2357"/>
                </a:lnTo>
                <a:lnTo>
                  <a:pt x="2341" y="2374"/>
                </a:lnTo>
                <a:lnTo>
                  <a:pt x="2333" y="2390"/>
                </a:lnTo>
                <a:lnTo>
                  <a:pt x="2324" y="2405"/>
                </a:lnTo>
                <a:lnTo>
                  <a:pt x="2313" y="2420"/>
                </a:lnTo>
                <a:lnTo>
                  <a:pt x="2301" y="2433"/>
                </a:lnTo>
                <a:lnTo>
                  <a:pt x="2288" y="2445"/>
                </a:lnTo>
                <a:lnTo>
                  <a:pt x="2274" y="2455"/>
                </a:lnTo>
                <a:lnTo>
                  <a:pt x="2259" y="2464"/>
                </a:lnTo>
                <a:lnTo>
                  <a:pt x="2243" y="2472"/>
                </a:lnTo>
                <a:lnTo>
                  <a:pt x="2225" y="2478"/>
                </a:lnTo>
                <a:lnTo>
                  <a:pt x="2207" y="2483"/>
                </a:lnTo>
                <a:lnTo>
                  <a:pt x="2189" y="2486"/>
                </a:lnTo>
                <a:lnTo>
                  <a:pt x="2170" y="2487"/>
                </a:lnTo>
                <a:lnTo>
                  <a:pt x="2170" y="2487"/>
                </a:lnTo>
                <a:lnTo>
                  <a:pt x="1364" y="2487"/>
                </a:lnTo>
                <a:lnTo>
                  <a:pt x="1364" y="2487"/>
                </a:lnTo>
                <a:lnTo>
                  <a:pt x="1320" y="2486"/>
                </a:lnTo>
                <a:lnTo>
                  <a:pt x="1277" y="2484"/>
                </a:lnTo>
                <a:lnTo>
                  <a:pt x="1239" y="2481"/>
                </a:lnTo>
                <a:lnTo>
                  <a:pt x="1204" y="2476"/>
                </a:lnTo>
                <a:lnTo>
                  <a:pt x="1171" y="2471"/>
                </a:lnTo>
                <a:lnTo>
                  <a:pt x="1139" y="2464"/>
                </a:lnTo>
                <a:lnTo>
                  <a:pt x="1109" y="2457"/>
                </a:lnTo>
                <a:lnTo>
                  <a:pt x="1081" y="2448"/>
                </a:lnTo>
                <a:lnTo>
                  <a:pt x="1054" y="2439"/>
                </a:lnTo>
                <a:lnTo>
                  <a:pt x="1028" y="2430"/>
                </a:lnTo>
                <a:lnTo>
                  <a:pt x="976" y="2409"/>
                </a:lnTo>
                <a:lnTo>
                  <a:pt x="924" y="2387"/>
                </a:lnTo>
                <a:lnTo>
                  <a:pt x="868" y="2364"/>
                </a:lnTo>
                <a:lnTo>
                  <a:pt x="838" y="2352"/>
                </a:lnTo>
                <a:lnTo>
                  <a:pt x="806" y="2341"/>
                </a:lnTo>
                <a:lnTo>
                  <a:pt x="773" y="2329"/>
                </a:lnTo>
                <a:lnTo>
                  <a:pt x="737" y="2318"/>
                </a:lnTo>
                <a:lnTo>
                  <a:pt x="698" y="2307"/>
                </a:lnTo>
                <a:lnTo>
                  <a:pt x="656" y="2297"/>
                </a:lnTo>
                <a:lnTo>
                  <a:pt x="611" y="2287"/>
                </a:lnTo>
                <a:lnTo>
                  <a:pt x="562" y="2278"/>
                </a:lnTo>
                <a:lnTo>
                  <a:pt x="509" y="2270"/>
                </a:lnTo>
                <a:lnTo>
                  <a:pt x="452" y="2262"/>
                </a:lnTo>
                <a:lnTo>
                  <a:pt x="391" y="2256"/>
                </a:lnTo>
                <a:lnTo>
                  <a:pt x="323" y="2250"/>
                </a:lnTo>
                <a:lnTo>
                  <a:pt x="252" y="2245"/>
                </a:lnTo>
                <a:lnTo>
                  <a:pt x="173" y="2242"/>
                </a:lnTo>
                <a:lnTo>
                  <a:pt x="90" y="2240"/>
                </a:lnTo>
                <a:lnTo>
                  <a:pt x="0" y="2239"/>
                </a:lnTo>
                <a:lnTo>
                  <a:pt x="0" y="2239"/>
                </a:lnTo>
                <a:lnTo>
                  <a:pt x="0" y="1128"/>
                </a:lnTo>
                <a:lnTo>
                  <a:pt x="372" y="1128"/>
                </a:lnTo>
                <a:lnTo>
                  <a:pt x="372" y="1128"/>
                </a:lnTo>
                <a:lnTo>
                  <a:pt x="413" y="1127"/>
                </a:lnTo>
                <a:lnTo>
                  <a:pt x="454" y="1123"/>
                </a:lnTo>
                <a:lnTo>
                  <a:pt x="495" y="1118"/>
                </a:lnTo>
                <a:lnTo>
                  <a:pt x="536" y="1110"/>
                </a:lnTo>
                <a:lnTo>
                  <a:pt x="578" y="1100"/>
                </a:lnTo>
                <a:lnTo>
                  <a:pt x="619" y="1087"/>
                </a:lnTo>
                <a:lnTo>
                  <a:pt x="660" y="1073"/>
                </a:lnTo>
                <a:lnTo>
                  <a:pt x="701" y="1057"/>
                </a:lnTo>
                <a:lnTo>
                  <a:pt x="741" y="1038"/>
                </a:lnTo>
                <a:lnTo>
                  <a:pt x="780" y="1018"/>
                </a:lnTo>
                <a:lnTo>
                  <a:pt x="819" y="996"/>
                </a:lnTo>
                <a:lnTo>
                  <a:pt x="857" y="971"/>
                </a:lnTo>
                <a:lnTo>
                  <a:pt x="894" y="945"/>
                </a:lnTo>
                <a:lnTo>
                  <a:pt x="930" y="917"/>
                </a:lnTo>
                <a:lnTo>
                  <a:pt x="965" y="886"/>
                </a:lnTo>
                <a:lnTo>
                  <a:pt x="999" y="855"/>
                </a:lnTo>
                <a:lnTo>
                  <a:pt x="1033" y="822"/>
                </a:lnTo>
                <a:lnTo>
                  <a:pt x="1064" y="787"/>
                </a:lnTo>
                <a:lnTo>
                  <a:pt x="1094" y="750"/>
                </a:lnTo>
                <a:lnTo>
                  <a:pt x="1122" y="712"/>
                </a:lnTo>
                <a:lnTo>
                  <a:pt x="1148" y="672"/>
                </a:lnTo>
                <a:lnTo>
                  <a:pt x="1174" y="631"/>
                </a:lnTo>
                <a:lnTo>
                  <a:pt x="1186" y="610"/>
                </a:lnTo>
                <a:lnTo>
                  <a:pt x="1197" y="588"/>
                </a:lnTo>
                <a:lnTo>
                  <a:pt x="1208" y="566"/>
                </a:lnTo>
                <a:lnTo>
                  <a:pt x="1218" y="544"/>
                </a:lnTo>
                <a:lnTo>
                  <a:pt x="1227" y="520"/>
                </a:lnTo>
                <a:lnTo>
                  <a:pt x="1237" y="497"/>
                </a:lnTo>
                <a:lnTo>
                  <a:pt x="1245" y="474"/>
                </a:lnTo>
                <a:lnTo>
                  <a:pt x="1253" y="450"/>
                </a:lnTo>
                <a:lnTo>
                  <a:pt x="1261" y="426"/>
                </a:lnTo>
                <a:lnTo>
                  <a:pt x="1268" y="402"/>
                </a:lnTo>
                <a:lnTo>
                  <a:pt x="1274" y="377"/>
                </a:lnTo>
                <a:lnTo>
                  <a:pt x="1279" y="352"/>
                </a:lnTo>
                <a:lnTo>
                  <a:pt x="1285" y="327"/>
                </a:lnTo>
                <a:lnTo>
                  <a:pt x="1289" y="301"/>
                </a:lnTo>
                <a:lnTo>
                  <a:pt x="1293" y="275"/>
                </a:lnTo>
                <a:lnTo>
                  <a:pt x="1296" y="249"/>
                </a:lnTo>
                <a:lnTo>
                  <a:pt x="1298" y="222"/>
                </a:lnTo>
                <a:lnTo>
                  <a:pt x="1300" y="195"/>
                </a:lnTo>
                <a:lnTo>
                  <a:pt x="1301" y="167"/>
                </a:lnTo>
                <a:lnTo>
                  <a:pt x="1301" y="140"/>
                </a:lnTo>
                <a:lnTo>
                  <a:pt x="1301" y="140"/>
                </a:lnTo>
                <a:lnTo>
                  <a:pt x="1303" y="122"/>
                </a:lnTo>
                <a:lnTo>
                  <a:pt x="1306" y="105"/>
                </a:lnTo>
                <a:lnTo>
                  <a:pt x="1312" y="89"/>
                </a:lnTo>
                <a:lnTo>
                  <a:pt x="1318" y="75"/>
                </a:lnTo>
                <a:lnTo>
                  <a:pt x="1327" y="62"/>
                </a:lnTo>
                <a:lnTo>
                  <a:pt x="1337" y="49"/>
                </a:lnTo>
                <a:lnTo>
                  <a:pt x="1348" y="39"/>
                </a:lnTo>
                <a:lnTo>
                  <a:pt x="1360" y="29"/>
                </a:lnTo>
                <a:lnTo>
                  <a:pt x="1374" y="21"/>
                </a:lnTo>
                <a:lnTo>
                  <a:pt x="1388" y="14"/>
                </a:lnTo>
                <a:lnTo>
                  <a:pt x="1403" y="8"/>
                </a:lnTo>
                <a:lnTo>
                  <a:pt x="1419" y="4"/>
                </a:lnTo>
                <a:lnTo>
                  <a:pt x="1436" y="1"/>
                </a:lnTo>
                <a:lnTo>
                  <a:pt x="1453" y="0"/>
                </a:lnTo>
                <a:lnTo>
                  <a:pt x="1471" y="1"/>
                </a:lnTo>
                <a:lnTo>
                  <a:pt x="1488" y="3"/>
                </a:lnTo>
                <a:lnTo>
                  <a:pt x="1506" y="7"/>
                </a:lnTo>
                <a:lnTo>
                  <a:pt x="1523" y="12"/>
                </a:lnTo>
                <a:lnTo>
                  <a:pt x="1540" y="20"/>
                </a:lnTo>
                <a:lnTo>
                  <a:pt x="1556" y="28"/>
                </a:lnTo>
                <a:lnTo>
                  <a:pt x="1572" y="39"/>
                </a:lnTo>
                <a:lnTo>
                  <a:pt x="1587" y="52"/>
                </a:lnTo>
                <a:lnTo>
                  <a:pt x="1602" y="66"/>
                </a:lnTo>
                <a:lnTo>
                  <a:pt x="1615" y="83"/>
                </a:lnTo>
                <a:lnTo>
                  <a:pt x="1629" y="101"/>
                </a:lnTo>
                <a:lnTo>
                  <a:pt x="1640" y="122"/>
                </a:lnTo>
                <a:lnTo>
                  <a:pt x="1650" y="145"/>
                </a:lnTo>
                <a:lnTo>
                  <a:pt x="1658" y="169"/>
                </a:lnTo>
                <a:lnTo>
                  <a:pt x="1665" y="197"/>
                </a:lnTo>
                <a:lnTo>
                  <a:pt x="1670" y="226"/>
                </a:lnTo>
                <a:lnTo>
                  <a:pt x="1673" y="257"/>
                </a:lnTo>
                <a:lnTo>
                  <a:pt x="1674" y="291"/>
                </a:lnTo>
                <a:lnTo>
                  <a:pt x="1674" y="291"/>
                </a:lnTo>
                <a:lnTo>
                  <a:pt x="1674" y="314"/>
                </a:lnTo>
                <a:lnTo>
                  <a:pt x="1673" y="339"/>
                </a:lnTo>
                <a:lnTo>
                  <a:pt x="1669" y="392"/>
                </a:lnTo>
                <a:lnTo>
                  <a:pt x="1663" y="448"/>
                </a:lnTo>
                <a:lnTo>
                  <a:pt x="1655" y="506"/>
                </a:lnTo>
                <a:lnTo>
                  <a:pt x="1645" y="566"/>
                </a:lnTo>
                <a:lnTo>
                  <a:pt x="1635" y="625"/>
                </a:lnTo>
                <a:lnTo>
                  <a:pt x="1624" y="684"/>
                </a:lnTo>
                <a:lnTo>
                  <a:pt x="1611" y="740"/>
                </a:lnTo>
                <a:lnTo>
                  <a:pt x="1589" y="843"/>
                </a:lnTo>
                <a:lnTo>
                  <a:pt x="1569" y="928"/>
                </a:lnTo>
                <a:lnTo>
                  <a:pt x="1550" y="1005"/>
                </a:lnTo>
                <a:lnTo>
                  <a:pt x="2541" y="1005"/>
                </a:lnTo>
                <a:lnTo>
                  <a:pt x="2541" y="1005"/>
                </a:lnTo>
                <a:lnTo>
                  <a:pt x="2561" y="1006"/>
                </a:lnTo>
                <a:lnTo>
                  <a:pt x="2579" y="1009"/>
                </a:lnTo>
                <a:lnTo>
                  <a:pt x="2597" y="1013"/>
                </a:lnTo>
                <a:lnTo>
                  <a:pt x="2614" y="1019"/>
                </a:lnTo>
                <a:lnTo>
                  <a:pt x="2630" y="1027"/>
                </a:lnTo>
                <a:lnTo>
                  <a:pt x="2645" y="1036"/>
                </a:lnTo>
                <a:lnTo>
                  <a:pt x="2660" y="1047"/>
                </a:lnTo>
                <a:lnTo>
                  <a:pt x="2673" y="1059"/>
                </a:lnTo>
                <a:lnTo>
                  <a:pt x="2685" y="1072"/>
                </a:lnTo>
                <a:lnTo>
                  <a:pt x="2695" y="1086"/>
                </a:lnTo>
                <a:lnTo>
                  <a:pt x="2706" y="1101"/>
                </a:lnTo>
                <a:lnTo>
                  <a:pt x="2713" y="1118"/>
                </a:lnTo>
                <a:lnTo>
                  <a:pt x="2720" y="1135"/>
                </a:lnTo>
                <a:lnTo>
                  <a:pt x="2724" y="1152"/>
                </a:lnTo>
                <a:lnTo>
                  <a:pt x="2727" y="1171"/>
                </a:lnTo>
                <a:lnTo>
                  <a:pt x="2728" y="1189"/>
                </a:lnTo>
                <a:lnTo>
                  <a:pt x="2728" y="1189"/>
                </a:lnTo>
                <a:lnTo>
                  <a:pt x="2727" y="1208"/>
                </a:lnTo>
                <a:lnTo>
                  <a:pt x="2724" y="1227"/>
                </a:lnTo>
                <a:lnTo>
                  <a:pt x="2720" y="1245"/>
                </a:lnTo>
                <a:lnTo>
                  <a:pt x="2713" y="1262"/>
                </a:lnTo>
                <a:lnTo>
                  <a:pt x="2706" y="1279"/>
                </a:lnTo>
                <a:lnTo>
                  <a:pt x="2695" y="1294"/>
                </a:lnTo>
                <a:lnTo>
                  <a:pt x="2685" y="1308"/>
                </a:lnTo>
                <a:lnTo>
                  <a:pt x="2673" y="1321"/>
                </a:lnTo>
                <a:lnTo>
                  <a:pt x="2660" y="1333"/>
                </a:lnTo>
                <a:lnTo>
                  <a:pt x="2645" y="1344"/>
                </a:lnTo>
                <a:lnTo>
                  <a:pt x="2630" y="1353"/>
                </a:lnTo>
                <a:lnTo>
                  <a:pt x="2614" y="1361"/>
                </a:lnTo>
                <a:lnTo>
                  <a:pt x="2597" y="1367"/>
                </a:lnTo>
                <a:lnTo>
                  <a:pt x="2579" y="1371"/>
                </a:lnTo>
                <a:lnTo>
                  <a:pt x="2561" y="1374"/>
                </a:lnTo>
                <a:lnTo>
                  <a:pt x="2541" y="1375"/>
                </a:lnTo>
                <a:lnTo>
                  <a:pt x="2418" y="1375"/>
                </a:lnTo>
                <a:lnTo>
                  <a:pt x="2418" y="1375"/>
                </a:lnTo>
                <a:lnTo>
                  <a:pt x="2437" y="1376"/>
                </a:lnTo>
                <a:lnTo>
                  <a:pt x="2455" y="1379"/>
                </a:lnTo>
                <a:lnTo>
                  <a:pt x="2473" y="1384"/>
                </a:lnTo>
                <a:lnTo>
                  <a:pt x="2490" y="1390"/>
                </a:lnTo>
                <a:lnTo>
                  <a:pt x="2506" y="1398"/>
                </a:lnTo>
                <a:lnTo>
                  <a:pt x="2521" y="1407"/>
                </a:lnTo>
                <a:lnTo>
                  <a:pt x="2536" y="1417"/>
                </a:lnTo>
                <a:lnTo>
                  <a:pt x="2550" y="1429"/>
                </a:lnTo>
                <a:lnTo>
                  <a:pt x="2562" y="1442"/>
                </a:lnTo>
                <a:lnTo>
                  <a:pt x="2572" y="1457"/>
                </a:lnTo>
                <a:lnTo>
                  <a:pt x="2581" y="1472"/>
                </a:lnTo>
                <a:lnTo>
                  <a:pt x="2589" y="1488"/>
                </a:lnTo>
                <a:lnTo>
                  <a:pt x="2595" y="1505"/>
                </a:lnTo>
                <a:lnTo>
                  <a:pt x="2600" y="1523"/>
                </a:lnTo>
                <a:lnTo>
                  <a:pt x="2603" y="1541"/>
                </a:lnTo>
                <a:lnTo>
                  <a:pt x="2604" y="1560"/>
                </a:lnTo>
                <a:lnTo>
                  <a:pt x="2604" y="1560"/>
                </a:lnTo>
                <a:lnTo>
                  <a:pt x="2603" y="1579"/>
                </a:lnTo>
                <a:lnTo>
                  <a:pt x="2600" y="1597"/>
                </a:lnTo>
                <a:lnTo>
                  <a:pt x="2595" y="1616"/>
                </a:lnTo>
                <a:lnTo>
                  <a:pt x="2589" y="1633"/>
                </a:lnTo>
                <a:lnTo>
                  <a:pt x="2581" y="1649"/>
                </a:lnTo>
                <a:lnTo>
                  <a:pt x="2572" y="1664"/>
                </a:lnTo>
                <a:lnTo>
                  <a:pt x="2562" y="1679"/>
                </a:lnTo>
                <a:lnTo>
                  <a:pt x="2550" y="1692"/>
                </a:lnTo>
                <a:lnTo>
                  <a:pt x="2536" y="1704"/>
                </a:lnTo>
                <a:lnTo>
                  <a:pt x="2521" y="1714"/>
                </a:lnTo>
                <a:lnTo>
                  <a:pt x="2506" y="1723"/>
                </a:lnTo>
                <a:lnTo>
                  <a:pt x="2490" y="1731"/>
                </a:lnTo>
                <a:lnTo>
                  <a:pt x="2473" y="1737"/>
                </a:lnTo>
                <a:lnTo>
                  <a:pt x="2455" y="1742"/>
                </a:lnTo>
                <a:lnTo>
                  <a:pt x="2437" y="1745"/>
                </a:lnTo>
                <a:lnTo>
                  <a:pt x="2418" y="1746"/>
                </a:lnTo>
                <a:lnTo>
                  <a:pt x="2294" y="1746"/>
                </a:lnTo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8" name="Freeform 112"/>
          <p:cNvSpPr>
            <a:spLocks/>
          </p:cNvSpPr>
          <p:nvPr/>
        </p:nvSpPr>
        <p:spPr bwMode="auto">
          <a:xfrm>
            <a:off x="2806276" y="5752454"/>
            <a:ext cx="244077" cy="307685"/>
          </a:xfrm>
          <a:custGeom>
            <a:avLst/>
            <a:gdLst>
              <a:gd name="T0" fmla="*/ 552 w 1981"/>
              <a:gd name="T1" fmla="*/ 178 h 2492"/>
              <a:gd name="T2" fmla="*/ 560 w 1981"/>
              <a:gd name="T3" fmla="*/ 124 h 2492"/>
              <a:gd name="T4" fmla="*/ 583 w 1981"/>
              <a:gd name="T5" fmla="*/ 78 h 2492"/>
              <a:gd name="T6" fmla="*/ 617 w 1981"/>
              <a:gd name="T7" fmla="*/ 40 h 2492"/>
              <a:gd name="T8" fmla="*/ 661 w 1981"/>
              <a:gd name="T9" fmla="*/ 14 h 2492"/>
              <a:gd name="T10" fmla="*/ 713 w 1981"/>
              <a:gd name="T11" fmla="*/ 1 h 2492"/>
              <a:gd name="T12" fmla="*/ 749 w 1981"/>
              <a:gd name="T13" fmla="*/ 1 h 2492"/>
              <a:gd name="T14" fmla="*/ 800 w 1981"/>
              <a:gd name="T15" fmla="*/ 14 h 2492"/>
              <a:gd name="T16" fmla="*/ 845 w 1981"/>
              <a:gd name="T17" fmla="*/ 40 h 2492"/>
              <a:gd name="T18" fmla="*/ 879 w 1981"/>
              <a:gd name="T19" fmla="*/ 78 h 2492"/>
              <a:gd name="T20" fmla="*/ 901 w 1981"/>
              <a:gd name="T21" fmla="*/ 124 h 2492"/>
              <a:gd name="T22" fmla="*/ 909 w 1981"/>
              <a:gd name="T23" fmla="*/ 178 h 2492"/>
              <a:gd name="T24" fmla="*/ 1148 w 1981"/>
              <a:gd name="T25" fmla="*/ 712 h 2492"/>
              <a:gd name="T26" fmla="*/ 1183 w 1981"/>
              <a:gd name="T27" fmla="*/ 717 h 2492"/>
              <a:gd name="T28" fmla="*/ 1214 w 1981"/>
              <a:gd name="T29" fmla="*/ 732 h 2492"/>
              <a:gd name="T30" fmla="*/ 1239 w 1981"/>
              <a:gd name="T31" fmla="*/ 755 h 2492"/>
              <a:gd name="T32" fmla="*/ 1257 w 1981"/>
              <a:gd name="T33" fmla="*/ 784 h 2492"/>
              <a:gd name="T34" fmla="*/ 1266 w 1981"/>
              <a:gd name="T35" fmla="*/ 818 h 2492"/>
              <a:gd name="T36" fmla="*/ 1505 w 1981"/>
              <a:gd name="T37" fmla="*/ 830 h 2492"/>
              <a:gd name="T38" fmla="*/ 1540 w 1981"/>
              <a:gd name="T39" fmla="*/ 835 h 2492"/>
              <a:gd name="T40" fmla="*/ 1571 w 1981"/>
              <a:gd name="T41" fmla="*/ 850 h 2492"/>
              <a:gd name="T42" fmla="*/ 1596 w 1981"/>
              <a:gd name="T43" fmla="*/ 873 h 2492"/>
              <a:gd name="T44" fmla="*/ 1615 w 1981"/>
              <a:gd name="T45" fmla="*/ 903 h 2492"/>
              <a:gd name="T46" fmla="*/ 1624 w 1981"/>
              <a:gd name="T47" fmla="*/ 937 h 2492"/>
              <a:gd name="T48" fmla="*/ 1803 w 1981"/>
              <a:gd name="T49" fmla="*/ 949 h 2492"/>
              <a:gd name="T50" fmla="*/ 1856 w 1981"/>
              <a:gd name="T51" fmla="*/ 957 h 2492"/>
              <a:gd name="T52" fmla="*/ 1902 w 1981"/>
              <a:gd name="T53" fmla="*/ 980 h 2492"/>
              <a:gd name="T54" fmla="*/ 1941 w 1981"/>
              <a:gd name="T55" fmla="*/ 1014 h 2492"/>
              <a:gd name="T56" fmla="*/ 1967 w 1981"/>
              <a:gd name="T57" fmla="*/ 1058 h 2492"/>
              <a:gd name="T58" fmla="*/ 1980 w 1981"/>
              <a:gd name="T59" fmla="*/ 1109 h 2492"/>
              <a:gd name="T60" fmla="*/ 1981 w 1981"/>
              <a:gd name="T61" fmla="*/ 1494 h 2492"/>
              <a:gd name="T62" fmla="*/ 1975 w 1981"/>
              <a:gd name="T63" fmla="*/ 1619 h 2492"/>
              <a:gd name="T64" fmla="*/ 1956 w 1981"/>
              <a:gd name="T65" fmla="*/ 1741 h 2492"/>
              <a:gd name="T66" fmla="*/ 1743 w 1981"/>
              <a:gd name="T67" fmla="*/ 2492 h 2492"/>
              <a:gd name="T68" fmla="*/ 634 w 1981"/>
              <a:gd name="T69" fmla="*/ 2441 h 2492"/>
              <a:gd name="T70" fmla="*/ 495 w 1981"/>
              <a:gd name="T71" fmla="*/ 2230 h 2492"/>
              <a:gd name="T72" fmla="*/ 282 w 1981"/>
              <a:gd name="T73" fmla="*/ 1888 h 2492"/>
              <a:gd name="T74" fmla="*/ 26 w 1981"/>
              <a:gd name="T75" fmla="*/ 1462 h 2492"/>
              <a:gd name="T76" fmla="*/ 13 w 1981"/>
              <a:gd name="T77" fmla="*/ 1440 h 2492"/>
              <a:gd name="T78" fmla="*/ 2 w 1981"/>
              <a:gd name="T79" fmla="*/ 1405 h 2492"/>
              <a:gd name="T80" fmla="*/ 0 w 1981"/>
              <a:gd name="T81" fmla="*/ 1368 h 2492"/>
              <a:gd name="T82" fmla="*/ 8 w 1981"/>
              <a:gd name="T83" fmla="*/ 1332 h 2492"/>
              <a:gd name="T84" fmla="*/ 25 w 1981"/>
              <a:gd name="T85" fmla="*/ 1299 h 2492"/>
              <a:gd name="T86" fmla="*/ 41 w 1981"/>
              <a:gd name="T87" fmla="*/ 1280 h 2492"/>
              <a:gd name="T88" fmla="*/ 75 w 1981"/>
              <a:gd name="T89" fmla="*/ 1256 h 2492"/>
              <a:gd name="T90" fmla="*/ 111 w 1981"/>
              <a:gd name="T91" fmla="*/ 1241 h 2492"/>
              <a:gd name="T92" fmla="*/ 150 w 1981"/>
              <a:gd name="T93" fmla="*/ 1237 h 2492"/>
              <a:gd name="T94" fmla="*/ 188 w 1981"/>
              <a:gd name="T95" fmla="*/ 1245 h 2492"/>
              <a:gd name="T96" fmla="*/ 225 w 1981"/>
              <a:gd name="T97" fmla="*/ 1264 h 2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81" h="2492">
                <a:moveTo>
                  <a:pt x="552" y="1542"/>
                </a:moveTo>
                <a:lnTo>
                  <a:pt x="552" y="178"/>
                </a:lnTo>
                <a:lnTo>
                  <a:pt x="552" y="178"/>
                </a:lnTo>
                <a:lnTo>
                  <a:pt x="553" y="159"/>
                </a:lnTo>
                <a:lnTo>
                  <a:pt x="556" y="141"/>
                </a:lnTo>
                <a:lnTo>
                  <a:pt x="560" y="124"/>
                </a:lnTo>
                <a:lnTo>
                  <a:pt x="566" y="108"/>
                </a:lnTo>
                <a:lnTo>
                  <a:pt x="574" y="93"/>
                </a:lnTo>
                <a:lnTo>
                  <a:pt x="583" y="78"/>
                </a:lnTo>
                <a:lnTo>
                  <a:pt x="593" y="64"/>
                </a:lnTo>
                <a:lnTo>
                  <a:pt x="604" y="52"/>
                </a:lnTo>
                <a:lnTo>
                  <a:pt x="617" y="40"/>
                </a:lnTo>
                <a:lnTo>
                  <a:pt x="631" y="30"/>
                </a:lnTo>
                <a:lnTo>
                  <a:pt x="645" y="21"/>
                </a:lnTo>
                <a:lnTo>
                  <a:pt x="661" y="14"/>
                </a:lnTo>
                <a:lnTo>
                  <a:pt x="678" y="8"/>
                </a:lnTo>
                <a:lnTo>
                  <a:pt x="695" y="3"/>
                </a:lnTo>
                <a:lnTo>
                  <a:pt x="713" y="1"/>
                </a:lnTo>
                <a:lnTo>
                  <a:pt x="731" y="0"/>
                </a:lnTo>
                <a:lnTo>
                  <a:pt x="731" y="0"/>
                </a:lnTo>
                <a:lnTo>
                  <a:pt x="749" y="1"/>
                </a:lnTo>
                <a:lnTo>
                  <a:pt x="767" y="3"/>
                </a:lnTo>
                <a:lnTo>
                  <a:pt x="784" y="8"/>
                </a:lnTo>
                <a:lnTo>
                  <a:pt x="800" y="14"/>
                </a:lnTo>
                <a:lnTo>
                  <a:pt x="815" y="21"/>
                </a:lnTo>
                <a:lnTo>
                  <a:pt x="831" y="30"/>
                </a:lnTo>
                <a:lnTo>
                  <a:pt x="845" y="40"/>
                </a:lnTo>
                <a:lnTo>
                  <a:pt x="857" y="52"/>
                </a:lnTo>
                <a:lnTo>
                  <a:pt x="869" y="64"/>
                </a:lnTo>
                <a:lnTo>
                  <a:pt x="879" y="78"/>
                </a:lnTo>
                <a:lnTo>
                  <a:pt x="888" y="93"/>
                </a:lnTo>
                <a:lnTo>
                  <a:pt x="895" y="108"/>
                </a:lnTo>
                <a:lnTo>
                  <a:pt x="901" y="124"/>
                </a:lnTo>
                <a:lnTo>
                  <a:pt x="906" y="141"/>
                </a:lnTo>
                <a:lnTo>
                  <a:pt x="908" y="159"/>
                </a:lnTo>
                <a:lnTo>
                  <a:pt x="909" y="178"/>
                </a:lnTo>
                <a:lnTo>
                  <a:pt x="909" y="712"/>
                </a:lnTo>
                <a:lnTo>
                  <a:pt x="1148" y="712"/>
                </a:lnTo>
                <a:lnTo>
                  <a:pt x="1148" y="712"/>
                </a:lnTo>
                <a:lnTo>
                  <a:pt x="1160" y="712"/>
                </a:lnTo>
                <a:lnTo>
                  <a:pt x="1172" y="714"/>
                </a:lnTo>
                <a:lnTo>
                  <a:pt x="1183" y="717"/>
                </a:lnTo>
                <a:lnTo>
                  <a:pt x="1194" y="721"/>
                </a:lnTo>
                <a:lnTo>
                  <a:pt x="1204" y="726"/>
                </a:lnTo>
                <a:lnTo>
                  <a:pt x="1214" y="732"/>
                </a:lnTo>
                <a:lnTo>
                  <a:pt x="1223" y="739"/>
                </a:lnTo>
                <a:lnTo>
                  <a:pt x="1232" y="746"/>
                </a:lnTo>
                <a:lnTo>
                  <a:pt x="1239" y="755"/>
                </a:lnTo>
                <a:lnTo>
                  <a:pt x="1246" y="764"/>
                </a:lnTo>
                <a:lnTo>
                  <a:pt x="1252" y="774"/>
                </a:lnTo>
                <a:lnTo>
                  <a:pt x="1257" y="784"/>
                </a:lnTo>
                <a:lnTo>
                  <a:pt x="1261" y="795"/>
                </a:lnTo>
                <a:lnTo>
                  <a:pt x="1264" y="806"/>
                </a:lnTo>
                <a:lnTo>
                  <a:pt x="1266" y="818"/>
                </a:lnTo>
                <a:lnTo>
                  <a:pt x="1266" y="830"/>
                </a:lnTo>
                <a:lnTo>
                  <a:pt x="1505" y="830"/>
                </a:lnTo>
                <a:lnTo>
                  <a:pt x="1505" y="830"/>
                </a:lnTo>
                <a:lnTo>
                  <a:pt x="1517" y="831"/>
                </a:lnTo>
                <a:lnTo>
                  <a:pt x="1529" y="832"/>
                </a:lnTo>
                <a:lnTo>
                  <a:pt x="1540" y="835"/>
                </a:lnTo>
                <a:lnTo>
                  <a:pt x="1551" y="839"/>
                </a:lnTo>
                <a:lnTo>
                  <a:pt x="1561" y="844"/>
                </a:lnTo>
                <a:lnTo>
                  <a:pt x="1571" y="850"/>
                </a:lnTo>
                <a:lnTo>
                  <a:pt x="1580" y="857"/>
                </a:lnTo>
                <a:lnTo>
                  <a:pt x="1589" y="865"/>
                </a:lnTo>
                <a:lnTo>
                  <a:pt x="1596" y="873"/>
                </a:lnTo>
                <a:lnTo>
                  <a:pt x="1604" y="882"/>
                </a:lnTo>
                <a:lnTo>
                  <a:pt x="1610" y="893"/>
                </a:lnTo>
                <a:lnTo>
                  <a:pt x="1615" y="903"/>
                </a:lnTo>
                <a:lnTo>
                  <a:pt x="1619" y="914"/>
                </a:lnTo>
                <a:lnTo>
                  <a:pt x="1622" y="925"/>
                </a:lnTo>
                <a:lnTo>
                  <a:pt x="1624" y="937"/>
                </a:lnTo>
                <a:lnTo>
                  <a:pt x="1624" y="949"/>
                </a:lnTo>
                <a:lnTo>
                  <a:pt x="1803" y="949"/>
                </a:lnTo>
                <a:lnTo>
                  <a:pt x="1803" y="949"/>
                </a:lnTo>
                <a:lnTo>
                  <a:pt x="1821" y="950"/>
                </a:lnTo>
                <a:lnTo>
                  <a:pt x="1839" y="953"/>
                </a:lnTo>
                <a:lnTo>
                  <a:pt x="1856" y="957"/>
                </a:lnTo>
                <a:lnTo>
                  <a:pt x="1872" y="963"/>
                </a:lnTo>
                <a:lnTo>
                  <a:pt x="1887" y="971"/>
                </a:lnTo>
                <a:lnTo>
                  <a:pt x="1902" y="980"/>
                </a:lnTo>
                <a:lnTo>
                  <a:pt x="1917" y="990"/>
                </a:lnTo>
                <a:lnTo>
                  <a:pt x="1929" y="1001"/>
                </a:lnTo>
                <a:lnTo>
                  <a:pt x="1941" y="1014"/>
                </a:lnTo>
                <a:lnTo>
                  <a:pt x="1951" y="1028"/>
                </a:lnTo>
                <a:lnTo>
                  <a:pt x="1960" y="1042"/>
                </a:lnTo>
                <a:lnTo>
                  <a:pt x="1967" y="1058"/>
                </a:lnTo>
                <a:lnTo>
                  <a:pt x="1973" y="1074"/>
                </a:lnTo>
                <a:lnTo>
                  <a:pt x="1978" y="1091"/>
                </a:lnTo>
                <a:lnTo>
                  <a:pt x="1980" y="1109"/>
                </a:lnTo>
                <a:lnTo>
                  <a:pt x="1981" y="1127"/>
                </a:lnTo>
                <a:lnTo>
                  <a:pt x="1981" y="1494"/>
                </a:lnTo>
                <a:lnTo>
                  <a:pt x="1981" y="1494"/>
                </a:lnTo>
                <a:lnTo>
                  <a:pt x="1981" y="1536"/>
                </a:lnTo>
                <a:lnTo>
                  <a:pt x="1978" y="1577"/>
                </a:lnTo>
                <a:lnTo>
                  <a:pt x="1975" y="1619"/>
                </a:lnTo>
                <a:lnTo>
                  <a:pt x="1970" y="1660"/>
                </a:lnTo>
                <a:lnTo>
                  <a:pt x="1963" y="1700"/>
                </a:lnTo>
                <a:lnTo>
                  <a:pt x="1956" y="1741"/>
                </a:lnTo>
                <a:lnTo>
                  <a:pt x="1946" y="1781"/>
                </a:lnTo>
                <a:lnTo>
                  <a:pt x="1936" y="1821"/>
                </a:lnTo>
                <a:lnTo>
                  <a:pt x="1743" y="2492"/>
                </a:lnTo>
                <a:lnTo>
                  <a:pt x="671" y="2492"/>
                </a:lnTo>
                <a:lnTo>
                  <a:pt x="671" y="2492"/>
                </a:lnTo>
                <a:lnTo>
                  <a:pt x="634" y="2441"/>
                </a:lnTo>
                <a:lnTo>
                  <a:pt x="592" y="2379"/>
                </a:lnTo>
                <a:lnTo>
                  <a:pt x="546" y="2308"/>
                </a:lnTo>
                <a:lnTo>
                  <a:pt x="495" y="2230"/>
                </a:lnTo>
                <a:lnTo>
                  <a:pt x="442" y="2148"/>
                </a:lnTo>
                <a:lnTo>
                  <a:pt x="389" y="2062"/>
                </a:lnTo>
                <a:lnTo>
                  <a:pt x="282" y="1888"/>
                </a:lnTo>
                <a:lnTo>
                  <a:pt x="183" y="1725"/>
                </a:lnTo>
                <a:lnTo>
                  <a:pt x="102" y="1589"/>
                </a:lnTo>
                <a:lnTo>
                  <a:pt x="26" y="1462"/>
                </a:lnTo>
                <a:lnTo>
                  <a:pt x="26" y="1462"/>
                </a:lnTo>
                <a:lnTo>
                  <a:pt x="19" y="1451"/>
                </a:lnTo>
                <a:lnTo>
                  <a:pt x="13" y="1440"/>
                </a:lnTo>
                <a:lnTo>
                  <a:pt x="8" y="1429"/>
                </a:lnTo>
                <a:lnTo>
                  <a:pt x="4" y="1417"/>
                </a:lnTo>
                <a:lnTo>
                  <a:pt x="2" y="1405"/>
                </a:lnTo>
                <a:lnTo>
                  <a:pt x="0" y="1393"/>
                </a:lnTo>
                <a:lnTo>
                  <a:pt x="0" y="1380"/>
                </a:lnTo>
                <a:lnTo>
                  <a:pt x="0" y="1368"/>
                </a:lnTo>
                <a:lnTo>
                  <a:pt x="2" y="1356"/>
                </a:lnTo>
                <a:lnTo>
                  <a:pt x="4" y="1344"/>
                </a:lnTo>
                <a:lnTo>
                  <a:pt x="8" y="1332"/>
                </a:lnTo>
                <a:lnTo>
                  <a:pt x="13" y="1321"/>
                </a:lnTo>
                <a:lnTo>
                  <a:pt x="18" y="1310"/>
                </a:lnTo>
                <a:lnTo>
                  <a:pt x="25" y="1299"/>
                </a:lnTo>
                <a:lnTo>
                  <a:pt x="33" y="1289"/>
                </a:lnTo>
                <a:lnTo>
                  <a:pt x="41" y="1280"/>
                </a:lnTo>
                <a:lnTo>
                  <a:pt x="41" y="1280"/>
                </a:lnTo>
                <a:lnTo>
                  <a:pt x="51" y="1271"/>
                </a:lnTo>
                <a:lnTo>
                  <a:pt x="63" y="1263"/>
                </a:lnTo>
                <a:lnTo>
                  <a:pt x="75" y="1256"/>
                </a:lnTo>
                <a:lnTo>
                  <a:pt x="87" y="1250"/>
                </a:lnTo>
                <a:lnTo>
                  <a:pt x="99" y="1244"/>
                </a:lnTo>
                <a:lnTo>
                  <a:pt x="111" y="1241"/>
                </a:lnTo>
                <a:lnTo>
                  <a:pt x="124" y="1238"/>
                </a:lnTo>
                <a:lnTo>
                  <a:pt x="137" y="1237"/>
                </a:lnTo>
                <a:lnTo>
                  <a:pt x="150" y="1237"/>
                </a:lnTo>
                <a:lnTo>
                  <a:pt x="163" y="1239"/>
                </a:lnTo>
                <a:lnTo>
                  <a:pt x="176" y="1241"/>
                </a:lnTo>
                <a:lnTo>
                  <a:pt x="188" y="1245"/>
                </a:lnTo>
                <a:lnTo>
                  <a:pt x="201" y="1251"/>
                </a:lnTo>
                <a:lnTo>
                  <a:pt x="214" y="1257"/>
                </a:lnTo>
                <a:lnTo>
                  <a:pt x="225" y="1264"/>
                </a:lnTo>
                <a:lnTo>
                  <a:pt x="236" y="1272"/>
                </a:lnTo>
                <a:lnTo>
                  <a:pt x="552" y="154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9" name="Line 113"/>
          <p:cNvSpPr>
            <a:spLocks noChangeShapeType="1"/>
          </p:cNvSpPr>
          <p:nvPr/>
        </p:nvSpPr>
        <p:spPr bwMode="auto">
          <a:xfrm>
            <a:off x="2961597" y="5854524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0" name="Line 114"/>
          <p:cNvSpPr>
            <a:spLocks noChangeShapeType="1"/>
          </p:cNvSpPr>
          <p:nvPr/>
        </p:nvSpPr>
        <p:spPr bwMode="auto">
          <a:xfrm>
            <a:off x="2918699" y="5832334"/>
            <a:ext cx="0" cy="51774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1" name="Line 115"/>
          <p:cNvSpPr>
            <a:spLocks noChangeShapeType="1"/>
          </p:cNvSpPr>
          <p:nvPr/>
        </p:nvSpPr>
        <p:spPr bwMode="auto">
          <a:xfrm>
            <a:off x="3005975" y="5869316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302" name="Group 82"/>
          <p:cNvGrpSpPr>
            <a:grpSpLocks noChangeAspect="1"/>
          </p:cNvGrpSpPr>
          <p:nvPr/>
        </p:nvGrpSpPr>
        <p:grpSpPr bwMode="auto">
          <a:xfrm>
            <a:off x="3761833" y="1584813"/>
            <a:ext cx="253207" cy="306982"/>
            <a:chOff x="2858" y="579"/>
            <a:chExt cx="1309" cy="1587"/>
          </a:xfrm>
        </p:grpSpPr>
        <p:sp>
          <p:nvSpPr>
            <p:cNvPr id="303" name="Freeform 83"/>
            <p:cNvSpPr>
              <a:spLocks/>
            </p:cNvSpPr>
            <p:nvPr/>
          </p:nvSpPr>
          <p:spPr bwMode="auto">
            <a:xfrm>
              <a:off x="3132" y="1181"/>
              <a:ext cx="763" cy="301"/>
            </a:xfrm>
            <a:custGeom>
              <a:avLst/>
              <a:gdLst>
                <a:gd name="T0" fmla="*/ 709 w 763"/>
                <a:gd name="T1" fmla="*/ 301 h 301"/>
                <a:gd name="T2" fmla="*/ 709 w 763"/>
                <a:gd name="T3" fmla="*/ 301 h 301"/>
                <a:gd name="T4" fmla="*/ 723 w 763"/>
                <a:gd name="T5" fmla="*/ 265 h 301"/>
                <a:gd name="T6" fmla="*/ 733 w 763"/>
                <a:gd name="T7" fmla="*/ 229 h 301"/>
                <a:gd name="T8" fmla="*/ 743 w 763"/>
                <a:gd name="T9" fmla="*/ 188 h 301"/>
                <a:gd name="T10" fmla="*/ 751 w 763"/>
                <a:gd name="T11" fmla="*/ 148 h 301"/>
                <a:gd name="T12" fmla="*/ 757 w 763"/>
                <a:gd name="T13" fmla="*/ 108 h 301"/>
                <a:gd name="T14" fmla="*/ 761 w 763"/>
                <a:gd name="T15" fmla="*/ 70 h 301"/>
                <a:gd name="T16" fmla="*/ 763 w 763"/>
                <a:gd name="T17" fmla="*/ 34 h 301"/>
                <a:gd name="T18" fmla="*/ 763 w 763"/>
                <a:gd name="T19" fmla="*/ 0 h 301"/>
                <a:gd name="T20" fmla="*/ 0 w 763"/>
                <a:gd name="T21" fmla="*/ 0 h 301"/>
                <a:gd name="T22" fmla="*/ 0 w 763"/>
                <a:gd name="T23" fmla="*/ 0 h 301"/>
                <a:gd name="T24" fmla="*/ 0 w 763"/>
                <a:gd name="T25" fmla="*/ 34 h 301"/>
                <a:gd name="T26" fmla="*/ 2 w 763"/>
                <a:gd name="T27" fmla="*/ 70 h 301"/>
                <a:gd name="T28" fmla="*/ 6 w 763"/>
                <a:gd name="T29" fmla="*/ 108 h 301"/>
                <a:gd name="T30" fmla="*/ 12 w 763"/>
                <a:gd name="T31" fmla="*/ 148 h 301"/>
                <a:gd name="T32" fmla="*/ 20 w 763"/>
                <a:gd name="T33" fmla="*/ 188 h 301"/>
                <a:gd name="T34" fmla="*/ 30 w 763"/>
                <a:gd name="T35" fmla="*/ 229 h 301"/>
                <a:gd name="T36" fmla="*/ 40 w 763"/>
                <a:gd name="T37" fmla="*/ 265 h 301"/>
                <a:gd name="T38" fmla="*/ 54 w 763"/>
                <a:gd name="T3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63" h="301">
                  <a:moveTo>
                    <a:pt x="709" y="301"/>
                  </a:moveTo>
                  <a:lnTo>
                    <a:pt x="709" y="301"/>
                  </a:lnTo>
                  <a:lnTo>
                    <a:pt x="723" y="265"/>
                  </a:lnTo>
                  <a:lnTo>
                    <a:pt x="733" y="229"/>
                  </a:lnTo>
                  <a:lnTo>
                    <a:pt x="743" y="188"/>
                  </a:lnTo>
                  <a:lnTo>
                    <a:pt x="751" y="148"/>
                  </a:lnTo>
                  <a:lnTo>
                    <a:pt x="757" y="108"/>
                  </a:lnTo>
                  <a:lnTo>
                    <a:pt x="761" y="70"/>
                  </a:lnTo>
                  <a:lnTo>
                    <a:pt x="763" y="34"/>
                  </a:lnTo>
                  <a:lnTo>
                    <a:pt x="7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4"/>
                  </a:lnTo>
                  <a:lnTo>
                    <a:pt x="2" y="70"/>
                  </a:lnTo>
                  <a:lnTo>
                    <a:pt x="6" y="108"/>
                  </a:lnTo>
                  <a:lnTo>
                    <a:pt x="12" y="148"/>
                  </a:lnTo>
                  <a:lnTo>
                    <a:pt x="20" y="188"/>
                  </a:lnTo>
                  <a:lnTo>
                    <a:pt x="30" y="229"/>
                  </a:lnTo>
                  <a:lnTo>
                    <a:pt x="40" y="265"/>
                  </a:lnTo>
                  <a:lnTo>
                    <a:pt x="54" y="30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4" name="Freeform 84"/>
            <p:cNvSpPr>
              <a:spLocks/>
            </p:cNvSpPr>
            <p:nvPr/>
          </p:nvSpPr>
          <p:spPr bwMode="auto">
            <a:xfrm>
              <a:off x="3272" y="1618"/>
              <a:ext cx="481" cy="548"/>
            </a:xfrm>
            <a:custGeom>
              <a:avLst/>
              <a:gdLst>
                <a:gd name="T0" fmla="*/ 481 w 481"/>
                <a:gd name="T1" fmla="*/ 0 h 548"/>
                <a:gd name="T2" fmla="*/ 0 w 481"/>
                <a:gd name="T3" fmla="*/ 0 h 548"/>
                <a:gd name="T4" fmla="*/ 78 w 481"/>
                <a:gd name="T5" fmla="*/ 548 h 548"/>
                <a:gd name="T6" fmla="*/ 405 w 481"/>
                <a:gd name="T7" fmla="*/ 548 h 548"/>
                <a:gd name="T8" fmla="*/ 481 w 481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548">
                  <a:moveTo>
                    <a:pt x="481" y="0"/>
                  </a:moveTo>
                  <a:lnTo>
                    <a:pt x="0" y="0"/>
                  </a:lnTo>
                  <a:lnTo>
                    <a:pt x="78" y="548"/>
                  </a:lnTo>
                  <a:lnTo>
                    <a:pt x="405" y="548"/>
                  </a:lnTo>
                  <a:lnTo>
                    <a:pt x="48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5" name="Line 85"/>
            <p:cNvSpPr>
              <a:spLocks noChangeShapeType="1"/>
            </p:cNvSpPr>
            <p:nvPr/>
          </p:nvSpPr>
          <p:spPr bwMode="auto">
            <a:xfrm>
              <a:off x="2858" y="1618"/>
              <a:ext cx="1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6" name="Freeform 86"/>
            <p:cNvSpPr>
              <a:spLocks/>
            </p:cNvSpPr>
            <p:nvPr/>
          </p:nvSpPr>
          <p:spPr bwMode="auto">
            <a:xfrm>
              <a:off x="3268" y="579"/>
              <a:ext cx="491" cy="492"/>
            </a:xfrm>
            <a:custGeom>
              <a:avLst/>
              <a:gdLst>
                <a:gd name="T0" fmla="*/ 491 w 491"/>
                <a:gd name="T1" fmla="*/ 246 h 492"/>
                <a:gd name="T2" fmla="*/ 487 w 491"/>
                <a:gd name="T3" fmla="*/ 296 h 492"/>
                <a:gd name="T4" fmla="*/ 471 w 491"/>
                <a:gd name="T5" fmla="*/ 342 h 492"/>
                <a:gd name="T6" fmla="*/ 449 w 491"/>
                <a:gd name="T7" fmla="*/ 384 h 492"/>
                <a:gd name="T8" fmla="*/ 419 w 491"/>
                <a:gd name="T9" fmla="*/ 420 h 492"/>
                <a:gd name="T10" fmla="*/ 383 w 491"/>
                <a:gd name="T11" fmla="*/ 450 h 492"/>
                <a:gd name="T12" fmla="*/ 341 w 491"/>
                <a:gd name="T13" fmla="*/ 472 h 492"/>
                <a:gd name="T14" fmla="*/ 295 w 491"/>
                <a:gd name="T15" fmla="*/ 488 h 492"/>
                <a:gd name="T16" fmla="*/ 245 w 491"/>
                <a:gd name="T17" fmla="*/ 492 h 492"/>
                <a:gd name="T18" fmla="*/ 220 w 491"/>
                <a:gd name="T19" fmla="*/ 490 h 492"/>
                <a:gd name="T20" fmla="*/ 172 w 491"/>
                <a:gd name="T21" fmla="*/ 482 h 492"/>
                <a:gd name="T22" fmla="*/ 128 w 491"/>
                <a:gd name="T23" fmla="*/ 462 h 492"/>
                <a:gd name="T24" fmla="*/ 90 w 491"/>
                <a:gd name="T25" fmla="*/ 436 h 492"/>
                <a:gd name="T26" fmla="*/ 56 w 491"/>
                <a:gd name="T27" fmla="*/ 402 h 492"/>
                <a:gd name="T28" fmla="*/ 30 w 491"/>
                <a:gd name="T29" fmla="*/ 364 h 492"/>
                <a:gd name="T30" fmla="*/ 12 w 491"/>
                <a:gd name="T31" fmla="*/ 320 h 492"/>
                <a:gd name="T32" fmla="*/ 2 w 491"/>
                <a:gd name="T33" fmla="*/ 272 h 492"/>
                <a:gd name="T34" fmla="*/ 0 w 491"/>
                <a:gd name="T35" fmla="*/ 246 h 492"/>
                <a:gd name="T36" fmla="*/ 6 w 491"/>
                <a:gd name="T37" fmla="*/ 196 h 492"/>
                <a:gd name="T38" fmla="*/ 20 w 491"/>
                <a:gd name="T39" fmla="*/ 150 h 492"/>
                <a:gd name="T40" fmla="*/ 42 w 491"/>
                <a:gd name="T41" fmla="*/ 108 h 492"/>
                <a:gd name="T42" fmla="*/ 72 w 491"/>
                <a:gd name="T43" fmla="*/ 72 h 492"/>
                <a:gd name="T44" fmla="*/ 108 w 491"/>
                <a:gd name="T45" fmla="*/ 42 h 492"/>
                <a:gd name="T46" fmla="*/ 150 w 491"/>
                <a:gd name="T47" fmla="*/ 20 h 492"/>
                <a:gd name="T48" fmla="*/ 196 w 491"/>
                <a:gd name="T49" fmla="*/ 6 h 492"/>
                <a:gd name="T50" fmla="*/ 245 w 491"/>
                <a:gd name="T51" fmla="*/ 0 h 492"/>
                <a:gd name="T52" fmla="*/ 271 w 491"/>
                <a:gd name="T53" fmla="*/ 2 h 492"/>
                <a:gd name="T54" fmla="*/ 319 w 491"/>
                <a:gd name="T55" fmla="*/ 12 h 492"/>
                <a:gd name="T56" fmla="*/ 363 w 491"/>
                <a:gd name="T57" fmla="*/ 30 h 492"/>
                <a:gd name="T58" fmla="*/ 401 w 491"/>
                <a:gd name="T59" fmla="*/ 56 h 492"/>
                <a:gd name="T60" fmla="*/ 435 w 491"/>
                <a:gd name="T61" fmla="*/ 90 h 492"/>
                <a:gd name="T62" fmla="*/ 461 w 491"/>
                <a:gd name="T63" fmla="*/ 128 h 492"/>
                <a:gd name="T64" fmla="*/ 479 w 491"/>
                <a:gd name="T65" fmla="*/ 172 h 492"/>
                <a:gd name="T66" fmla="*/ 489 w 491"/>
                <a:gd name="T67" fmla="*/ 220 h 492"/>
                <a:gd name="T68" fmla="*/ 491 w 491"/>
                <a:gd name="T69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1" h="492">
                  <a:moveTo>
                    <a:pt x="491" y="246"/>
                  </a:moveTo>
                  <a:lnTo>
                    <a:pt x="491" y="246"/>
                  </a:lnTo>
                  <a:lnTo>
                    <a:pt x="489" y="272"/>
                  </a:lnTo>
                  <a:lnTo>
                    <a:pt x="487" y="296"/>
                  </a:lnTo>
                  <a:lnTo>
                    <a:pt x="479" y="320"/>
                  </a:lnTo>
                  <a:lnTo>
                    <a:pt x="471" y="342"/>
                  </a:lnTo>
                  <a:lnTo>
                    <a:pt x="461" y="364"/>
                  </a:lnTo>
                  <a:lnTo>
                    <a:pt x="449" y="384"/>
                  </a:lnTo>
                  <a:lnTo>
                    <a:pt x="435" y="402"/>
                  </a:lnTo>
                  <a:lnTo>
                    <a:pt x="419" y="420"/>
                  </a:lnTo>
                  <a:lnTo>
                    <a:pt x="401" y="436"/>
                  </a:lnTo>
                  <a:lnTo>
                    <a:pt x="383" y="450"/>
                  </a:lnTo>
                  <a:lnTo>
                    <a:pt x="363" y="462"/>
                  </a:lnTo>
                  <a:lnTo>
                    <a:pt x="341" y="472"/>
                  </a:lnTo>
                  <a:lnTo>
                    <a:pt x="319" y="482"/>
                  </a:lnTo>
                  <a:lnTo>
                    <a:pt x="295" y="488"/>
                  </a:lnTo>
                  <a:lnTo>
                    <a:pt x="271" y="490"/>
                  </a:lnTo>
                  <a:lnTo>
                    <a:pt x="245" y="492"/>
                  </a:lnTo>
                  <a:lnTo>
                    <a:pt x="245" y="492"/>
                  </a:lnTo>
                  <a:lnTo>
                    <a:pt x="220" y="490"/>
                  </a:lnTo>
                  <a:lnTo>
                    <a:pt x="196" y="488"/>
                  </a:lnTo>
                  <a:lnTo>
                    <a:pt x="172" y="482"/>
                  </a:lnTo>
                  <a:lnTo>
                    <a:pt x="150" y="472"/>
                  </a:lnTo>
                  <a:lnTo>
                    <a:pt x="128" y="462"/>
                  </a:lnTo>
                  <a:lnTo>
                    <a:pt x="108" y="450"/>
                  </a:lnTo>
                  <a:lnTo>
                    <a:pt x="90" y="436"/>
                  </a:lnTo>
                  <a:lnTo>
                    <a:pt x="72" y="420"/>
                  </a:lnTo>
                  <a:lnTo>
                    <a:pt x="56" y="402"/>
                  </a:lnTo>
                  <a:lnTo>
                    <a:pt x="42" y="384"/>
                  </a:lnTo>
                  <a:lnTo>
                    <a:pt x="30" y="364"/>
                  </a:lnTo>
                  <a:lnTo>
                    <a:pt x="20" y="342"/>
                  </a:lnTo>
                  <a:lnTo>
                    <a:pt x="12" y="320"/>
                  </a:lnTo>
                  <a:lnTo>
                    <a:pt x="6" y="296"/>
                  </a:lnTo>
                  <a:lnTo>
                    <a:pt x="2" y="272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2" y="220"/>
                  </a:lnTo>
                  <a:lnTo>
                    <a:pt x="6" y="196"/>
                  </a:lnTo>
                  <a:lnTo>
                    <a:pt x="12" y="172"/>
                  </a:lnTo>
                  <a:lnTo>
                    <a:pt x="20" y="150"/>
                  </a:lnTo>
                  <a:lnTo>
                    <a:pt x="30" y="128"/>
                  </a:lnTo>
                  <a:lnTo>
                    <a:pt x="42" y="108"/>
                  </a:lnTo>
                  <a:lnTo>
                    <a:pt x="56" y="90"/>
                  </a:lnTo>
                  <a:lnTo>
                    <a:pt x="72" y="72"/>
                  </a:lnTo>
                  <a:lnTo>
                    <a:pt x="90" y="56"/>
                  </a:lnTo>
                  <a:lnTo>
                    <a:pt x="108" y="42"/>
                  </a:lnTo>
                  <a:lnTo>
                    <a:pt x="128" y="30"/>
                  </a:lnTo>
                  <a:lnTo>
                    <a:pt x="150" y="20"/>
                  </a:lnTo>
                  <a:lnTo>
                    <a:pt x="172" y="12"/>
                  </a:lnTo>
                  <a:lnTo>
                    <a:pt x="196" y="6"/>
                  </a:lnTo>
                  <a:lnTo>
                    <a:pt x="220" y="2"/>
                  </a:lnTo>
                  <a:lnTo>
                    <a:pt x="245" y="0"/>
                  </a:lnTo>
                  <a:lnTo>
                    <a:pt x="245" y="0"/>
                  </a:lnTo>
                  <a:lnTo>
                    <a:pt x="271" y="2"/>
                  </a:lnTo>
                  <a:lnTo>
                    <a:pt x="295" y="6"/>
                  </a:lnTo>
                  <a:lnTo>
                    <a:pt x="319" y="12"/>
                  </a:lnTo>
                  <a:lnTo>
                    <a:pt x="341" y="20"/>
                  </a:lnTo>
                  <a:lnTo>
                    <a:pt x="363" y="30"/>
                  </a:lnTo>
                  <a:lnTo>
                    <a:pt x="383" y="42"/>
                  </a:lnTo>
                  <a:lnTo>
                    <a:pt x="401" y="56"/>
                  </a:lnTo>
                  <a:lnTo>
                    <a:pt x="419" y="72"/>
                  </a:lnTo>
                  <a:lnTo>
                    <a:pt x="435" y="90"/>
                  </a:lnTo>
                  <a:lnTo>
                    <a:pt x="449" y="108"/>
                  </a:lnTo>
                  <a:lnTo>
                    <a:pt x="461" y="128"/>
                  </a:lnTo>
                  <a:lnTo>
                    <a:pt x="471" y="150"/>
                  </a:lnTo>
                  <a:lnTo>
                    <a:pt x="479" y="172"/>
                  </a:lnTo>
                  <a:lnTo>
                    <a:pt x="487" y="196"/>
                  </a:lnTo>
                  <a:lnTo>
                    <a:pt x="489" y="220"/>
                  </a:lnTo>
                  <a:lnTo>
                    <a:pt x="491" y="246"/>
                  </a:lnTo>
                  <a:lnTo>
                    <a:pt x="491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07" name="Group 110"/>
          <p:cNvGrpSpPr>
            <a:grpSpLocks noChangeAspect="1"/>
          </p:cNvGrpSpPr>
          <p:nvPr/>
        </p:nvGrpSpPr>
        <p:grpSpPr bwMode="auto">
          <a:xfrm>
            <a:off x="5825496" y="3398407"/>
            <a:ext cx="382701" cy="342211"/>
            <a:chOff x="373" y="1869"/>
            <a:chExt cx="293" cy="262"/>
          </a:xfrm>
        </p:grpSpPr>
        <p:sp>
          <p:nvSpPr>
            <p:cNvPr id="308" name="Line 111"/>
            <p:cNvSpPr>
              <a:spLocks noChangeShapeType="1"/>
            </p:cNvSpPr>
            <p:nvPr/>
          </p:nvSpPr>
          <p:spPr bwMode="auto">
            <a:xfrm>
              <a:off x="373" y="2131"/>
              <a:ext cx="2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9" name="Rectangle 112"/>
            <p:cNvSpPr>
              <a:spLocks noChangeArrowheads="1"/>
            </p:cNvSpPr>
            <p:nvPr/>
          </p:nvSpPr>
          <p:spPr bwMode="auto">
            <a:xfrm>
              <a:off x="464" y="1899"/>
              <a:ext cx="111" cy="2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0" name="Rectangle 113"/>
            <p:cNvSpPr>
              <a:spLocks noChangeArrowheads="1"/>
            </p:cNvSpPr>
            <p:nvPr/>
          </p:nvSpPr>
          <p:spPr bwMode="auto">
            <a:xfrm>
              <a:off x="605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1" name="Rectangle 114"/>
            <p:cNvSpPr>
              <a:spLocks noChangeArrowheads="1"/>
            </p:cNvSpPr>
            <p:nvPr/>
          </p:nvSpPr>
          <p:spPr bwMode="auto">
            <a:xfrm>
              <a:off x="383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2" name="Line 115"/>
            <p:cNvSpPr>
              <a:spLocks noChangeShapeType="1"/>
            </p:cNvSpPr>
            <p:nvPr/>
          </p:nvSpPr>
          <p:spPr bwMode="auto">
            <a:xfrm flipV="1">
              <a:off x="424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3" name="Line 116"/>
            <p:cNvSpPr>
              <a:spLocks noChangeShapeType="1"/>
            </p:cNvSpPr>
            <p:nvPr/>
          </p:nvSpPr>
          <p:spPr bwMode="auto">
            <a:xfrm flipV="1">
              <a:off x="616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4" name="Rectangle 117"/>
            <p:cNvSpPr>
              <a:spLocks noChangeArrowheads="1"/>
            </p:cNvSpPr>
            <p:nvPr/>
          </p:nvSpPr>
          <p:spPr bwMode="auto">
            <a:xfrm>
              <a:off x="494" y="1869"/>
              <a:ext cx="51" cy="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5" name="Line 118"/>
            <p:cNvSpPr>
              <a:spLocks noChangeShapeType="1"/>
            </p:cNvSpPr>
            <p:nvPr/>
          </p:nvSpPr>
          <p:spPr bwMode="auto">
            <a:xfrm>
              <a:off x="484" y="199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6" name="Line 119"/>
            <p:cNvSpPr>
              <a:spLocks noChangeShapeType="1"/>
            </p:cNvSpPr>
            <p:nvPr/>
          </p:nvSpPr>
          <p:spPr bwMode="auto">
            <a:xfrm>
              <a:off x="484" y="202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7" name="Line 120"/>
            <p:cNvSpPr>
              <a:spLocks noChangeShapeType="1"/>
            </p:cNvSpPr>
            <p:nvPr/>
          </p:nvSpPr>
          <p:spPr bwMode="auto">
            <a:xfrm>
              <a:off x="484" y="205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8" name="Line 121"/>
            <p:cNvSpPr>
              <a:spLocks noChangeShapeType="1"/>
            </p:cNvSpPr>
            <p:nvPr/>
          </p:nvSpPr>
          <p:spPr bwMode="auto">
            <a:xfrm>
              <a:off x="484" y="208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9" name="Freeform 122"/>
            <p:cNvSpPr>
              <a:spLocks/>
            </p:cNvSpPr>
            <p:nvPr/>
          </p:nvSpPr>
          <p:spPr bwMode="auto">
            <a:xfrm>
              <a:off x="507" y="1918"/>
              <a:ext cx="24" cy="24"/>
            </a:xfrm>
            <a:custGeom>
              <a:avLst/>
              <a:gdLst>
                <a:gd name="T0" fmla="*/ 0 w 72"/>
                <a:gd name="T1" fmla="*/ 72 h 72"/>
                <a:gd name="T2" fmla="*/ 0 w 72"/>
                <a:gd name="T3" fmla="*/ 72 h 72"/>
                <a:gd name="T4" fmla="*/ 1 w 72"/>
                <a:gd name="T5" fmla="*/ 64 h 72"/>
                <a:gd name="T6" fmla="*/ 2 w 72"/>
                <a:gd name="T7" fmla="*/ 57 h 72"/>
                <a:gd name="T8" fmla="*/ 4 w 72"/>
                <a:gd name="T9" fmla="*/ 51 h 72"/>
                <a:gd name="T10" fmla="*/ 6 w 72"/>
                <a:gd name="T11" fmla="*/ 43 h 72"/>
                <a:gd name="T12" fmla="*/ 9 w 72"/>
                <a:gd name="T13" fmla="*/ 37 h 72"/>
                <a:gd name="T14" fmla="*/ 12 w 72"/>
                <a:gd name="T15" fmla="*/ 31 h 72"/>
                <a:gd name="T16" fmla="*/ 16 w 72"/>
                <a:gd name="T17" fmla="*/ 26 h 72"/>
                <a:gd name="T18" fmla="*/ 21 w 72"/>
                <a:gd name="T19" fmla="*/ 21 h 72"/>
                <a:gd name="T20" fmla="*/ 26 w 72"/>
                <a:gd name="T21" fmla="*/ 16 h 72"/>
                <a:gd name="T22" fmla="*/ 31 w 72"/>
                <a:gd name="T23" fmla="*/ 12 h 72"/>
                <a:gd name="T24" fmla="*/ 38 w 72"/>
                <a:gd name="T25" fmla="*/ 9 h 72"/>
                <a:gd name="T26" fmla="*/ 44 w 72"/>
                <a:gd name="T27" fmla="*/ 6 h 72"/>
                <a:gd name="T28" fmla="*/ 51 w 72"/>
                <a:gd name="T29" fmla="*/ 3 h 72"/>
                <a:gd name="T30" fmla="*/ 57 w 72"/>
                <a:gd name="T31" fmla="*/ 2 h 72"/>
                <a:gd name="T32" fmla="*/ 64 w 72"/>
                <a:gd name="T33" fmla="*/ 1 h 72"/>
                <a:gd name="T34" fmla="*/ 72 w 72"/>
                <a:gd name="T3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2">
                  <a:moveTo>
                    <a:pt x="0" y="72"/>
                  </a:moveTo>
                  <a:lnTo>
                    <a:pt x="0" y="72"/>
                  </a:lnTo>
                  <a:lnTo>
                    <a:pt x="1" y="64"/>
                  </a:lnTo>
                  <a:lnTo>
                    <a:pt x="2" y="57"/>
                  </a:lnTo>
                  <a:lnTo>
                    <a:pt x="4" y="51"/>
                  </a:lnTo>
                  <a:lnTo>
                    <a:pt x="6" y="43"/>
                  </a:lnTo>
                  <a:lnTo>
                    <a:pt x="9" y="37"/>
                  </a:lnTo>
                  <a:lnTo>
                    <a:pt x="12" y="31"/>
                  </a:lnTo>
                  <a:lnTo>
                    <a:pt x="16" y="26"/>
                  </a:lnTo>
                  <a:lnTo>
                    <a:pt x="21" y="21"/>
                  </a:lnTo>
                  <a:lnTo>
                    <a:pt x="26" y="16"/>
                  </a:lnTo>
                  <a:lnTo>
                    <a:pt x="31" y="12"/>
                  </a:lnTo>
                  <a:lnTo>
                    <a:pt x="38" y="9"/>
                  </a:lnTo>
                  <a:lnTo>
                    <a:pt x="44" y="6"/>
                  </a:lnTo>
                  <a:lnTo>
                    <a:pt x="51" y="3"/>
                  </a:lnTo>
                  <a:lnTo>
                    <a:pt x="57" y="2"/>
                  </a:lnTo>
                  <a:lnTo>
                    <a:pt x="64" y="1"/>
                  </a:lnTo>
                  <a:lnTo>
                    <a:pt x="7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0" name="Freeform 123"/>
            <p:cNvSpPr>
              <a:spLocks/>
            </p:cNvSpPr>
            <p:nvPr/>
          </p:nvSpPr>
          <p:spPr bwMode="auto">
            <a:xfrm>
              <a:off x="507" y="1942"/>
              <a:ext cx="24" cy="23"/>
            </a:xfrm>
            <a:custGeom>
              <a:avLst/>
              <a:gdLst>
                <a:gd name="T0" fmla="*/ 0 w 72"/>
                <a:gd name="T1" fmla="*/ 0 h 71"/>
                <a:gd name="T2" fmla="*/ 0 w 72"/>
                <a:gd name="T3" fmla="*/ 0 h 71"/>
                <a:gd name="T4" fmla="*/ 1 w 72"/>
                <a:gd name="T5" fmla="*/ 7 h 71"/>
                <a:gd name="T6" fmla="*/ 2 w 72"/>
                <a:gd name="T7" fmla="*/ 14 h 71"/>
                <a:gd name="T8" fmla="*/ 4 w 72"/>
                <a:gd name="T9" fmla="*/ 21 h 71"/>
                <a:gd name="T10" fmla="*/ 6 w 72"/>
                <a:gd name="T11" fmla="*/ 27 h 71"/>
                <a:gd name="T12" fmla="*/ 9 w 72"/>
                <a:gd name="T13" fmla="*/ 33 h 71"/>
                <a:gd name="T14" fmla="*/ 12 w 72"/>
                <a:gd name="T15" fmla="*/ 39 h 71"/>
                <a:gd name="T16" fmla="*/ 16 w 72"/>
                <a:gd name="T17" fmla="*/ 44 h 71"/>
                <a:gd name="T18" fmla="*/ 21 w 72"/>
                <a:gd name="T19" fmla="*/ 49 h 71"/>
                <a:gd name="T20" fmla="*/ 26 w 72"/>
                <a:gd name="T21" fmla="*/ 54 h 71"/>
                <a:gd name="T22" fmla="*/ 31 w 72"/>
                <a:gd name="T23" fmla="*/ 59 h 71"/>
                <a:gd name="T24" fmla="*/ 38 w 72"/>
                <a:gd name="T25" fmla="*/ 62 h 71"/>
                <a:gd name="T26" fmla="*/ 44 w 72"/>
                <a:gd name="T27" fmla="*/ 65 h 71"/>
                <a:gd name="T28" fmla="*/ 51 w 72"/>
                <a:gd name="T29" fmla="*/ 68 h 71"/>
                <a:gd name="T30" fmla="*/ 57 w 72"/>
                <a:gd name="T31" fmla="*/ 69 h 71"/>
                <a:gd name="T32" fmla="*/ 64 w 72"/>
                <a:gd name="T33" fmla="*/ 71 h 71"/>
                <a:gd name="T34" fmla="*/ 72 w 72"/>
                <a:gd name="T3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1">
                  <a:moveTo>
                    <a:pt x="0" y="0"/>
                  </a:moveTo>
                  <a:lnTo>
                    <a:pt x="0" y="0"/>
                  </a:lnTo>
                  <a:lnTo>
                    <a:pt x="1" y="7"/>
                  </a:lnTo>
                  <a:lnTo>
                    <a:pt x="2" y="14"/>
                  </a:lnTo>
                  <a:lnTo>
                    <a:pt x="4" y="21"/>
                  </a:lnTo>
                  <a:lnTo>
                    <a:pt x="6" y="27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6" y="44"/>
                  </a:lnTo>
                  <a:lnTo>
                    <a:pt x="21" y="49"/>
                  </a:lnTo>
                  <a:lnTo>
                    <a:pt x="26" y="54"/>
                  </a:lnTo>
                  <a:lnTo>
                    <a:pt x="31" y="59"/>
                  </a:lnTo>
                  <a:lnTo>
                    <a:pt x="38" y="62"/>
                  </a:lnTo>
                  <a:lnTo>
                    <a:pt x="44" y="65"/>
                  </a:lnTo>
                  <a:lnTo>
                    <a:pt x="51" y="68"/>
                  </a:lnTo>
                  <a:lnTo>
                    <a:pt x="57" y="69"/>
                  </a:lnTo>
                  <a:lnTo>
                    <a:pt x="64" y="71"/>
                  </a:lnTo>
                  <a:lnTo>
                    <a:pt x="72" y="7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1" name="Line 124"/>
            <p:cNvSpPr>
              <a:spLocks noChangeShapeType="1"/>
            </p:cNvSpPr>
            <p:nvPr/>
          </p:nvSpPr>
          <p:spPr bwMode="auto">
            <a:xfrm>
              <a:off x="499" y="1936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2" name="Line 125"/>
            <p:cNvSpPr>
              <a:spLocks noChangeShapeType="1"/>
            </p:cNvSpPr>
            <p:nvPr/>
          </p:nvSpPr>
          <p:spPr bwMode="auto">
            <a:xfrm>
              <a:off x="499" y="1949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3" name="Group 158"/>
          <p:cNvGrpSpPr>
            <a:grpSpLocks noChangeAspect="1"/>
          </p:cNvGrpSpPr>
          <p:nvPr/>
        </p:nvGrpSpPr>
        <p:grpSpPr bwMode="auto">
          <a:xfrm>
            <a:off x="6350447" y="3402325"/>
            <a:ext cx="334374" cy="334374"/>
            <a:chOff x="2546" y="1871"/>
            <a:chExt cx="256" cy="256"/>
          </a:xfrm>
        </p:grpSpPr>
        <p:sp>
          <p:nvSpPr>
            <p:cNvPr id="324" name="Rectangle 159"/>
            <p:cNvSpPr>
              <a:spLocks noChangeArrowheads="1"/>
            </p:cNvSpPr>
            <p:nvPr/>
          </p:nvSpPr>
          <p:spPr bwMode="auto">
            <a:xfrm>
              <a:off x="2564" y="2074"/>
              <a:ext cx="220" cy="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5" name="Rectangle 160"/>
            <p:cNvSpPr>
              <a:spLocks noChangeArrowheads="1"/>
            </p:cNvSpPr>
            <p:nvPr/>
          </p:nvSpPr>
          <p:spPr bwMode="auto">
            <a:xfrm>
              <a:off x="2581" y="1959"/>
              <a:ext cx="186" cy="1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6" name="Line 161"/>
            <p:cNvSpPr>
              <a:spLocks noChangeShapeType="1"/>
            </p:cNvSpPr>
            <p:nvPr/>
          </p:nvSpPr>
          <p:spPr bwMode="auto">
            <a:xfrm flipH="1">
              <a:off x="2546" y="2127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7" name="Line 162"/>
            <p:cNvSpPr>
              <a:spLocks noChangeShapeType="1"/>
            </p:cNvSpPr>
            <p:nvPr/>
          </p:nvSpPr>
          <p:spPr bwMode="auto">
            <a:xfrm flipH="1">
              <a:off x="2546" y="2101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8" name="Line 163"/>
            <p:cNvSpPr>
              <a:spLocks noChangeShapeType="1"/>
            </p:cNvSpPr>
            <p:nvPr/>
          </p:nvSpPr>
          <p:spPr bwMode="auto">
            <a:xfrm>
              <a:off x="259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9" name="Line 164"/>
            <p:cNvSpPr>
              <a:spLocks noChangeShapeType="1"/>
            </p:cNvSpPr>
            <p:nvPr/>
          </p:nvSpPr>
          <p:spPr bwMode="auto">
            <a:xfrm>
              <a:off x="2652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0" name="Line 165"/>
            <p:cNvSpPr>
              <a:spLocks noChangeShapeType="1"/>
            </p:cNvSpPr>
            <p:nvPr/>
          </p:nvSpPr>
          <p:spPr bwMode="auto">
            <a:xfrm>
              <a:off x="263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1" name="Line 166"/>
            <p:cNvSpPr>
              <a:spLocks noChangeShapeType="1"/>
            </p:cNvSpPr>
            <p:nvPr/>
          </p:nvSpPr>
          <p:spPr bwMode="auto">
            <a:xfrm>
              <a:off x="2696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2" name="Line 167"/>
            <p:cNvSpPr>
              <a:spLocks noChangeShapeType="1"/>
            </p:cNvSpPr>
            <p:nvPr/>
          </p:nvSpPr>
          <p:spPr bwMode="auto">
            <a:xfrm>
              <a:off x="271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3" name="Line 168"/>
            <p:cNvSpPr>
              <a:spLocks noChangeShapeType="1"/>
            </p:cNvSpPr>
            <p:nvPr/>
          </p:nvSpPr>
          <p:spPr bwMode="auto">
            <a:xfrm>
              <a:off x="274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4" name="Rectangle 169"/>
            <p:cNvSpPr>
              <a:spLocks noChangeArrowheads="1"/>
            </p:cNvSpPr>
            <p:nvPr/>
          </p:nvSpPr>
          <p:spPr bwMode="auto">
            <a:xfrm>
              <a:off x="2555" y="1933"/>
              <a:ext cx="238" cy="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5" name="Freeform 170"/>
            <p:cNvSpPr>
              <a:spLocks/>
            </p:cNvSpPr>
            <p:nvPr/>
          </p:nvSpPr>
          <p:spPr bwMode="auto">
            <a:xfrm>
              <a:off x="2555" y="1871"/>
              <a:ext cx="238" cy="62"/>
            </a:xfrm>
            <a:custGeom>
              <a:avLst/>
              <a:gdLst>
                <a:gd name="T0" fmla="*/ 954 w 954"/>
                <a:gd name="T1" fmla="*/ 248 h 248"/>
                <a:gd name="T2" fmla="*/ 0 w 954"/>
                <a:gd name="T3" fmla="*/ 248 h 248"/>
                <a:gd name="T4" fmla="*/ 478 w 954"/>
                <a:gd name="T5" fmla="*/ 0 h 248"/>
                <a:gd name="T6" fmla="*/ 954 w 954"/>
                <a:gd name="T7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4" h="248">
                  <a:moveTo>
                    <a:pt x="954" y="248"/>
                  </a:moveTo>
                  <a:lnTo>
                    <a:pt x="0" y="248"/>
                  </a:lnTo>
                  <a:lnTo>
                    <a:pt x="478" y="0"/>
                  </a:lnTo>
                  <a:lnTo>
                    <a:pt x="954" y="24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36" name="Group 173"/>
          <p:cNvGrpSpPr>
            <a:grpSpLocks noChangeAspect="1"/>
          </p:cNvGrpSpPr>
          <p:nvPr/>
        </p:nvGrpSpPr>
        <p:grpSpPr bwMode="auto">
          <a:xfrm>
            <a:off x="6827068" y="3385998"/>
            <a:ext cx="367028" cy="367029"/>
            <a:chOff x="3321" y="1848"/>
            <a:chExt cx="281" cy="281"/>
          </a:xfrm>
        </p:grpSpPr>
        <p:sp>
          <p:nvSpPr>
            <p:cNvPr id="337" name="Rectangle 174"/>
            <p:cNvSpPr>
              <a:spLocks noChangeArrowheads="1"/>
            </p:cNvSpPr>
            <p:nvPr/>
          </p:nvSpPr>
          <p:spPr bwMode="auto">
            <a:xfrm>
              <a:off x="3321" y="1955"/>
              <a:ext cx="136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8" name="Rectangle 175"/>
            <p:cNvSpPr>
              <a:spLocks noChangeArrowheads="1"/>
            </p:cNvSpPr>
            <p:nvPr/>
          </p:nvSpPr>
          <p:spPr bwMode="auto">
            <a:xfrm>
              <a:off x="3350" y="1887"/>
              <a:ext cx="77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9" name="Line 176"/>
            <p:cNvSpPr>
              <a:spLocks noChangeShapeType="1"/>
            </p:cNvSpPr>
            <p:nvPr/>
          </p:nvSpPr>
          <p:spPr bwMode="auto">
            <a:xfrm flipV="1">
              <a:off x="3389" y="1848"/>
              <a:ext cx="0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0" name="Rectangle 177"/>
            <p:cNvSpPr>
              <a:spLocks noChangeArrowheads="1"/>
            </p:cNvSpPr>
            <p:nvPr/>
          </p:nvSpPr>
          <p:spPr bwMode="auto">
            <a:xfrm>
              <a:off x="3486" y="1906"/>
              <a:ext cx="116" cy="2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1" name="Line 178"/>
            <p:cNvSpPr>
              <a:spLocks noChangeShapeType="1"/>
            </p:cNvSpPr>
            <p:nvPr/>
          </p:nvSpPr>
          <p:spPr bwMode="auto">
            <a:xfrm>
              <a:off x="3505" y="1935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2" name="Line 179"/>
            <p:cNvSpPr>
              <a:spLocks noChangeShapeType="1"/>
            </p:cNvSpPr>
            <p:nvPr/>
          </p:nvSpPr>
          <p:spPr bwMode="auto">
            <a:xfrm>
              <a:off x="3505" y="202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3" name="Line 180"/>
            <p:cNvSpPr>
              <a:spLocks noChangeShapeType="1"/>
            </p:cNvSpPr>
            <p:nvPr/>
          </p:nvSpPr>
          <p:spPr bwMode="auto">
            <a:xfrm>
              <a:off x="3505" y="1993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4" name="Line 181"/>
            <p:cNvSpPr>
              <a:spLocks noChangeShapeType="1"/>
            </p:cNvSpPr>
            <p:nvPr/>
          </p:nvSpPr>
          <p:spPr bwMode="auto">
            <a:xfrm>
              <a:off x="3505" y="1964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5" name="Line 182"/>
            <p:cNvSpPr>
              <a:spLocks noChangeShapeType="1"/>
            </p:cNvSpPr>
            <p:nvPr/>
          </p:nvSpPr>
          <p:spPr bwMode="auto">
            <a:xfrm>
              <a:off x="3505" y="205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6" name="Line 183"/>
            <p:cNvSpPr>
              <a:spLocks noChangeShapeType="1"/>
            </p:cNvSpPr>
            <p:nvPr/>
          </p:nvSpPr>
          <p:spPr bwMode="auto">
            <a:xfrm>
              <a:off x="3505" y="2081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7" name="Line 184"/>
            <p:cNvSpPr>
              <a:spLocks noChangeShapeType="1"/>
            </p:cNvSpPr>
            <p:nvPr/>
          </p:nvSpPr>
          <p:spPr bwMode="auto">
            <a:xfrm>
              <a:off x="3350" y="1993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8" name="Line 185"/>
            <p:cNvSpPr>
              <a:spLocks noChangeShapeType="1"/>
            </p:cNvSpPr>
            <p:nvPr/>
          </p:nvSpPr>
          <p:spPr bwMode="auto">
            <a:xfrm>
              <a:off x="3350" y="2032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9" name="Line 186"/>
            <p:cNvSpPr>
              <a:spLocks noChangeShapeType="1"/>
            </p:cNvSpPr>
            <p:nvPr/>
          </p:nvSpPr>
          <p:spPr bwMode="auto">
            <a:xfrm>
              <a:off x="3350" y="2071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0" name="Line 187"/>
            <p:cNvSpPr>
              <a:spLocks noChangeShapeType="1"/>
            </p:cNvSpPr>
            <p:nvPr/>
          </p:nvSpPr>
          <p:spPr bwMode="auto">
            <a:xfrm>
              <a:off x="3369" y="1906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1" name="Line 188"/>
            <p:cNvSpPr>
              <a:spLocks noChangeShapeType="1"/>
            </p:cNvSpPr>
            <p:nvPr/>
          </p:nvSpPr>
          <p:spPr bwMode="auto">
            <a:xfrm>
              <a:off x="3369" y="1935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2" name="Rectangle 189"/>
            <p:cNvSpPr>
              <a:spLocks noChangeArrowheads="1"/>
            </p:cNvSpPr>
            <p:nvPr/>
          </p:nvSpPr>
          <p:spPr bwMode="auto">
            <a:xfrm>
              <a:off x="3379" y="2100"/>
              <a:ext cx="20" cy="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3" name="Rectangle 190"/>
            <p:cNvSpPr>
              <a:spLocks noChangeArrowheads="1"/>
            </p:cNvSpPr>
            <p:nvPr/>
          </p:nvSpPr>
          <p:spPr bwMode="auto">
            <a:xfrm>
              <a:off x="3534" y="2110"/>
              <a:ext cx="19" cy="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54" name="Group 273"/>
          <p:cNvGrpSpPr>
            <a:grpSpLocks noChangeAspect="1"/>
          </p:cNvGrpSpPr>
          <p:nvPr/>
        </p:nvGrpSpPr>
        <p:grpSpPr bwMode="auto">
          <a:xfrm>
            <a:off x="5141100" y="2193023"/>
            <a:ext cx="337092" cy="319466"/>
            <a:chOff x="5230" y="3061"/>
            <a:chExt cx="306" cy="290"/>
          </a:xfrm>
        </p:grpSpPr>
        <p:sp>
          <p:nvSpPr>
            <p:cNvPr id="355" name="Line 274"/>
            <p:cNvSpPr>
              <a:spLocks noChangeShapeType="1"/>
            </p:cNvSpPr>
            <p:nvPr/>
          </p:nvSpPr>
          <p:spPr bwMode="auto">
            <a:xfrm>
              <a:off x="5334" y="3268"/>
              <a:ext cx="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6" name="Line 275"/>
            <p:cNvSpPr>
              <a:spLocks noChangeShapeType="1"/>
            </p:cNvSpPr>
            <p:nvPr/>
          </p:nvSpPr>
          <p:spPr bwMode="auto">
            <a:xfrm flipH="1">
              <a:off x="5417" y="3330"/>
              <a:ext cx="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7" name="Line 276"/>
            <p:cNvSpPr>
              <a:spLocks noChangeShapeType="1"/>
            </p:cNvSpPr>
            <p:nvPr/>
          </p:nvSpPr>
          <p:spPr bwMode="auto">
            <a:xfrm>
              <a:off x="5387" y="3113"/>
              <a:ext cx="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8" name="Line 277"/>
            <p:cNvSpPr>
              <a:spLocks noChangeShapeType="1"/>
            </p:cNvSpPr>
            <p:nvPr/>
          </p:nvSpPr>
          <p:spPr bwMode="auto">
            <a:xfrm>
              <a:off x="5400" y="3144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9" name="Line 278"/>
            <p:cNvSpPr>
              <a:spLocks noChangeShapeType="1"/>
            </p:cNvSpPr>
            <p:nvPr/>
          </p:nvSpPr>
          <p:spPr bwMode="auto">
            <a:xfrm>
              <a:off x="5380" y="3165"/>
              <a:ext cx="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0" name="Line 279"/>
            <p:cNvSpPr>
              <a:spLocks noChangeShapeType="1"/>
            </p:cNvSpPr>
            <p:nvPr/>
          </p:nvSpPr>
          <p:spPr bwMode="auto">
            <a:xfrm>
              <a:off x="5380" y="3186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1" name="Line 280"/>
            <p:cNvSpPr>
              <a:spLocks noChangeShapeType="1"/>
            </p:cNvSpPr>
            <p:nvPr/>
          </p:nvSpPr>
          <p:spPr bwMode="auto">
            <a:xfrm>
              <a:off x="5380" y="3206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2" name="Line 281"/>
            <p:cNvSpPr>
              <a:spLocks noChangeShapeType="1"/>
            </p:cNvSpPr>
            <p:nvPr/>
          </p:nvSpPr>
          <p:spPr bwMode="auto">
            <a:xfrm>
              <a:off x="5374" y="322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3" name="Line 282"/>
            <p:cNvSpPr>
              <a:spLocks noChangeShapeType="1"/>
            </p:cNvSpPr>
            <p:nvPr/>
          </p:nvSpPr>
          <p:spPr bwMode="auto">
            <a:xfrm>
              <a:off x="5360" y="3061"/>
              <a:ext cx="1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4" name="Freeform 283"/>
            <p:cNvSpPr>
              <a:spLocks/>
            </p:cNvSpPr>
            <p:nvPr/>
          </p:nvSpPr>
          <p:spPr bwMode="auto">
            <a:xfrm>
              <a:off x="5230" y="3061"/>
              <a:ext cx="306" cy="290"/>
            </a:xfrm>
            <a:custGeom>
              <a:avLst/>
              <a:gdLst>
                <a:gd name="T0" fmla="*/ 382 w 918"/>
                <a:gd name="T1" fmla="*/ 2 h 870"/>
                <a:gd name="T2" fmla="*/ 367 w 918"/>
                <a:gd name="T3" fmla="*/ 11 h 870"/>
                <a:gd name="T4" fmla="*/ 356 w 918"/>
                <a:gd name="T5" fmla="*/ 35 h 870"/>
                <a:gd name="T6" fmla="*/ 353 w 918"/>
                <a:gd name="T7" fmla="*/ 68 h 870"/>
                <a:gd name="T8" fmla="*/ 352 w 918"/>
                <a:gd name="T9" fmla="*/ 186 h 870"/>
                <a:gd name="T10" fmla="*/ 340 w 918"/>
                <a:gd name="T11" fmla="*/ 397 h 870"/>
                <a:gd name="T12" fmla="*/ 326 w 918"/>
                <a:gd name="T13" fmla="*/ 535 h 870"/>
                <a:gd name="T14" fmla="*/ 311 w 918"/>
                <a:gd name="T15" fmla="*/ 622 h 870"/>
                <a:gd name="T16" fmla="*/ 100 w 918"/>
                <a:gd name="T17" fmla="*/ 622 h 870"/>
                <a:gd name="T18" fmla="*/ 82 w 918"/>
                <a:gd name="T19" fmla="*/ 632 h 870"/>
                <a:gd name="T20" fmla="*/ 72 w 918"/>
                <a:gd name="T21" fmla="*/ 652 h 870"/>
                <a:gd name="T22" fmla="*/ 68 w 918"/>
                <a:gd name="T23" fmla="*/ 700 h 870"/>
                <a:gd name="T24" fmla="*/ 69 w 918"/>
                <a:gd name="T25" fmla="*/ 791 h 870"/>
                <a:gd name="T26" fmla="*/ 62 w 918"/>
                <a:gd name="T27" fmla="*/ 831 h 870"/>
                <a:gd name="T28" fmla="*/ 47 w 918"/>
                <a:gd name="T29" fmla="*/ 853 h 870"/>
                <a:gd name="T30" fmla="*/ 24 w 918"/>
                <a:gd name="T31" fmla="*/ 867 h 870"/>
                <a:gd name="T32" fmla="*/ 483 w 918"/>
                <a:gd name="T33" fmla="*/ 870 h 870"/>
                <a:gd name="T34" fmla="*/ 505 w 918"/>
                <a:gd name="T35" fmla="*/ 867 h 870"/>
                <a:gd name="T36" fmla="*/ 530 w 918"/>
                <a:gd name="T37" fmla="*/ 853 h 870"/>
                <a:gd name="T38" fmla="*/ 546 w 918"/>
                <a:gd name="T39" fmla="*/ 831 h 870"/>
                <a:gd name="T40" fmla="*/ 556 w 918"/>
                <a:gd name="T41" fmla="*/ 791 h 870"/>
                <a:gd name="T42" fmla="*/ 560 w 918"/>
                <a:gd name="T43" fmla="*/ 700 h 870"/>
                <a:gd name="T44" fmla="*/ 568 w 918"/>
                <a:gd name="T45" fmla="*/ 652 h 870"/>
                <a:gd name="T46" fmla="*/ 579 w 918"/>
                <a:gd name="T47" fmla="*/ 632 h 870"/>
                <a:gd name="T48" fmla="*/ 598 w 918"/>
                <a:gd name="T49" fmla="*/ 622 h 870"/>
                <a:gd name="T50" fmla="*/ 615 w 918"/>
                <a:gd name="T51" fmla="*/ 622 h 870"/>
                <a:gd name="T52" fmla="*/ 635 w 918"/>
                <a:gd name="T53" fmla="*/ 629 h 870"/>
                <a:gd name="T54" fmla="*/ 646 w 918"/>
                <a:gd name="T55" fmla="*/ 644 h 870"/>
                <a:gd name="T56" fmla="*/ 653 w 918"/>
                <a:gd name="T57" fmla="*/ 680 h 870"/>
                <a:gd name="T58" fmla="*/ 657 w 918"/>
                <a:gd name="T59" fmla="*/ 749 h 870"/>
                <a:gd name="T60" fmla="*/ 667 w 918"/>
                <a:gd name="T61" fmla="*/ 779 h 870"/>
                <a:gd name="T62" fmla="*/ 683 w 918"/>
                <a:gd name="T63" fmla="*/ 795 h 870"/>
                <a:gd name="T64" fmla="*/ 708 w 918"/>
                <a:gd name="T65" fmla="*/ 806 h 870"/>
                <a:gd name="T66" fmla="*/ 731 w 918"/>
                <a:gd name="T67" fmla="*/ 808 h 870"/>
                <a:gd name="T68" fmla="*/ 749 w 918"/>
                <a:gd name="T69" fmla="*/ 803 h 870"/>
                <a:gd name="T70" fmla="*/ 765 w 918"/>
                <a:gd name="T71" fmla="*/ 789 h 870"/>
                <a:gd name="T72" fmla="*/ 784 w 918"/>
                <a:gd name="T73" fmla="*/ 758 h 870"/>
                <a:gd name="T74" fmla="*/ 805 w 918"/>
                <a:gd name="T75" fmla="*/ 692 h 870"/>
                <a:gd name="T76" fmla="*/ 821 w 918"/>
                <a:gd name="T77" fmla="*/ 604 h 870"/>
                <a:gd name="T78" fmla="*/ 837 w 918"/>
                <a:gd name="T79" fmla="*/ 435 h 870"/>
                <a:gd name="T80" fmla="*/ 842 w 918"/>
                <a:gd name="T81" fmla="*/ 236 h 870"/>
                <a:gd name="T82" fmla="*/ 840 w 918"/>
                <a:gd name="T83" fmla="*/ 63 h 870"/>
                <a:gd name="T84" fmla="*/ 842 w 918"/>
                <a:gd name="T85" fmla="*/ 43 h 870"/>
                <a:gd name="T86" fmla="*/ 851 w 918"/>
                <a:gd name="T87" fmla="*/ 20 h 870"/>
                <a:gd name="T88" fmla="*/ 865 w 918"/>
                <a:gd name="T89" fmla="*/ 6 h 870"/>
                <a:gd name="T90" fmla="*/ 886 w 918"/>
                <a:gd name="T91" fmla="*/ 0 h 870"/>
                <a:gd name="T92" fmla="*/ 893 w 918"/>
                <a:gd name="T93" fmla="*/ 2 h 870"/>
                <a:gd name="T94" fmla="*/ 908 w 918"/>
                <a:gd name="T95" fmla="*/ 20 h 870"/>
                <a:gd name="T96" fmla="*/ 916 w 918"/>
                <a:gd name="T97" fmla="*/ 63 h 870"/>
                <a:gd name="T98" fmla="*/ 918 w 918"/>
                <a:gd name="T99" fmla="*/ 124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18" h="870">
                  <a:moveTo>
                    <a:pt x="389" y="0"/>
                  </a:moveTo>
                  <a:lnTo>
                    <a:pt x="389" y="0"/>
                  </a:lnTo>
                  <a:lnTo>
                    <a:pt x="382" y="2"/>
                  </a:lnTo>
                  <a:lnTo>
                    <a:pt x="376" y="4"/>
                  </a:lnTo>
                  <a:lnTo>
                    <a:pt x="371" y="7"/>
                  </a:lnTo>
                  <a:lnTo>
                    <a:pt x="367" y="11"/>
                  </a:lnTo>
                  <a:lnTo>
                    <a:pt x="364" y="17"/>
                  </a:lnTo>
                  <a:lnTo>
                    <a:pt x="361" y="22"/>
                  </a:lnTo>
                  <a:lnTo>
                    <a:pt x="356" y="35"/>
                  </a:lnTo>
                  <a:lnTo>
                    <a:pt x="354" y="47"/>
                  </a:lnTo>
                  <a:lnTo>
                    <a:pt x="353" y="58"/>
                  </a:lnTo>
                  <a:lnTo>
                    <a:pt x="353" y="68"/>
                  </a:lnTo>
                  <a:lnTo>
                    <a:pt x="353" y="68"/>
                  </a:lnTo>
                  <a:lnTo>
                    <a:pt x="353" y="124"/>
                  </a:lnTo>
                  <a:lnTo>
                    <a:pt x="352" y="186"/>
                  </a:lnTo>
                  <a:lnTo>
                    <a:pt x="349" y="264"/>
                  </a:lnTo>
                  <a:lnTo>
                    <a:pt x="343" y="351"/>
                  </a:lnTo>
                  <a:lnTo>
                    <a:pt x="340" y="397"/>
                  </a:lnTo>
                  <a:lnTo>
                    <a:pt x="336" y="444"/>
                  </a:lnTo>
                  <a:lnTo>
                    <a:pt x="331" y="490"/>
                  </a:lnTo>
                  <a:lnTo>
                    <a:pt x="326" y="535"/>
                  </a:lnTo>
                  <a:lnTo>
                    <a:pt x="318" y="579"/>
                  </a:lnTo>
                  <a:lnTo>
                    <a:pt x="311" y="622"/>
                  </a:lnTo>
                  <a:lnTo>
                    <a:pt x="311" y="622"/>
                  </a:lnTo>
                  <a:lnTo>
                    <a:pt x="109" y="622"/>
                  </a:lnTo>
                  <a:lnTo>
                    <a:pt x="109" y="622"/>
                  </a:lnTo>
                  <a:lnTo>
                    <a:pt x="100" y="622"/>
                  </a:lnTo>
                  <a:lnTo>
                    <a:pt x="94" y="624"/>
                  </a:lnTo>
                  <a:lnTo>
                    <a:pt x="87" y="628"/>
                  </a:lnTo>
                  <a:lnTo>
                    <a:pt x="82" y="632"/>
                  </a:lnTo>
                  <a:lnTo>
                    <a:pt x="78" y="638"/>
                  </a:lnTo>
                  <a:lnTo>
                    <a:pt x="74" y="644"/>
                  </a:lnTo>
                  <a:lnTo>
                    <a:pt x="72" y="652"/>
                  </a:lnTo>
                  <a:lnTo>
                    <a:pt x="70" y="660"/>
                  </a:lnTo>
                  <a:lnTo>
                    <a:pt x="68" y="679"/>
                  </a:lnTo>
                  <a:lnTo>
                    <a:pt x="68" y="700"/>
                  </a:lnTo>
                  <a:lnTo>
                    <a:pt x="69" y="746"/>
                  </a:lnTo>
                  <a:lnTo>
                    <a:pt x="70" y="768"/>
                  </a:lnTo>
                  <a:lnTo>
                    <a:pt x="69" y="791"/>
                  </a:lnTo>
                  <a:lnTo>
                    <a:pt x="67" y="812"/>
                  </a:lnTo>
                  <a:lnTo>
                    <a:pt x="65" y="822"/>
                  </a:lnTo>
                  <a:lnTo>
                    <a:pt x="62" y="831"/>
                  </a:lnTo>
                  <a:lnTo>
                    <a:pt x="58" y="839"/>
                  </a:lnTo>
                  <a:lnTo>
                    <a:pt x="53" y="847"/>
                  </a:lnTo>
                  <a:lnTo>
                    <a:pt x="47" y="853"/>
                  </a:lnTo>
                  <a:lnTo>
                    <a:pt x="41" y="859"/>
                  </a:lnTo>
                  <a:lnTo>
                    <a:pt x="32" y="863"/>
                  </a:lnTo>
                  <a:lnTo>
                    <a:pt x="24" y="867"/>
                  </a:lnTo>
                  <a:lnTo>
                    <a:pt x="13" y="868"/>
                  </a:lnTo>
                  <a:lnTo>
                    <a:pt x="0" y="870"/>
                  </a:lnTo>
                  <a:lnTo>
                    <a:pt x="483" y="870"/>
                  </a:lnTo>
                  <a:lnTo>
                    <a:pt x="483" y="870"/>
                  </a:lnTo>
                  <a:lnTo>
                    <a:pt x="494" y="868"/>
                  </a:lnTo>
                  <a:lnTo>
                    <a:pt x="505" y="867"/>
                  </a:lnTo>
                  <a:lnTo>
                    <a:pt x="515" y="863"/>
                  </a:lnTo>
                  <a:lnTo>
                    <a:pt x="522" y="859"/>
                  </a:lnTo>
                  <a:lnTo>
                    <a:pt x="530" y="853"/>
                  </a:lnTo>
                  <a:lnTo>
                    <a:pt x="536" y="847"/>
                  </a:lnTo>
                  <a:lnTo>
                    <a:pt x="542" y="839"/>
                  </a:lnTo>
                  <a:lnTo>
                    <a:pt x="546" y="831"/>
                  </a:lnTo>
                  <a:lnTo>
                    <a:pt x="549" y="822"/>
                  </a:lnTo>
                  <a:lnTo>
                    <a:pt x="552" y="812"/>
                  </a:lnTo>
                  <a:lnTo>
                    <a:pt x="556" y="791"/>
                  </a:lnTo>
                  <a:lnTo>
                    <a:pt x="558" y="768"/>
                  </a:lnTo>
                  <a:lnTo>
                    <a:pt x="559" y="746"/>
                  </a:lnTo>
                  <a:lnTo>
                    <a:pt x="560" y="700"/>
                  </a:lnTo>
                  <a:lnTo>
                    <a:pt x="561" y="679"/>
                  </a:lnTo>
                  <a:lnTo>
                    <a:pt x="565" y="660"/>
                  </a:lnTo>
                  <a:lnTo>
                    <a:pt x="568" y="652"/>
                  </a:lnTo>
                  <a:lnTo>
                    <a:pt x="570" y="644"/>
                  </a:lnTo>
                  <a:lnTo>
                    <a:pt x="574" y="638"/>
                  </a:lnTo>
                  <a:lnTo>
                    <a:pt x="579" y="632"/>
                  </a:lnTo>
                  <a:lnTo>
                    <a:pt x="584" y="628"/>
                  </a:lnTo>
                  <a:lnTo>
                    <a:pt x="590" y="624"/>
                  </a:lnTo>
                  <a:lnTo>
                    <a:pt x="598" y="622"/>
                  </a:lnTo>
                  <a:lnTo>
                    <a:pt x="607" y="622"/>
                  </a:lnTo>
                  <a:lnTo>
                    <a:pt x="607" y="622"/>
                  </a:lnTo>
                  <a:lnTo>
                    <a:pt x="615" y="622"/>
                  </a:lnTo>
                  <a:lnTo>
                    <a:pt x="623" y="624"/>
                  </a:lnTo>
                  <a:lnTo>
                    <a:pt x="629" y="626"/>
                  </a:lnTo>
                  <a:lnTo>
                    <a:pt x="635" y="629"/>
                  </a:lnTo>
                  <a:lnTo>
                    <a:pt x="639" y="633"/>
                  </a:lnTo>
                  <a:lnTo>
                    <a:pt x="642" y="639"/>
                  </a:lnTo>
                  <a:lnTo>
                    <a:pt x="646" y="644"/>
                  </a:lnTo>
                  <a:lnTo>
                    <a:pt x="648" y="651"/>
                  </a:lnTo>
                  <a:lnTo>
                    <a:pt x="651" y="665"/>
                  </a:lnTo>
                  <a:lnTo>
                    <a:pt x="653" y="680"/>
                  </a:lnTo>
                  <a:lnTo>
                    <a:pt x="654" y="714"/>
                  </a:lnTo>
                  <a:lnTo>
                    <a:pt x="655" y="732"/>
                  </a:lnTo>
                  <a:lnTo>
                    <a:pt x="657" y="749"/>
                  </a:lnTo>
                  <a:lnTo>
                    <a:pt x="661" y="764"/>
                  </a:lnTo>
                  <a:lnTo>
                    <a:pt x="664" y="771"/>
                  </a:lnTo>
                  <a:lnTo>
                    <a:pt x="667" y="779"/>
                  </a:lnTo>
                  <a:lnTo>
                    <a:pt x="671" y="784"/>
                  </a:lnTo>
                  <a:lnTo>
                    <a:pt x="677" y="791"/>
                  </a:lnTo>
                  <a:lnTo>
                    <a:pt x="683" y="795"/>
                  </a:lnTo>
                  <a:lnTo>
                    <a:pt x="690" y="799"/>
                  </a:lnTo>
                  <a:lnTo>
                    <a:pt x="698" y="803"/>
                  </a:lnTo>
                  <a:lnTo>
                    <a:pt x="708" y="806"/>
                  </a:lnTo>
                  <a:lnTo>
                    <a:pt x="719" y="807"/>
                  </a:lnTo>
                  <a:lnTo>
                    <a:pt x="731" y="808"/>
                  </a:lnTo>
                  <a:lnTo>
                    <a:pt x="731" y="808"/>
                  </a:lnTo>
                  <a:lnTo>
                    <a:pt x="737" y="807"/>
                  </a:lnTo>
                  <a:lnTo>
                    <a:pt x="743" y="806"/>
                  </a:lnTo>
                  <a:lnTo>
                    <a:pt x="749" y="803"/>
                  </a:lnTo>
                  <a:lnTo>
                    <a:pt x="755" y="799"/>
                  </a:lnTo>
                  <a:lnTo>
                    <a:pt x="760" y="795"/>
                  </a:lnTo>
                  <a:lnTo>
                    <a:pt x="765" y="789"/>
                  </a:lnTo>
                  <a:lnTo>
                    <a:pt x="770" y="783"/>
                  </a:lnTo>
                  <a:lnTo>
                    <a:pt x="775" y="776"/>
                  </a:lnTo>
                  <a:lnTo>
                    <a:pt x="784" y="758"/>
                  </a:lnTo>
                  <a:lnTo>
                    <a:pt x="791" y="739"/>
                  </a:lnTo>
                  <a:lnTo>
                    <a:pt x="799" y="716"/>
                  </a:lnTo>
                  <a:lnTo>
                    <a:pt x="805" y="692"/>
                  </a:lnTo>
                  <a:lnTo>
                    <a:pt x="812" y="664"/>
                  </a:lnTo>
                  <a:lnTo>
                    <a:pt x="817" y="634"/>
                  </a:lnTo>
                  <a:lnTo>
                    <a:pt x="821" y="604"/>
                  </a:lnTo>
                  <a:lnTo>
                    <a:pt x="826" y="572"/>
                  </a:lnTo>
                  <a:lnTo>
                    <a:pt x="832" y="505"/>
                  </a:lnTo>
                  <a:lnTo>
                    <a:pt x="837" y="435"/>
                  </a:lnTo>
                  <a:lnTo>
                    <a:pt x="840" y="366"/>
                  </a:lnTo>
                  <a:lnTo>
                    <a:pt x="841" y="298"/>
                  </a:lnTo>
                  <a:lnTo>
                    <a:pt x="842" y="236"/>
                  </a:lnTo>
                  <a:lnTo>
                    <a:pt x="842" y="179"/>
                  </a:lnTo>
                  <a:lnTo>
                    <a:pt x="841" y="94"/>
                  </a:lnTo>
                  <a:lnTo>
                    <a:pt x="840" y="63"/>
                  </a:lnTo>
                  <a:lnTo>
                    <a:pt x="840" y="63"/>
                  </a:lnTo>
                  <a:lnTo>
                    <a:pt x="840" y="53"/>
                  </a:lnTo>
                  <a:lnTo>
                    <a:pt x="842" y="43"/>
                  </a:lnTo>
                  <a:lnTo>
                    <a:pt x="845" y="32"/>
                  </a:lnTo>
                  <a:lnTo>
                    <a:pt x="847" y="26"/>
                  </a:lnTo>
                  <a:lnTo>
                    <a:pt x="851" y="20"/>
                  </a:lnTo>
                  <a:lnTo>
                    <a:pt x="855" y="14"/>
                  </a:lnTo>
                  <a:lnTo>
                    <a:pt x="859" y="10"/>
                  </a:lnTo>
                  <a:lnTo>
                    <a:pt x="865" y="6"/>
                  </a:lnTo>
                  <a:lnTo>
                    <a:pt x="871" y="4"/>
                  </a:lnTo>
                  <a:lnTo>
                    <a:pt x="878" y="2"/>
                  </a:lnTo>
                  <a:lnTo>
                    <a:pt x="886" y="0"/>
                  </a:lnTo>
                  <a:lnTo>
                    <a:pt x="886" y="0"/>
                  </a:lnTo>
                  <a:lnTo>
                    <a:pt x="889" y="0"/>
                  </a:lnTo>
                  <a:lnTo>
                    <a:pt x="893" y="2"/>
                  </a:lnTo>
                  <a:lnTo>
                    <a:pt x="899" y="6"/>
                  </a:lnTo>
                  <a:lnTo>
                    <a:pt x="903" y="12"/>
                  </a:lnTo>
                  <a:lnTo>
                    <a:pt x="908" y="20"/>
                  </a:lnTo>
                  <a:lnTo>
                    <a:pt x="911" y="30"/>
                  </a:lnTo>
                  <a:lnTo>
                    <a:pt x="913" y="40"/>
                  </a:lnTo>
                  <a:lnTo>
                    <a:pt x="916" y="63"/>
                  </a:lnTo>
                  <a:lnTo>
                    <a:pt x="918" y="86"/>
                  </a:lnTo>
                  <a:lnTo>
                    <a:pt x="918" y="105"/>
                  </a:lnTo>
                  <a:lnTo>
                    <a:pt x="918" y="124"/>
                  </a:lnTo>
                  <a:lnTo>
                    <a:pt x="84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65" name="Group 327"/>
          <p:cNvGrpSpPr>
            <a:grpSpLocks noChangeAspect="1"/>
          </p:cNvGrpSpPr>
          <p:nvPr/>
        </p:nvGrpSpPr>
        <p:grpSpPr bwMode="auto">
          <a:xfrm>
            <a:off x="4844542" y="4046482"/>
            <a:ext cx="313958" cy="326076"/>
            <a:chOff x="4054" y="3006"/>
            <a:chExt cx="285" cy="296"/>
          </a:xfrm>
        </p:grpSpPr>
        <p:sp>
          <p:nvSpPr>
            <p:cNvPr id="366" name="Rectangle 328"/>
            <p:cNvSpPr>
              <a:spLocks noChangeArrowheads="1"/>
            </p:cNvSpPr>
            <p:nvPr/>
          </p:nvSpPr>
          <p:spPr bwMode="auto">
            <a:xfrm>
              <a:off x="4077" y="3006"/>
              <a:ext cx="216" cy="2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7" name="Rectangle 329"/>
            <p:cNvSpPr>
              <a:spLocks noChangeArrowheads="1"/>
            </p:cNvSpPr>
            <p:nvPr/>
          </p:nvSpPr>
          <p:spPr bwMode="auto">
            <a:xfrm>
              <a:off x="4145" y="3063"/>
              <a:ext cx="91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8" name="Line 330"/>
            <p:cNvSpPr>
              <a:spLocks noChangeShapeType="1"/>
            </p:cNvSpPr>
            <p:nvPr/>
          </p:nvSpPr>
          <p:spPr bwMode="auto">
            <a:xfrm>
              <a:off x="4054" y="3268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9" name="Line 331"/>
            <p:cNvSpPr>
              <a:spLocks noChangeShapeType="1"/>
            </p:cNvSpPr>
            <p:nvPr/>
          </p:nvSpPr>
          <p:spPr bwMode="auto">
            <a:xfrm>
              <a:off x="4054" y="3222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0" name="Line 332"/>
            <p:cNvSpPr>
              <a:spLocks noChangeShapeType="1"/>
            </p:cNvSpPr>
            <p:nvPr/>
          </p:nvSpPr>
          <p:spPr bwMode="auto">
            <a:xfrm>
              <a:off x="4054" y="3177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1" name="Line 333"/>
            <p:cNvSpPr>
              <a:spLocks noChangeShapeType="1"/>
            </p:cNvSpPr>
            <p:nvPr/>
          </p:nvSpPr>
          <p:spPr bwMode="auto">
            <a:xfrm>
              <a:off x="4054" y="3131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2" name="Line 334"/>
            <p:cNvSpPr>
              <a:spLocks noChangeShapeType="1"/>
            </p:cNvSpPr>
            <p:nvPr/>
          </p:nvSpPr>
          <p:spPr bwMode="auto">
            <a:xfrm>
              <a:off x="4054" y="3086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3" name="Line 335"/>
            <p:cNvSpPr>
              <a:spLocks noChangeShapeType="1"/>
            </p:cNvSpPr>
            <p:nvPr/>
          </p:nvSpPr>
          <p:spPr bwMode="auto">
            <a:xfrm>
              <a:off x="4054" y="3040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4" name="Rectangle 336"/>
            <p:cNvSpPr>
              <a:spLocks noChangeArrowheads="1"/>
            </p:cNvSpPr>
            <p:nvPr/>
          </p:nvSpPr>
          <p:spPr bwMode="auto">
            <a:xfrm>
              <a:off x="4293" y="3029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5" name="Rectangle 337"/>
            <p:cNvSpPr>
              <a:spLocks noChangeArrowheads="1"/>
            </p:cNvSpPr>
            <p:nvPr/>
          </p:nvSpPr>
          <p:spPr bwMode="auto">
            <a:xfrm>
              <a:off x="4293" y="3086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6" name="Rectangle 338"/>
            <p:cNvSpPr>
              <a:spLocks noChangeArrowheads="1"/>
            </p:cNvSpPr>
            <p:nvPr/>
          </p:nvSpPr>
          <p:spPr bwMode="auto">
            <a:xfrm>
              <a:off x="4293" y="3143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7" name="Rectangle 339"/>
            <p:cNvSpPr>
              <a:spLocks noChangeArrowheads="1"/>
            </p:cNvSpPr>
            <p:nvPr/>
          </p:nvSpPr>
          <p:spPr bwMode="auto">
            <a:xfrm>
              <a:off x="4293" y="3200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78" name="Group 215"/>
          <p:cNvGrpSpPr>
            <a:grpSpLocks noChangeAspect="1"/>
          </p:cNvGrpSpPr>
          <p:nvPr/>
        </p:nvGrpSpPr>
        <p:grpSpPr bwMode="auto">
          <a:xfrm>
            <a:off x="4578369" y="2167008"/>
            <a:ext cx="371496" cy="371496"/>
            <a:chOff x="1591" y="3005"/>
            <a:chExt cx="291" cy="291"/>
          </a:xfrm>
        </p:grpSpPr>
        <p:sp>
          <p:nvSpPr>
            <p:cNvPr id="379" name="Freeform 216"/>
            <p:cNvSpPr>
              <a:spLocks/>
            </p:cNvSpPr>
            <p:nvPr/>
          </p:nvSpPr>
          <p:spPr bwMode="auto">
            <a:xfrm>
              <a:off x="1777" y="3201"/>
              <a:ext cx="70" cy="50"/>
            </a:xfrm>
            <a:custGeom>
              <a:avLst/>
              <a:gdLst>
                <a:gd name="T0" fmla="*/ 211 w 211"/>
                <a:gd name="T1" fmla="*/ 0 h 151"/>
                <a:gd name="T2" fmla="*/ 75 w 211"/>
                <a:gd name="T3" fmla="*/ 151 h 151"/>
                <a:gd name="T4" fmla="*/ 0 w 211"/>
                <a:gd name="T5" fmla="*/ 7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151">
                  <a:moveTo>
                    <a:pt x="211" y="0"/>
                  </a:moveTo>
                  <a:lnTo>
                    <a:pt x="75" y="151"/>
                  </a:lnTo>
                  <a:lnTo>
                    <a:pt x="0" y="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0" name="Freeform 217"/>
            <p:cNvSpPr>
              <a:spLocks/>
            </p:cNvSpPr>
            <p:nvPr/>
          </p:nvSpPr>
          <p:spPr bwMode="auto">
            <a:xfrm>
              <a:off x="1742" y="3156"/>
              <a:ext cx="140" cy="140"/>
            </a:xfrm>
            <a:custGeom>
              <a:avLst/>
              <a:gdLst>
                <a:gd name="T0" fmla="*/ 421 w 421"/>
                <a:gd name="T1" fmla="*/ 210 h 421"/>
                <a:gd name="T2" fmla="*/ 416 w 421"/>
                <a:gd name="T3" fmla="*/ 252 h 421"/>
                <a:gd name="T4" fmla="*/ 404 w 421"/>
                <a:gd name="T5" fmla="*/ 292 h 421"/>
                <a:gd name="T6" fmla="*/ 385 w 421"/>
                <a:gd name="T7" fmla="*/ 328 h 421"/>
                <a:gd name="T8" fmla="*/ 359 w 421"/>
                <a:gd name="T9" fmla="*/ 359 h 421"/>
                <a:gd name="T10" fmla="*/ 328 w 421"/>
                <a:gd name="T11" fmla="*/ 385 h 421"/>
                <a:gd name="T12" fmla="*/ 292 w 421"/>
                <a:gd name="T13" fmla="*/ 404 h 421"/>
                <a:gd name="T14" fmla="*/ 252 w 421"/>
                <a:gd name="T15" fmla="*/ 416 h 421"/>
                <a:gd name="T16" fmla="*/ 210 w 421"/>
                <a:gd name="T17" fmla="*/ 421 h 421"/>
                <a:gd name="T18" fmla="*/ 188 w 421"/>
                <a:gd name="T19" fmla="*/ 419 h 421"/>
                <a:gd name="T20" fmla="*/ 147 w 421"/>
                <a:gd name="T21" fmla="*/ 411 h 421"/>
                <a:gd name="T22" fmla="*/ 110 w 421"/>
                <a:gd name="T23" fmla="*/ 396 h 421"/>
                <a:gd name="T24" fmla="*/ 76 w 421"/>
                <a:gd name="T25" fmla="*/ 373 h 421"/>
                <a:gd name="T26" fmla="*/ 48 w 421"/>
                <a:gd name="T27" fmla="*/ 344 h 421"/>
                <a:gd name="T28" fmla="*/ 26 w 421"/>
                <a:gd name="T29" fmla="*/ 310 h 421"/>
                <a:gd name="T30" fmla="*/ 9 w 421"/>
                <a:gd name="T31" fmla="*/ 273 h 421"/>
                <a:gd name="T32" fmla="*/ 1 w 421"/>
                <a:gd name="T33" fmla="*/ 232 h 421"/>
                <a:gd name="T34" fmla="*/ 0 w 421"/>
                <a:gd name="T35" fmla="*/ 210 h 421"/>
                <a:gd name="T36" fmla="*/ 4 w 421"/>
                <a:gd name="T37" fmla="*/ 168 h 421"/>
                <a:gd name="T38" fmla="*/ 16 w 421"/>
                <a:gd name="T39" fmla="*/ 128 h 421"/>
                <a:gd name="T40" fmla="*/ 35 w 421"/>
                <a:gd name="T41" fmla="*/ 92 h 421"/>
                <a:gd name="T42" fmla="*/ 61 w 421"/>
                <a:gd name="T43" fmla="*/ 61 h 421"/>
                <a:gd name="T44" fmla="*/ 92 w 421"/>
                <a:gd name="T45" fmla="*/ 35 h 421"/>
                <a:gd name="T46" fmla="*/ 128 w 421"/>
                <a:gd name="T47" fmla="*/ 16 h 421"/>
                <a:gd name="T48" fmla="*/ 168 w 421"/>
                <a:gd name="T49" fmla="*/ 4 h 421"/>
                <a:gd name="T50" fmla="*/ 210 w 421"/>
                <a:gd name="T51" fmla="*/ 0 h 421"/>
                <a:gd name="T52" fmla="*/ 232 w 421"/>
                <a:gd name="T53" fmla="*/ 1 h 421"/>
                <a:gd name="T54" fmla="*/ 273 w 421"/>
                <a:gd name="T55" fmla="*/ 9 h 421"/>
                <a:gd name="T56" fmla="*/ 310 w 421"/>
                <a:gd name="T57" fmla="*/ 26 h 421"/>
                <a:gd name="T58" fmla="*/ 344 w 421"/>
                <a:gd name="T59" fmla="*/ 48 h 421"/>
                <a:gd name="T60" fmla="*/ 373 w 421"/>
                <a:gd name="T61" fmla="*/ 76 h 421"/>
                <a:gd name="T62" fmla="*/ 396 w 421"/>
                <a:gd name="T63" fmla="*/ 110 h 421"/>
                <a:gd name="T64" fmla="*/ 411 w 421"/>
                <a:gd name="T65" fmla="*/ 147 h 421"/>
                <a:gd name="T66" fmla="*/ 419 w 421"/>
                <a:gd name="T67" fmla="*/ 188 h 421"/>
                <a:gd name="T68" fmla="*/ 421 w 421"/>
                <a:gd name="T69" fmla="*/ 21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1" h="421">
                  <a:moveTo>
                    <a:pt x="421" y="210"/>
                  </a:moveTo>
                  <a:lnTo>
                    <a:pt x="421" y="210"/>
                  </a:lnTo>
                  <a:lnTo>
                    <a:pt x="419" y="232"/>
                  </a:lnTo>
                  <a:lnTo>
                    <a:pt x="416" y="252"/>
                  </a:lnTo>
                  <a:lnTo>
                    <a:pt x="411" y="273"/>
                  </a:lnTo>
                  <a:lnTo>
                    <a:pt x="404" y="292"/>
                  </a:lnTo>
                  <a:lnTo>
                    <a:pt x="396" y="310"/>
                  </a:lnTo>
                  <a:lnTo>
                    <a:pt x="385" y="328"/>
                  </a:lnTo>
                  <a:lnTo>
                    <a:pt x="373" y="344"/>
                  </a:lnTo>
                  <a:lnTo>
                    <a:pt x="359" y="359"/>
                  </a:lnTo>
                  <a:lnTo>
                    <a:pt x="344" y="373"/>
                  </a:lnTo>
                  <a:lnTo>
                    <a:pt x="328" y="385"/>
                  </a:lnTo>
                  <a:lnTo>
                    <a:pt x="310" y="396"/>
                  </a:lnTo>
                  <a:lnTo>
                    <a:pt x="292" y="404"/>
                  </a:lnTo>
                  <a:lnTo>
                    <a:pt x="273" y="411"/>
                  </a:lnTo>
                  <a:lnTo>
                    <a:pt x="252" y="416"/>
                  </a:lnTo>
                  <a:lnTo>
                    <a:pt x="232" y="419"/>
                  </a:lnTo>
                  <a:lnTo>
                    <a:pt x="210" y="421"/>
                  </a:lnTo>
                  <a:lnTo>
                    <a:pt x="210" y="421"/>
                  </a:lnTo>
                  <a:lnTo>
                    <a:pt x="188" y="419"/>
                  </a:lnTo>
                  <a:lnTo>
                    <a:pt x="168" y="416"/>
                  </a:lnTo>
                  <a:lnTo>
                    <a:pt x="147" y="411"/>
                  </a:lnTo>
                  <a:lnTo>
                    <a:pt x="128" y="404"/>
                  </a:lnTo>
                  <a:lnTo>
                    <a:pt x="110" y="396"/>
                  </a:lnTo>
                  <a:lnTo>
                    <a:pt x="92" y="385"/>
                  </a:lnTo>
                  <a:lnTo>
                    <a:pt x="76" y="373"/>
                  </a:lnTo>
                  <a:lnTo>
                    <a:pt x="61" y="359"/>
                  </a:lnTo>
                  <a:lnTo>
                    <a:pt x="48" y="344"/>
                  </a:lnTo>
                  <a:lnTo>
                    <a:pt x="35" y="328"/>
                  </a:lnTo>
                  <a:lnTo>
                    <a:pt x="26" y="310"/>
                  </a:lnTo>
                  <a:lnTo>
                    <a:pt x="16" y="292"/>
                  </a:lnTo>
                  <a:lnTo>
                    <a:pt x="9" y="273"/>
                  </a:lnTo>
                  <a:lnTo>
                    <a:pt x="4" y="252"/>
                  </a:lnTo>
                  <a:lnTo>
                    <a:pt x="1" y="232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1" y="188"/>
                  </a:lnTo>
                  <a:lnTo>
                    <a:pt x="4" y="168"/>
                  </a:lnTo>
                  <a:lnTo>
                    <a:pt x="9" y="147"/>
                  </a:lnTo>
                  <a:lnTo>
                    <a:pt x="16" y="128"/>
                  </a:lnTo>
                  <a:lnTo>
                    <a:pt x="26" y="110"/>
                  </a:lnTo>
                  <a:lnTo>
                    <a:pt x="35" y="92"/>
                  </a:lnTo>
                  <a:lnTo>
                    <a:pt x="48" y="76"/>
                  </a:lnTo>
                  <a:lnTo>
                    <a:pt x="61" y="61"/>
                  </a:lnTo>
                  <a:lnTo>
                    <a:pt x="76" y="48"/>
                  </a:lnTo>
                  <a:lnTo>
                    <a:pt x="92" y="35"/>
                  </a:lnTo>
                  <a:lnTo>
                    <a:pt x="110" y="26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32" y="1"/>
                  </a:lnTo>
                  <a:lnTo>
                    <a:pt x="252" y="4"/>
                  </a:lnTo>
                  <a:lnTo>
                    <a:pt x="273" y="9"/>
                  </a:lnTo>
                  <a:lnTo>
                    <a:pt x="292" y="16"/>
                  </a:lnTo>
                  <a:lnTo>
                    <a:pt x="310" y="26"/>
                  </a:lnTo>
                  <a:lnTo>
                    <a:pt x="328" y="35"/>
                  </a:lnTo>
                  <a:lnTo>
                    <a:pt x="344" y="48"/>
                  </a:lnTo>
                  <a:lnTo>
                    <a:pt x="359" y="61"/>
                  </a:lnTo>
                  <a:lnTo>
                    <a:pt x="373" y="76"/>
                  </a:lnTo>
                  <a:lnTo>
                    <a:pt x="385" y="92"/>
                  </a:lnTo>
                  <a:lnTo>
                    <a:pt x="396" y="110"/>
                  </a:lnTo>
                  <a:lnTo>
                    <a:pt x="404" y="128"/>
                  </a:lnTo>
                  <a:lnTo>
                    <a:pt x="411" y="147"/>
                  </a:lnTo>
                  <a:lnTo>
                    <a:pt x="416" y="168"/>
                  </a:lnTo>
                  <a:lnTo>
                    <a:pt x="419" y="188"/>
                  </a:lnTo>
                  <a:lnTo>
                    <a:pt x="421" y="210"/>
                  </a:lnTo>
                  <a:lnTo>
                    <a:pt x="421" y="2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1" name="Freeform 218"/>
            <p:cNvSpPr>
              <a:spLocks/>
            </p:cNvSpPr>
            <p:nvPr/>
          </p:nvSpPr>
          <p:spPr bwMode="auto">
            <a:xfrm>
              <a:off x="1591" y="3045"/>
              <a:ext cx="120" cy="221"/>
            </a:xfrm>
            <a:custGeom>
              <a:avLst/>
              <a:gdLst>
                <a:gd name="T0" fmla="*/ 361 w 361"/>
                <a:gd name="T1" fmla="*/ 662 h 662"/>
                <a:gd name="T2" fmla="*/ 61 w 361"/>
                <a:gd name="T3" fmla="*/ 662 h 662"/>
                <a:gd name="T4" fmla="*/ 61 w 361"/>
                <a:gd name="T5" fmla="*/ 662 h 662"/>
                <a:gd name="T6" fmla="*/ 47 w 361"/>
                <a:gd name="T7" fmla="*/ 661 h 662"/>
                <a:gd name="T8" fmla="*/ 34 w 361"/>
                <a:gd name="T9" fmla="*/ 658 h 662"/>
                <a:gd name="T10" fmla="*/ 23 w 361"/>
                <a:gd name="T11" fmla="*/ 653 h 662"/>
                <a:gd name="T12" fmla="*/ 19 w 361"/>
                <a:gd name="T13" fmla="*/ 650 h 662"/>
                <a:gd name="T14" fmla="*/ 16 w 361"/>
                <a:gd name="T15" fmla="*/ 647 h 662"/>
                <a:gd name="T16" fmla="*/ 11 w 361"/>
                <a:gd name="T17" fmla="*/ 644 h 662"/>
                <a:gd name="T18" fmla="*/ 9 w 361"/>
                <a:gd name="T19" fmla="*/ 638 h 662"/>
                <a:gd name="T20" fmla="*/ 5 w 361"/>
                <a:gd name="T21" fmla="*/ 628 h 662"/>
                <a:gd name="T22" fmla="*/ 2 w 361"/>
                <a:gd name="T23" fmla="*/ 616 h 662"/>
                <a:gd name="T24" fmla="*/ 0 w 361"/>
                <a:gd name="T25" fmla="*/ 602 h 662"/>
                <a:gd name="T26" fmla="*/ 0 w 361"/>
                <a:gd name="T27" fmla="*/ 0 h 662"/>
                <a:gd name="T28" fmla="*/ 152 w 361"/>
                <a:gd name="T29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1" h="662">
                  <a:moveTo>
                    <a:pt x="361" y="662"/>
                  </a:moveTo>
                  <a:lnTo>
                    <a:pt x="61" y="662"/>
                  </a:lnTo>
                  <a:lnTo>
                    <a:pt x="61" y="662"/>
                  </a:lnTo>
                  <a:lnTo>
                    <a:pt x="47" y="661"/>
                  </a:lnTo>
                  <a:lnTo>
                    <a:pt x="34" y="658"/>
                  </a:lnTo>
                  <a:lnTo>
                    <a:pt x="23" y="653"/>
                  </a:lnTo>
                  <a:lnTo>
                    <a:pt x="19" y="650"/>
                  </a:lnTo>
                  <a:lnTo>
                    <a:pt x="16" y="647"/>
                  </a:lnTo>
                  <a:lnTo>
                    <a:pt x="11" y="644"/>
                  </a:lnTo>
                  <a:lnTo>
                    <a:pt x="9" y="638"/>
                  </a:lnTo>
                  <a:lnTo>
                    <a:pt x="5" y="628"/>
                  </a:lnTo>
                  <a:lnTo>
                    <a:pt x="2" y="616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1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2" name="Freeform 219"/>
            <p:cNvSpPr>
              <a:spLocks/>
            </p:cNvSpPr>
            <p:nvPr/>
          </p:nvSpPr>
          <p:spPr bwMode="auto">
            <a:xfrm>
              <a:off x="1611" y="3065"/>
              <a:ext cx="94" cy="181"/>
            </a:xfrm>
            <a:custGeom>
              <a:avLst/>
              <a:gdLst>
                <a:gd name="T0" fmla="*/ 281 w 281"/>
                <a:gd name="T1" fmla="*/ 542 h 542"/>
                <a:gd name="T2" fmla="*/ 0 w 281"/>
                <a:gd name="T3" fmla="*/ 542 h 542"/>
                <a:gd name="T4" fmla="*/ 0 w 281"/>
                <a:gd name="T5" fmla="*/ 0 h 542"/>
                <a:gd name="T6" fmla="*/ 91 w 28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1" h="542">
                  <a:moveTo>
                    <a:pt x="281" y="542"/>
                  </a:moveTo>
                  <a:lnTo>
                    <a:pt x="0" y="542"/>
                  </a:lnTo>
                  <a:lnTo>
                    <a:pt x="0" y="0"/>
                  </a:lnTo>
                  <a:lnTo>
                    <a:pt x="9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3" name="Freeform 220"/>
            <p:cNvSpPr>
              <a:spLocks/>
            </p:cNvSpPr>
            <p:nvPr/>
          </p:nvSpPr>
          <p:spPr bwMode="auto">
            <a:xfrm>
              <a:off x="1742" y="3045"/>
              <a:ext cx="50" cy="74"/>
            </a:xfrm>
            <a:custGeom>
              <a:avLst/>
              <a:gdLst>
                <a:gd name="T0" fmla="*/ 150 w 150"/>
                <a:gd name="T1" fmla="*/ 221 h 221"/>
                <a:gd name="T2" fmla="*/ 150 w 150"/>
                <a:gd name="T3" fmla="*/ 0 h 221"/>
                <a:gd name="T4" fmla="*/ 0 w 150"/>
                <a:gd name="T5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21">
                  <a:moveTo>
                    <a:pt x="150" y="221"/>
                  </a:moveTo>
                  <a:lnTo>
                    <a:pt x="15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4" name="Freeform 221"/>
            <p:cNvSpPr>
              <a:spLocks/>
            </p:cNvSpPr>
            <p:nvPr/>
          </p:nvSpPr>
          <p:spPr bwMode="auto">
            <a:xfrm>
              <a:off x="1642" y="3005"/>
              <a:ext cx="100" cy="80"/>
            </a:xfrm>
            <a:custGeom>
              <a:avLst/>
              <a:gdLst>
                <a:gd name="T0" fmla="*/ 228 w 300"/>
                <a:gd name="T1" fmla="*/ 61 h 241"/>
                <a:gd name="T2" fmla="*/ 228 w 300"/>
                <a:gd name="T3" fmla="*/ 61 h 241"/>
                <a:gd name="T4" fmla="*/ 227 w 300"/>
                <a:gd name="T5" fmla="*/ 49 h 241"/>
                <a:gd name="T6" fmla="*/ 224 w 300"/>
                <a:gd name="T7" fmla="*/ 38 h 241"/>
                <a:gd name="T8" fmla="*/ 222 w 300"/>
                <a:gd name="T9" fmla="*/ 33 h 241"/>
                <a:gd name="T10" fmla="*/ 219 w 300"/>
                <a:gd name="T11" fmla="*/ 29 h 241"/>
                <a:gd name="T12" fmla="*/ 215 w 300"/>
                <a:gd name="T13" fmla="*/ 23 h 241"/>
                <a:gd name="T14" fmla="*/ 211 w 300"/>
                <a:gd name="T15" fmla="*/ 19 h 241"/>
                <a:gd name="T16" fmla="*/ 207 w 300"/>
                <a:gd name="T17" fmla="*/ 16 h 241"/>
                <a:gd name="T18" fmla="*/ 201 w 300"/>
                <a:gd name="T19" fmla="*/ 11 h 241"/>
                <a:gd name="T20" fmla="*/ 195 w 300"/>
                <a:gd name="T21" fmla="*/ 8 h 241"/>
                <a:gd name="T22" fmla="*/ 187 w 300"/>
                <a:gd name="T23" fmla="*/ 6 h 241"/>
                <a:gd name="T24" fmla="*/ 180 w 300"/>
                <a:gd name="T25" fmla="*/ 4 h 241"/>
                <a:gd name="T26" fmla="*/ 171 w 300"/>
                <a:gd name="T27" fmla="*/ 3 h 241"/>
                <a:gd name="T28" fmla="*/ 163 w 300"/>
                <a:gd name="T29" fmla="*/ 2 h 241"/>
                <a:gd name="T30" fmla="*/ 152 w 300"/>
                <a:gd name="T31" fmla="*/ 0 h 241"/>
                <a:gd name="T32" fmla="*/ 152 w 300"/>
                <a:gd name="T33" fmla="*/ 0 h 241"/>
                <a:gd name="T34" fmla="*/ 142 w 300"/>
                <a:gd name="T35" fmla="*/ 2 h 241"/>
                <a:gd name="T36" fmla="*/ 132 w 300"/>
                <a:gd name="T37" fmla="*/ 3 h 241"/>
                <a:gd name="T38" fmla="*/ 124 w 300"/>
                <a:gd name="T39" fmla="*/ 4 h 241"/>
                <a:gd name="T40" fmla="*/ 116 w 300"/>
                <a:gd name="T41" fmla="*/ 6 h 241"/>
                <a:gd name="T42" fmla="*/ 110 w 300"/>
                <a:gd name="T43" fmla="*/ 8 h 241"/>
                <a:gd name="T44" fmla="*/ 103 w 300"/>
                <a:gd name="T45" fmla="*/ 11 h 241"/>
                <a:gd name="T46" fmla="*/ 98 w 300"/>
                <a:gd name="T47" fmla="*/ 16 h 241"/>
                <a:gd name="T48" fmla="*/ 92 w 300"/>
                <a:gd name="T49" fmla="*/ 19 h 241"/>
                <a:gd name="T50" fmla="*/ 89 w 300"/>
                <a:gd name="T51" fmla="*/ 23 h 241"/>
                <a:gd name="T52" fmla="*/ 85 w 300"/>
                <a:gd name="T53" fmla="*/ 29 h 241"/>
                <a:gd name="T54" fmla="*/ 83 w 300"/>
                <a:gd name="T55" fmla="*/ 33 h 241"/>
                <a:gd name="T56" fmla="*/ 81 w 300"/>
                <a:gd name="T57" fmla="*/ 38 h 241"/>
                <a:gd name="T58" fmla="*/ 77 w 300"/>
                <a:gd name="T59" fmla="*/ 49 h 241"/>
                <a:gd name="T60" fmla="*/ 76 w 300"/>
                <a:gd name="T61" fmla="*/ 61 h 241"/>
                <a:gd name="T62" fmla="*/ 0 w 300"/>
                <a:gd name="T63" fmla="*/ 61 h 241"/>
                <a:gd name="T64" fmla="*/ 0 w 300"/>
                <a:gd name="T65" fmla="*/ 241 h 241"/>
                <a:gd name="T66" fmla="*/ 300 w 300"/>
                <a:gd name="T67" fmla="*/ 241 h 241"/>
                <a:gd name="T68" fmla="*/ 300 w 300"/>
                <a:gd name="T69" fmla="*/ 61 h 241"/>
                <a:gd name="T70" fmla="*/ 228 w 300"/>
                <a:gd name="T71" fmla="*/ 6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0" h="241">
                  <a:moveTo>
                    <a:pt x="228" y="61"/>
                  </a:moveTo>
                  <a:lnTo>
                    <a:pt x="228" y="61"/>
                  </a:lnTo>
                  <a:lnTo>
                    <a:pt x="227" y="49"/>
                  </a:lnTo>
                  <a:lnTo>
                    <a:pt x="224" y="38"/>
                  </a:lnTo>
                  <a:lnTo>
                    <a:pt x="222" y="33"/>
                  </a:lnTo>
                  <a:lnTo>
                    <a:pt x="219" y="29"/>
                  </a:lnTo>
                  <a:lnTo>
                    <a:pt x="215" y="23"/>
                  </a:lnTo>
                  <a:lnTo>
                    <a:pt x="211" y="19"/>
                  </a:lnTo>
                  <a:lnTo>
                    <a:pt x="207" y="16"/>
                  </a:lnTo>
                  <a:lnTo>
                    <a:pt x="201" y="11"/>
                  </a:lnTo>
                  <a:lnTo>
                    <a:pt x="195" y="8"/>
                  </a:lnTo>
                  <a:lnTo>
                    <a:pt x="187" y="6"/>
                  </a:lnTo>
                  <a:lnTo>
                    <a:pt x="180" y="4"/>
                  </a:lnTo>
                  <a:lnTo>
                    <a:pt x="171" y="3"/>
                  </a:lnTo>
                  <a:lnTo>
                    <a:pt x="163" y="2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42" y="2"/>
                  </a:lnTo>
                  <a:lnTo>
                    <a:pt x="132" y="3"/>
                  </a:lnTo>
                  <a:lnTo>
                    <a:pt x="124" y="4"/>
                  </a:lnTo>
                  <a:lnTo>
                    <a:pt x="116" y="6"/>
                  </a:lnTo>
                  <a:lnTo>
                    <a:pt x="110" y="8"/>
                  </a:lnTo>
                  <a:lnTo>
                    <a:pt x="103" y="11"/>
                  </a:lnTo>
                  <a:lnTo>
                    <a:pt x="98" y="16"/>
                  </a:lnTo>
                  <a:lnTo>
                    <a:pt x="92" y="19"/>
                  </a:lnTo>
                  <a:lnTo>
                    <a:pt x="89" y="23"/>
                  </a:lnTo>
                  <a:lnTo>
                    <a:pt x="85" y="29"/>
                  </a:lnTo>
                  <a:lnTo>
                    <a:pt x="83" y="33"/>
                  </a:lnTo>
                  <a:lnTo>
                    <a:pt x="81" y="38"/>
                  </a:lnTo>
                  <a:lnTo>
                    <a:pt x="77" y="49"/>
                  </a:lnTo>
                  <a:lnTo>
                    <a:pt x="76" y="61"/>
                  </a:lnTo>
                  <a:lnTo>
                    <a:pt x="0" y="61"/>
                  </a:lnTo>
                  <a:lnTo>
                    <a:pt x="0" y="241"/>
                  </a:lnTo>
                  <a:lnTo>
                    <a:pt x="300" y="241"/>
                  </a:lnTo>
                  <a:lnTo>
                    <a:pt x="300" y="61"/>
                  </a:lnTo>
                  <a:lnTo>
                    <a:pt x="228" y="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5" name="Freeform 222"/>
            <p:cNvSpPr>
              <a:spLocks/>
            </p:cNvSpPr>
            <p:nvPr/>
          </p:nvSpPr>
          <p:spPr bwMode="auto">
            <a:xfrm>
              <a:off x="1742" y="3065"/>
              <a:ext cx="30" cy="56"/>
            </a:xfrm>
            <a:custGeom>
              <a:avLst/>
              <a:gdLst>
                <a:gd name="T0" fmla="*/ 0 w 90"/>
                <a:gd name="T1" fmla="*/ 0 h 166"/>
                <a:gd name="T2" fmla="*/ 90 w 90"/>
                <a:gd name="T3" fmla="*/ 0 h 166"/>
                <a:gd name="T4" fmla="*/ 90 w 90"/>
                <a:gd name="T5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66">
                  <a:moveTo>
                    <a:pt x="0" y="0"/>
                  </a:moveTo>
                  <a:lnTo>
                    <a:pt x="90" y="0"/>
                  </a:lnTo>
                  <a:lnTo>
                    <a:pt x="90" y="1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6" name="Line 223"/>
            <p:cNvSpPr>
              <a:spLocks noChangeShapeType="1"/>
            </p:cNvSpPr>
            <p:nvPr/>
          </p:nvSpPr>
          <p:spPr bwMode="auto">
            <a:xfrm>
              <a:off x="1654" y="311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7" name="Line 224"/>
            <p:cNvSpPr>
              <a:spLocks noChangeShapeType="1"/>
            </p:cNvSpPr>
            <p:nvPr/>
          </p:nvSpPr>
          <p:spPr bwMode="auto">
            <a:xfrm>
              <a:off x="1654" y="3145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8" name="Line 225"/>
            <p:cNvSpPr>
              <a:spLocks noChangeShapeType="1"/>
            </p:cNvSpPr>
            <p:nvPr/>
          </p:nvSpPr>
          <p:spPr bwMode="auto">
            <a:xfrm>
              <a:off x="1654" y="317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9" name="Line 226"/>
            <p:cNvSpPr>
              <a:spLocks noChangeShapeType="1"/>
            </p:cNvSpPr>
            <p:nvPr/>
          </p:nvSpPr>
          <p:spPr bwMode="auto">
            <a:xfrm>
              <a:off x="1654" y="3206"/>
              <a:ext cx="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90" name="Group 246"/>
          <p:cNvGrpSpPr>
            <a:grpSpLocks noChangeAspect="1"/>
          </p:cNvGrpSpPr>
          <p:nvPr/>
        </p:nvGrpSpPr>
        <p:grpSpPr bwMode="auto">
          <a:xfrm>
            <a:off x="3677593" y="2171476"/>
            <a:ext cx="250218" cy="362560"/>
            <a:chOff x="975" y="3011"/>
            <a:chExt cx="196" cy="284"/>
          </a:xfrm>
        </p:grpSpPr>
        <p:sp>
          <p:nvSpPr>
            <p:cNvPr id="391" name="Freeform 247"/>
            <p:cNvSpPr>
              <a:spLocks/>
            </p:cNvSpPr>
            <p:nvPr/>
          </p:nvSpPr>
          <p:spPr bwMode="auto">
            <a:xfrm>
              <a:off x="975" y="3011"/>
              <a:ext cx="196" cy="284"/>
            </a:xfrm>
            <a:custGeom>
              <a:avLst/>
              <a:gdLst>
                <a:gd name="T0" fmla="*/ 0 w 588"/>
                <a:gd name="T1" fmla="*/ 852 h 852"/>
                <a:gd name="T2" fmla="*/ 74 w 588"/>
                <a:gd name="T3" fmla="*/ 777 h 852"/>
                <a:gd name="T4" fmla="*/ 149 w 588"/>
                <a:gd name="T5" fmla="*/ 852 h 852"/>
                <a:gd name="T6" fmla="*/ 220 w 588"/>
                <a:gd name="T7" fmla="*/ 777 h 852"/>
                <a:gd name="T8" fmla="*/ 294 w 588"/>
                <a:gd name="T9" fmla="*/ 849 h 852"/>
                <a:gd name="T10" fmla="*/ 368 w 588"/>
                <a:gd name="T11" fmla="*/ 777 h 852"/>
                <a:gd name="T12" fmla="*/ 441 w 588"/>
                <a:gd name="T13" fmla="*/ 849 h 852"/>
                <a:gd name="T14" fmla="*/ 514 w 588"/>
                <a:gd name="T15" fmla="*/ 777 h 852"/>
                <a:gd name="T16" fmla="*/ 588 w 588"/>
                <a:gd name="T17" fmla="*/ 852 h 852"/>
                <a:gd name="T18" fmla="*/ 588 w 588"/>
                <a:gd name="T19" fmla="*/ 2 h 852"/>
                <a:gd name="T20" fmla="*/ 514 w 588"/>
                <a:gd name="T21" fmla="*/ 74 h 852"/>
                <a:gd name="T22" fmla="*/ 441 w 588"/>
                <a:gd name="T23" fmla="*/ 0 h 852"/>
                <a:gd name="T24" fmla="*/ 368 w 588"/>
                <a:gd name="T25" fmla="*/ 74 h 852"/>
                <a:gd name="T26" fmla="*/ 294 w 588"/>
                <a:gd name="T27" fmla="*/ 0 h 852"/>
                <a:gd name="T28" fmla="*/ 220 w 588"/>
                <a:gd name="T29" fmla="*/ 74 h 852"/>
                <a:gd name="T30" fmla="*/ 148 w 588"/>
                <a:gd name="T31" fmla="*/ 0 h 852"/>
                <a:gd name="T32" fmla="*/ 74 w 588"/>
                <a:gd name="T33" fmla="*/ 74 h 852"/>
                <a:gd name="T34" fmla="*/ 0 w 588"/>
                <a:gd name="T35" fmla="*/ 2 h 852"/>
                <a:gd name="T36" fmla="*/ 0 w 588"/>
                <a:gd name="T3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8" h="852">
                  <a:moveTo>
                    <a:pt x="0" y="852"/>
                  </a:moveTo>
                  <a:lnTo>
                    <a:pt x="74" y="777"/>
                  </a:lnTo>
                  <a:lnTo>
                    <a:pt x="149" y="852"/>
                  </a:lnTo>
                  <a:lnTo>
                    <a:pt x="220" y="777"/>
                  </a:lnTo>
                  <a:lnTo>
                    <a:pt x="294" y="849"/>
                  </a:lnTo>
                  <a:lnTo>
                    <a:pt x="368" y="777"/>
                  </a:lnTo>
                  <a:lnTo>
                    <a:pt x="441" y="849"/>
                  </a:lnTo>
                  <a:lnTo>
                    <a:pt x="514" y="777"/>
                  </a:lnTo>
                  <a:lnTo>
                    <a:pt x="588" y="852"/>
                  </a:lnTo>
                  <a:lnTo>
                    <a:pt x="588" y="2"/>
                  </a:lnTo>
                  <a:lnTo>
                    <a:pt x="514" y="74"/>
                  </a:lnTo>
                  <a:lnTo>
                    <a:pt x="441" y="0"/>
                  </a:lnTo>
                  <a:lnTo>
                    <a:pt x="368" y="74"/>
                  </a:lnTo>
                  <a:lnTo>
                    <a:pt x="294" y="0"/>
                  </a:lnTo>
                  <a:lnTo>
                    <a:pt x="220" y="74"/>
                  </a:lnTo>
                  <a:lnTo>
                    <a:pt x="148" y="0"/>
                  </a:lnTo>
                  <a:lnTo>
                    <a:pt x="74" y="74"/>
                  </a:lnTo>
                  <a:lnTo>
                    <a:pt x="0" y="2"/>
                  </a:lnTo>
                  <a:lnTo>
                    <a:pt x="0" y="8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2" name="Line 248"/>
            <p:cNvSpPr>
              <a:spLocks noChangeShapeType="1"/>
            </p:cNvSpPr>
            <p:nvPr/>
          </p:nvSpPr>
          <p:spPr bwMode="auto">
            <a:xfrm>
              <a:off x="1012" y="3080"/>
              <a:ext cx="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3" name="Line 249"/>
            <p:cNvSpPr>
              <a:spLocks noChangeShapeType="1"/>
            </p:cNvSpPr>
            <p:nvPr/>
          </p:nvSpPr>
          <p:spPr bwMode="auto">
            <a:xfrm>
              <a:off x="1012" y="311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4" name="Line 250"/>
            <p:cNvSpPr>
              <a:spLocks noChangeShapeType="1"/>
            </p:cNvSpPr>
            <p:nvPr/>
          </p:nvSpPr>
          <p:spPr bwMode="auto">
            <a:xfrm>
              <a:off x="1012" y="315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5" name="Line 251"/>
            <p:cNvSpPr>
              <a:spLocks noChangeShapeType="1"/>
            </p:cNvSpPr>
            <p:nvPr/>
          </p:nvSpPr>
          <p:spPr bwMode="auto">
            <a:xfrm>
              <a:off x="1012" y="3197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6" name="Freeform 252"/>
            <p:cNvSpPr>
              <a:spLocks/>
            </p:cNvSpPr>
            <p:nvPr/>
          </p:nvSpPr>
          <p:spPr bwMode="auto">
            <a:xfrm>
              <a:off x="1097" y="3167"/>
              <a:ext cx="38" cy="37"/>
            </a:xfrm>
            <a:custGeom>
              <a:avLst/>
              <a:gdLst>
                <a:gd name="T0" fmla="*/ 0 w 114"/>
                <a:gd name="T1" fmla="*/ 113 h 113"/>
                <a:gd name="T2" fmla="*/ 0 w 114"/>
                <a:gd name="T3" fmla="*/ 113 h 113"/>
                <a:gd name="T4" fmla="*/ 2 w 114"/>
                <a:gd name="T5" fmla="*/ 102 h 113"/>
                <a:gd name="T6" fmla="*/ 3 w 114"/>
                <a:gd name="T7" fmla="*/ 91 h 113"/>
                <a:gd name="T8" fmla="*/ 6 w 114"/>
                <a:gd name="T9" fmla="*/ 80 h 113"/>
                <a:gd name="T10" fmla="*/ 9 w 114"/>
                <a:gd name="T11" fmla="*/ 69 h 113"/>
                <a:gd name="T12" fmla="*/ 15 w 114"/>
                <a:gd name="T13" fmla="*/ 59 h 113"/>
                <a:gd name="T14" fmla="*/ 20 w 114"/>
                <a:gd name="T15" fmla="*/ 50 h 113"/>
                <a:gd name="T16" fmla="*/ 26 w 114"/>
                <a:gd name="T17" fmla="*/ 41 h 113"/>
                <a:gd name="T18" fmla="*/ 34 w 114"/>
                <a:gd name="T19" fmla="*/ 34 h 113"/>
                <a:gd name="T20" fmla="*/ 42 w 114"/>
                <a:gd name="T21" fmla="*/ 26 h 113"/>
                <a:gd name="T22" fmla="*/ 50 w 114"/>
                <a:gd name="T23" fmla="*/ 19 h 113"/>
                <a:gd name="T24" fmla="*/ 60 w 114"/>
                <a:gd name="T25" fmla="*/ 14 h 113"/>
                <a:gd name="T26" fmla="*/ 70 w 114"/>
                <a:gd name="T27" fmla="*/ 9 h 113"/>
                <a:gd name="T28" fmla="*/ 81 w 114"/>
                <a:gd name="T29" fmla="*/ 5 h 113"/>
                <a:gd name="T30" fmla="*/ 91 w 114"/>
                <a:gd name="T31" fmla="*/ 2 h 113"/>
                <a:gd name="T32" fmla="*/ 102 w 114"/>
                <a:gd name="T33" fmla="*/ 0 h 113"/>
                <a:gd name="T34" fmla="*/ 114 w 114"/>
                <a:gd name="T3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0" y="113"/>
                  </a:lnTo>
                  <a:lnTo>
                    <a:pt x="2" y="102"/>
                  </a:lnTo>
                  <a:lnTo>
                    <a:pt x="3" y="91"/>
                  </a:lnTo>
                  <a:lnTo>
                    <a:pt x="6" y="80"/>
                  </a:lnTo>
                  <a:lnTo>
                    <a:pt x="9" y="69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6" y="41"/>
                  </a:lnTo>
                  <a:lnTo>
                    <a:pt x="34" y="34"/>
                  </a:lnTo>
                  <a:lnTo>
                    <a:pt x="42" y="26"/>
                  </a:lnTo>
                  <a:lnTo>
                    <a:pt x="50" y="19"/>
                  </a:lnTo>
                  <a:lnTo>
                    <a:pt x="60" y="14"/>
                  </a:lnTo>
                  <a:lnTo>
                    <a:pt x="70" y="9"/>
                  </a:lnTo>
                  <a:lnTo>
                    <a:pt x="81" y="5"/>
                  </a:lnTo>
                  <a:lnTo>
                    <a:pt x="91" y="2"/>
                  </a:lnTo>
                  <a:lnTo>
                    <a:pt x="102" y="0"/>
                  </a:lnTo>
                  <a:lnTo>
                    <a:pt x="11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7" name="Freeform 253"/>
            <p:cNvSpPr>
              <a:spLocks/>
            </p:cNvSpPr>
            <p:nvPr/>
          </p:nvSpPr>
          <p:spPr bwMode="auto">
            <a:xfrm>
              <a:off x="1097" y="3204"/>
              <a:ext cx="38" cy="38"/>
            </a:xfrm>
            <a:custGeom>
              <a:avLst/>
              <a:gdLst>
                <a:gd name="T0" fmla="*/ 0 w 114"/>
                <a:gd name="T1" fmla="*/ 0 h 114"/>
                <a:gd name="T2" fmla="*/ 0 w 114"/>
                <a:gd name="T3" fmla="*/ 0 h 114"/>
                <a:gd name="T4" fmla="*/ 2 w 114"/>
                <a:gd name="T5" fmla="*/ 12 h 114"/>
                <a:gd name="T6" fmla="*/ 3 w 114"/>
                <a:gd name="T7" fmla="*/ 23 h 114"/>
                <a:gd name="T8" fmla="*/ 6 w 114"/>
                <a:gd name="T9" fmla="*/ 34 h 114"/>
                <a:gd name="T10" fmla="*/ 9 w 114"/>
                <a:gd name="T11" fmla="*/ 45 h 114"/>
                <a:gd name="T12" fmla="*/ 15 w 114"/>
                <a:gd name="T13" fmla="*/ 54 h 114"/>
                <a:gd name="T14" fmla="*/ 20 w 114"/>
                <a:gd name="T15" fmla="*/ 64 h 114"/>
                <a:gd name="T16" fmla="*/ 26 w 114"/>
                <a:gd name="T17" fmla="*/ 73 h 114"/>
                <a:gd name="T18" fmla="*/ 34 w 114"/>
                <a:gd name="T19" fmla="*/ 80 h 114"/>
                <a:gd name="T20" fmla="*/ 42 w 114"/>
                <a:gd name="T21" fmla="*/ 88 h 114"/>
                <a:gd name="T22" fmla="*/ 50 w 114"/>
                <a:gd name="T23" fmla="*/ 94 h 114"/>
                <a:gd name="T24" fmla="*/ 60 w 114"/>
                <a:gd name="T25" fmla="*/ 100 h 114"/>
                <a:gd name="T26" fmla="*/ 70 w 114"/>
                <a:gd name="T27" fmla="*/ 105 h 114"/>
                <a:gd name="T28" fmla="*/ 81 w 114"/>
                <a:gd name="T29" fmla="*/ 108 h 114"/>
                <a:gd name="T30" fmla="*/ 91 w 114"/>
                <a:gd name="T31" fmla="*/ 112 h 114"/>
                <a:gd name="T32" fmla="*/ 102 w 114"/>
                <a:gd name="T33" fmla="*/ 114 h 114"/>
                <a:gd name="T34" fmla="*/ 114 w 114"/>
                <a:gd name="T3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4">
                  <a:moveTo>
                    <a:pt x="0" y="0"/>
                  </a:moveTo>
                  <a:lnTo>
                    <a:pt x="0" y="0"/>
                  </a:lnTo>
                  <a:lnTo>
                    <a:pt x="2" y="12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5"/>
                  </a:lnTo>
                  <a:lnTo>
                    <a:pt x="15" y="54"/>
                  </a:lnTo>
                  <a:lnTo>
                    <a:pt x="20" y="64"/>
                  </a:lnTo>
                  <a:lnTo>
                    <a:pt x="26" y="73"/>
                  </a:lnTo>
                  <a:lnTo>
                    <a:pt x="34" y="80"/>
                  </a:lnTo>
                  <a:lnTo>
                    <a:pt x="42" y="88"/>
                  </a:lnTo>
                  <a:lnTo>
                    <a:pt x="50" y="94"/>
                  </a:lnTo>
                  <a:lnTo>
                    <a:pt x="60" y="100"/>
                  </a:lnTo>
                  <a:lnTo>
                    <a:pt x="70" y="105"/>
                  </a:lnTo>
                  <a:lnTo>
                    <a:pt x="81" y="108"/>
                  </a:lnTo>
                  <a:lnTo>
                    <a:pt x="91" y="112"/>
                  </a:lnTo>
                  <a:lnTo>
                    <a:pt x="102" y="114"/>
                  </a:lnTo>
                  <a:lnTo>
                    <a:pt x="114" y="1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8" name="Line 254"/>
            <p:cNvSpPr>
              <a:spLocks noChangeShapeType="1"/>
            </p:cNvSpPr>
            <p:nvPr/>
          </p:nvSpPr>
          <p:spPr bwMode="auto">
            <a:xfrm>
              <a:off x="1084" y="3197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9" name="Line 255"/>
            <p:cNvSpPr>
              <a:spLocks noChangeShapeType="1"/>
            </p:cNvSpPr>
            <p:nvPr/>
          </p:nvSpPr>
          <p:spPr bwMode="auto">
            <a:xfrm>
              <a:off x="1084" y="3211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00" name="Group 301"/>
          <p:cNvGrpSpPr>
            <a:grpSpLocks noChangeAspect="1"/>
          </p:cNvGrpSpPr>
          <p:nvPr/>
        </p:nvGrpSpPr>
        <p:grpSpPr bwMode="auto">
          <a:xfrm>
            <a:off x="4119045" y="2167646"/>
            <a:ext cx="268090" cy="370219"/>
            <a:chOff x="6564" y="3042"/>
            <a:chExt cx="210" cy="290"/>
          </a:xfrm>
        </p:grpSpPr>
        <p:sp>
          <p:nvSpPr>
            <p:cNvPr id="401" name="Freeform 302"/>
            <p:cNvSpPr>
              <a:spLocks/>
            </p:cNvSpPr>
            <p:nvPr/>
          </p:nvSpPr>
          <p:spPr bwMode="auto">
            <a:xfrm>
              <a:off x="6564" y="3072"/>
              <a:ext cx="210" cy="260"/>
            </a:xfrm>
            <a:custGeom>
              <a:avLst/>
              <a:gdLst>
                <a:gd name="T0" fmla="*/ 583 w 630"/>
                <a:gd name="T1" fmla="*/ 0 h 779"/>
                <a:gd name="T2" fmla="*/ 630 w 630"/>
                <a:gd name="T3" fmla="*/ 0 h 779"/>
                <a:gd name="T4" fmla="*/ 630 w 630"/>
                <a:gd name="T5" fmla="*/ 779 h 779"/>
                <a:gd name="T6" fmla="*/ 0 w 630"/>
                <a:gd name="T7" fmla="*/ 779 h 779"/>
                <a:gd name="T8" fmla="*/ 0 w 630"/>
                <a:gd name="T9" fmla="*/ 0 h 779"/>
                <a:gd name="T10" fmla="*/ 55 w 630"/>
                <a:gd name="T11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0" h="779">
                  <a:moveTo>
                    <a:pt x="583" y="0"/>
                  </a:moveTo>
                  <a:lnTo>
                    <a:pt x="630" y="0"/>
                  </a:lnTo>
                  <a:lnTo>
                    <a:pt x="630" y="779"/>
                  </a:lnTo>
                  <a:lnTo>
                    <a:pt x="0" y="779"/>
                  </a:lnTo>
                  <a:lnTo>
                    <a:pt x="0" y="0"/>
                  </a:lnTo>
                  <a:lnTo>
                    <a:pt x="5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2" name="Freeform 303"/>
            <p:cNvSpPr>
              <a:spLocks/>
            </p:cNvSpPr>
            <p:nvPr/>
          </p:nvSpPr>
          <p:spPr bwMode="auto">
            <a:xfrm>
              <a:off x="6604" y="3042"/>
              <a:ext cx="130" cy="51"/>
            </a:xfrm>
            <a:custGeom>
              <a:avLst/>
              <a:gdLst>
                <a:gd name="T0" fmla="*/ 275 w 389"/>
                <a:gd name="T1" fmla="*/ 91 h 152"/>
                <a:gd name="T2" fmla="*/ 275 w 389"/>
                <a:gd name="T3" fmla="*/ 91 h 152"/>
                <a:gd name="T4" fmla="*/ 274 w 389"/>
                <a:gd name="T5" fmla="*/ 82 h 152"/>
                <a:gd name="T6" fmla="*/ 273 w 389"/>
                <a:gd name="T7" fmla="*/ 75 h 152"/>
                <a:gd name="T8" fmla="*/ 272 w 389"/>
                <a:gd name="T9" fmla="*/ 67 h 152"/>
                <a:gd name="T10" fmla="*/ 269 w 389"/>
                <a:gd name="T11" fmla="*/ 59 h 152"/>
                <a:gd name="T12" fmla="*/ 265 w 389"/>
                <a:gd name="T13" fmla="*/ 51 h 152"/>
                <a:gd name="T14" fmla="*/ 262 w 389"/>
                <a:gd name="T15" fmla="*/ 44 h 152"/>
                <a:gd name="T16" fmla="*/ 258 w 389"/>
                <a:gd name="T17" fmla="*/ 37 h 152"/>
                <a:gd name="T18" fmla="*/ 253 w 389"/>
                <a:gd name="T19" fmla="*/ 30 h 152"/>
                <a:gd name="T20" fmla="*/ 247 w 389"/>
                <a:gd name="T21" fmla="*/ 24 h 152"/>
                <a:gd name="T22" fmla="*/ 242 w 389"/>
                <a:gd name="T23" fmla="*/ 18 h 152"/>
                <a:gd name="T24" fmla="*/ 235 w 389"/>
                <a:gd name="T25" fmla="*/ 13 h 152"/>
                <a:gd name="T26" fmla="*/ 229 w 389"/>
                <a:gd name="T27" fmla="*/ 9 h 152"/>
                <a:gd name="T28" fmla="*/ 221 w 389"/>
                <a:gd name="T29" fmla="*/ 6 h 152"/>
                <a:gd name="T30" fmla="*/ 215 w 389"/>
                <a:gd name="T31" fmla="*/ 3 h 152"/>
                <a:gd name="T32" fmla="*/ 207 w 389"/>
                <a:gd name="T33" fmla="*/ 2 h 152"/>
                <a:gd name="T34" fmla="*/ 200 w 389"/>
                <a:gd name="T35" fmla="*/ 0 h 152"/>
                <a:gd name="T36" fmla="*/ 200 w 389"/>
                <a:gd name="T37" fmla="*/ 0 h 152"/>
                <a:gd name="T38" fmla="*/ 191 w 389"/>
                <a:gd name="T39" fmla="*/ 2 h 152"/>
                <a:gd name="T40" fmla="*/ 184 w 389"/>
                <a:gd name="T41" fmla="*/ 3 h 152"/>
                <a:gd name="T42" fmla="*/ 177 w 389"/>
                <a:gd name="T43" fmla="*/ 6 h 152"/>
                <a:gd name="T44" fmla="*/ 170 w 389"/>
                <a:gd name="T45" fmla="*/ 9 h 152"/>
                <a:gd name="T46" fmla="*/ 163 w 389"/>
                <a:gd name="T47" fmla="*/ 13 h 152"/>
                <a:gd name="T48" fmla="*/ 157 w 389"/>
                <a:gd name="T49" fmla="*/ 18 h 152"/>
                <a:gd name="T50" fmla="*/ 151 w 389"/>
                <a:gd name="T51" fmla="*/ 24 h 152"/>
                <a:gd name="T52" fmla="*/ 146 w 389"/>
                <a:gd name="T53" fmla="*/ 30 h 152"/>
                <a:gd name="T54" fmla="*/ 141 w 389"/>
                <a:gd name="T55" fmla="*/ 37 h 152"/>
                <a:gd name="T56" fmla="*/ 136 w 389"/>
                <a:gd name="T57" fmla="*/ 44 h 152"/>
                <a:gd name="T58" fmla="*/ 133 w 389"/>
                <a:gd name="T59" fmla="*/ 51 h 152"/>
                <a:gd name="T60" fmla="*/ 130 w 389"/>
                <a:gd name="T61" fmla="*/ 59 h 152"/>
                <a:gd name="T62" fmla="*/ 127 w 389"/>
                <a:gd name="T63" fmla="*/ 67 h 152"/>
                <a:gd name="T64" fmla="*/ 126 w 389"/>
                <a:gd name="T65" fmla="*/ 75 h 152"/>
                <a:gd name="T66" fmla="*/ 125 w 389"/>
                <a:gd name="T67" fmla="*/ 82 h 152"/>
                <a:gd name="T68" fmla="*/ 123 w 389"/>
                <a:gd name="T69" fmla="*/ 91 h 152"/>
                <a:gd name="T70" fmla="*/ 0 w 389"/>
                <a:gd name="T71" fmla="*/ 91 h 152"/>
                <a:gd name="T72" fmla="*/ 0 w 389"/>
                <a:gd name="T73" fmla="*/ 152 h 152"/>
                <a:gd name="T74" fmla="*/ 389 w 389"/>
                <a:gd name="T75" fmla="*/ 152 h 152"/>
                <a:gd name="T76" fmla="*/ 389 w 389"/>
                <a:gd name="T77" fmla="*/ 91 h 152"/>
                <a:gd name="T78" fmla="*/ 275 w 389"/>
                <a:gd name="T79" fmla="*/ 9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9" h="152">
                  <a:moveTo>
                    <a:pt x="275" y="91"/>
                  </a:moveTo>
                  <a:lnTo>
                    <a:pt x="275" y="91"/>
                  </a:lnTo>
                  <a:lnTo>
                    <a:pt x="274" y="82"/>
                  </a:lnTo>
                  <a:lnTo>
                    <a:pt x="273" y="75"/>
                  </a:lnTo>
                  <a:lnTo>
                    <a:pt x="272" y="67"/>
                  </a:lnTo>
                  <a:lnTo>
                    <a:pt x="269" y="59"/>
                  </a:lnTo>
                  <a:lnTo>
                    <a:pt x="265" y="51"/>
                  </a:lnTo>
                  <a:lnTo>
                    <a:pt x="262" y="44"/>
                  </a:lnTo>
                  <a:lnTo>
                    <a:pt x="258" y="37"/>
                  </a:lnTo>
                  <a:lnTo>
                    <a:pt x="253" y="30"/>
                  </a:lnTo>
                  <a:lnTo>
                    <a:pt x="247" y="24"/>
                  </a:lnTo>
                  <a:lnTo>
                    <a:pt x="242" y="18"/>
                  </a:lnTo>
                  <a:lnTo>
                    <a:pt x="235" y="13"/>
                  </a:lnTo>
                  <a:lnTo>
                    <a:pt x="229" y="9"/>
                  </a:lnTo>
                  <a:lnTo>
                    <a:pt x="221" y="6"/>
                  </a:lnTo>
                  <a:lnTo>
                    <a:pt x="215" y="3"/>
                  </a:lnTo>
                  <a:lnTo>
                    <a:pt x="207" y="2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191" y="2"/>
                  </a:lnTo>
                  <a:lnTo>
                    <a:pt x="184" y="3"/>
                  </a:lnTo>
                  <a:lnTo>
                    <a:pt x="177" y="6"/>
                  </a:lnTo>
                  <a:lnTo>
                    <a:pt x="170" y="9"/>
                  </a:lnTo>
                  <a:lnTo>
                    <a:pt x="163" y="13"/>
                  </a:lnTo>
                  <a:lnTo>
                    <a:pt x="157" y="18"/>
                  </a:lnTo>
                  <a:lnTo>
                    <a:pt x="151" y="24"/>
                  </a:lnTo>
                  <a:lnTo>
                    <a:pt x="146" y="30"/>
                  </a:lnTo>
                  <a:lnTo>
                    <a:pt x="141" y="37"/>
                  </a:lnTo>
                  <a:lnTo>
                    <a:pt x="136" y="44"/>
                  </a:lnTo>
                  <a:lnTo>
                    <a:pt x="133" y="51"/>
                  </a:lnTo>
                  <a:lnTo>
                    <a:pt x="130" y="59"/>
                  </a:lnTo>
                  <a:lnTo>
                    <a:pt x="127" y="67"/>
                  </a:lnTo>
                  <a:lnTo>
                    <a:pt x="126" y="75"/>
                  </a:lnTo>
                  <a:lnTo>
                    <a:pt x="125" y="82"/>
                  </a:lnTo>
                  <a:lnTo>
                    <a:pt x="123" y="91"/>
                  </a:lnTo>
                  <a:lnTo>
                    <a:pt x="0" y="91"/>
                  </a:lnTo>
                  <a:lnTo>
                    <a:pt x="0" y="152"/>
                  </a:lnTo>
                  <a:lnTo>
                    <a:pt x="389" y="152"/>
                  </a:lnTo>
                  <a:lnTo>
                    <a:pt x="389" y="91"/>
                  </a:lnTo>
                  <a:lnTo>
                    <a:pt x="275" y="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3" name="Freeform 304"/>
            <p:cNvSpPr>
              <a:spLocks/>
            </p:cNvSpPr>
            <p:nvPr/>
          </p:nvSpPr>
          <p:spPr bwMode="auto">
            <a:xfrm>
              <a:off x="6584" y="3093"/>
              <a:ext cx="170" cy="219"/>
            </a:xfrm>
            <a:custGeom>
              <a:avLst/>
              <a:gdLst>
                <a:gd name="T0" fmla="*/ 508 w 508"/>
                <a:gd name="T1" fmla="*/ 0 h 658"/>
                <a:gd name="T2" fmla="*/ 508 w 508"/>
                <a:gd name="T3" fmla="*/ 658 h 658"/>
                <a:gd name="T4" fmla="*/ 0 w 508"/>
                <a:gd name="T5" fmla="*/ 658 h 658"/>
                <a:gd name="T6" fmla="*/ 0 w 508"/>
                <a:gd name="T7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8" h="658">
                  <a:moveTo>
                    <a:pt x="508" y="0"/>
                  </a:moveTo>
                  <a:lnTo>
                    <a:pt x="508" y="658"/>
                  </a:lnTo>
                  <a:lnTo>
                    <a:pt x="0" y="65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4" name="Line 305"/>
            <p:cNvSpPr>
              <a:spLocks noChangeShapeType="1"/>
            </p:cNvSpPr>
            <p:nvPr/>
          </p:nvSpPr>
          <p:spPr bwMode="auto">
            <a:xfrm>
              <a:off x="6645" y="314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5" name="Line 306"/>
            <p:cNvSpPr>
              <a:spLocks noChangeShapeType="1"/>
            </p:cNvSpPr>
            <p:nvPr/>
          </p:nvSpPr>
          <p:spPr bwMode="auto">
            <a:xfrm>
              <a:off x="6645" y="318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6" name="Line 307"/>
            <p:cNvSpPr>
              <a:spLocks noChangeShapeType="1"/>
            </p:cNvSpPr>
            <p:nvPr/>
          </p:nvSpPr>
          <p:spPr bwMode="auto">
            <a:xfrm>
              <a:off x="6645" y="322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7" name="Line 308"/>
            <p:cNvSpPr>
              <a:spLocks noChangeShapeType="1"/>
            </p:cNvSpPr>
            <p:nvPr/>
          </p:nvSpPr>
          <p:spPr bwMode="auto">
            <a:xfrm>
              <a:off x="6645" y="326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8" name="Line 309"/>
            <p:cNvSpPr>
              <a:spLocks noChangeShapeType="1"/>
            </p:cNvSpPr>
            <p:nvPr/>
          </p:nvSpPr>
          <p:spPr bwMode="auto">
            <a:xfrm>
              <a:off x="6614" y="314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9" name="Line 310"/>
            <p:cNvSpPr>
              <a:spLocks noChangeShapeType="1"/>
            </p:cNvSpPr>
            <p:nvPr/>
          </p:nvSpPr>
          <p:spPr bwMode="auto">
            <a:xfrm>
              <a:off x="6614" y="318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0" name="Line 311"/>
            <p:cNvSpPr>
              <a:spLocks noChangeShapeType="1"/>
            </p:cNvSpPr>
            <p:nvPr/>
          </p:nvSpPr>
          <p:spPr bwMode="auto">
            <a:xfrm>
              <a:off x="6614" y="322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1" name="Line 312"/>
            <p:cNvSpPr>
              <a:spLocks noChangeShapeType="1"/>
            </p:cNvSpPr>
            <p:nvPr/>
          </p:nvSpPr>
          <p:spPr bwMode="auto">
            <a:xfrm>
              <a:off x="6614" y="326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12" name="Group 107"/>
          <p:cNvGrpSpPr>
            <a:grpSpLocks noChangeAspect="1"/>
          </p:cNvGrpSpPr>
          <p:nvPr/>
        </p:nvGrpSpPr>
        <p:grpSpPr bwMode="auto">
          <a:xfrm>
            <a:off x="2905666" y="4628484"/>
            <a:ext cx="256108" cy="337712"/>
            <a:chOff x="4849" y="2349"/>
            <a:chExt cx="1202" cy="1585"/>
          </a:xfrm>
        </p:grpSpPr>
        <p:sp>
          <p:nvSpPr>
            <p:cNvPr id="413" name="Freeform 108"/>
            <p:cNvSpPr>
              <a:spLocks/>
            </p:cNvSpPr>
            <p:nvPr/>
          </p:nvSpPr>
          <p:spPr bwMode="auto">
            <a:xfrm>
              <a:off x="4849" y="2349"/>
              <a:ext cx="1202" cy="1585"/>
            </a:xfrm>
            <a:custGeom>
              <a:avLst/>
              <a:gdLst>
                <a:gd name="T0" fmla="*/ 1202 w 1202"/>
                <a:gd name="T1" fmla="*/ 1447 h 1585"/>
                <a:gd name="T2" fmla="*/ 1198 w 1202"/>
                <a:gd name="T3" fmla="*/ 1475 h 1585"/>
                <a:gd name="T4" fmla="*/ 1190 w 1202"/>
                <a:gd name="T5" fmla="*/ 1501 h 1585"/>
                <a:gd name="T6" fmla="*/ 1178 w 1202"/>
                <a:gd name="T7" fmla="*/ 1523 h 1585"/>
                <a:gd name="T8" fmla="*/ 1160 w 1202"/>
                <a:gd name="T9" fmla="*/ 1543 h 1585"/>
                <a:gd name="T10" fmla="*/ 1140 w 1202"/>
                <a:gd name="T11" fmla="*/ 1561 h 1585"/>
                <a:gd name="T12" fmla="*/ 1118 w 1202"/>
                <a:gd name="T13" fmla="*/ 1573 h 1585"/>
                <a:gd name="T14" fmla="*/ 1092 w 1202"/>
                <a:gd name="T15" fmla="*/ 1581 h 1585"/>
                <a:gd name="T16" fmla="*/ 1064 w 1202"/>
                <a:gd name="T17" fmla="*/ 1585 h 1585"/>
                <a:gd name="T18" fmla="*/ 136 w 1202"/>
                <a:gd name="T19" fmla="*/ 1585 h 1585"/>
                <a:gd name="T20" fmla="*/ 108 w 1202"/>
                <a:gd name="T21" fmla="*/ 1581 h 1585"/>
                <a:gd name="T22" fmla="*/ 84 w 1202"/>
                <a:gd name="T23" fmla="*/ 1573 h 1585"/>
                <a:gd name="T24" fmla="*/ 60 w 1202"/>
                <a:gd name="T25" fmla="*/ 1561 h 1585"/>
                <a:gd name="T26" fmla="*/ 40 w 1202"/>
                <a:gd name="T27" fmla="*/ 1543 h 1585"/>
                <a:gd name="T28" fmla="*/ 24 w 1202"/>
                <a:gd name="T29" fmla="*/ 1523 h 1585"/>
                <a:gd name="T30" fmla="*/ 10 w 1202"/>
                <a:gd name="T31" fmla="*/ 1501 h 1585"/>
                <a:gd name="T32" fmla="*/ 2 w 1202"/>
                <a:gd name="T33" fmla="*/ 1475 h 1585"/>
                <a:gd name="T34" fmla="*/ 0 w 1202"/>
                <a:gd name="T35" fmla="*/ 1447 h 1585"/>
                <a:gd name="T36" fmla="*/ 0 w 1202"/>
                <a:gd name="T37" fmla="*/ 136 h 1585"/>
                <a:gd name="T38" fmla="*/ 2 w 1202"/>
                <a:gd name="T39" fmla="*/ 108 h 1585"/>
                <a:gd name="T40" fmla="*/ 10 w 1202"/>
                <a:gd name="T41" fmla="*/ 82 h 1585"/>
                <a:gd name="T42" fmla="*/ 24 w 1202"/>
                <a:gd name="T43" fmla="*/ 60 h 1585"/>
                <a:gd name="T44" fmla="*/ 40 w 1202"/>
                <a:gd name="T45" fmla="*/ 40 h 1585"/>
                <a:gd name="T46" fmla="*/ 60 w 1202"/>
                <a:gd name="T47" fmla="*/ 22 h 1585"/>
                <a:gd name="T48" fmla="*/ 84 w 1202"/>
                <a:gd name="T49" fmla="*/ 10 h 1585"/>
                <a:gd name="T50" fmla="*/ 108 w 1202"/>
                <a:gd name="T51" fmla="*/ 2 h 1585"/>
                <a:gd name="T52" fmla="*/ 136 w 1202"/>
                <a:gd name="T53" fmla="*/ 0 h 1585"/>
                <a:gd name="T54" fmla="*/ 1064 w 1202"/>
                <a:gd name="T55" fmla="*/ 0 h 1585"/>
                <a:gd name="T56" fmla="*/ 1092 w 1202"/>
                <a:gd name="T57" fmla="*/ 2 h 1585"/>
                <a:gd name="T58" fmla="*/ 1118 w 1202"/>
                <a:gd name="T59" fmla="*/ 10 h 1585"/>
                <a:gd name="T60" fmla="*/ 1140 w 1202"/>
                <a:gd name="T61" fmla="*/ 22 h 1585"/>
                <a:gd name="T62" fmla="*/ 1160 w 1202"/>
                <a:gd name="T63" fmla="*/ 40 h 1585"/>
                <a:gd name="T64" fmla="*/ 1178 w 1202"/>
                <a:gd name="T65" fmla="*/ 60 h 1585"/>
                <a:gd name="T66" fmla="*/ 1190 w 1202"/>
                <a:gd name="T67" fmla="*/ 82 h 1585"/>
                <a:gd name="T68" fmla="*/ 1198 w 1202"/>
                <a:gd name="T69" fmla="*/ 108 h 1585"/>
                <a:gd name="T70" fmla="*/ 1202 w 1202"/>
                <a:gd name="T71" fmla="*/ 136 h 1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02" h="1585">
                  <a:moveTo>
                    <a:pt x="1202" y="1447"/>
                  </a:moveTo>
                  <a:lnTo>
                    <a:pt x="1202" y="1447"/>
                  </a:lnTo>
                  <a:lnTo>
                    <a:pt x="1200" y="1461"/>
                  </a:lnTo>
                  <a:lnTo>
                    <a:pt x="1198" y="1475"/>
                  </a:lnTo>
                  <a:lnTo>
                    <a:pt x="1194" y="1487"/>
                  </a:lnTo>
                  <a:lnTo>
                    <a:pt x="1190" y="1501"/>
                  </a:lnTo>
                  <a:lnTo>
                    <a:pt x="1184" y="1513"/>
                  </a:lnTo>
                  <a:lnTo>
                    <a:pt x="1178" y="1523"/>
                  </a:lnTo>
                  <a:lnTo>
                    <a:pt x="1170" y="1535"/>
                  </a:lnTo>
                  <a:lnTo>
                    <a:pt x="1160" y="1543"/>
                  </a:lnTo>
                  <a:lnTo>
                    <a:pt x="1152" y="1553"/>
                  </a:lnTo>
                  <a:lnTo>
                    <a:pt x="1140" y="1561"/>
                  </a:lnTo>
                  <a:lnTo>
                    <a:pt x="1130" y="1567"/>
                  </a:lnTo>
                  <a:lnTo>
                    <a:pt x="1118" y="1573"/>
                  </a:lnTo>
                  <a:lnTo>
                    <a:pt x="1106" y="1577"/>
                  </a:lnTo>
                  <a:lnTo>
                    <a:pt x="1092" y="1581"/>
                  </a:lnTo>
                  <a:lnTo>
                    <a:pt x="1078" y="1583"/>
                  </a:lnTo>
                  <a:lnTo>
                    <a:pt x="1064" y="1585"/>
                  </a:lnTo>
                  <a:lnTo>
                    <a:pt x="136" y="1585"/>
                  </a:lnTo>
                  <a:lnTo>
                    <a:pt x="136" y="1585"/>
                  </a:lnTo>
                  <a:lnTo>
                    <a:pt x="122" y="1583"/>
                  </a:lnTo>
                  <a:lnTo>
                    <a:pt x="108" y="1581"/>
                  </a:lnTo>
                  <a:lnTo>
                    <a:pt x="96" y="1577"/>
                  </a:lnTo>
                  <a:lnTo>
                    <a:pt x="84" y="1573"/>
                  </a:lnTo>
                  <a:lnTo>
                    <a:pt x="72" y="1567"/>
                  </a:lnTo>
                  <a:lnTo>
                    <a:pt x="60" y="1561"/>
                  </a:lnTo>
                  <a:lnTo>
                    <a:pt x="50" y="1553"/>
                  </a:lnTo>
                  <a:lnTo>
                    <a:pt x="40" y="1543"/>
                  </a:lnTo>
                  <a:lnTo>
                    <a:pt x="32" y="1535"/>
                  </a:lnTo>
                  <a:lnTo>
                    <a:pt x="24" y="1523"/>
                  </a:lnTo>
                  <a:lnTo>
                    <a:pt x="16" y="1513"/>
                  </a:lnTo>
                  <a:lnTo>
                    <a:pt x="10" y="1501"/>
                  </a:lnTo>
                  <a:lnTo>
                    <a:pt x="6" y="1487"/>
                  </a:lnTo>
                  <a:lnTo>
                    <a:pt x="2" y="1475"/>
                  </a:lnTo>
                  <a:lnTo>
                    <a:pt x="0" y="1461"/>
                  </a:lnTo>
                  <a:lnTo>
                    <a:pt x="0" y="1447"/>
                  </a:lnTo>
                  <a:lnTo>
                    <a:pt x="0" y="136"/>
                  </a:lnTo>
                  <a:lnTo>
                    <a:pt x="0" y="136"/>
                  </a:lnTo>
                  <a:lnTo>
                    <a:pt x="0" y="122"/>
                  </a:lnTo>
                  <a:lnTo>
                    <a:pt x="2" y="108"/>
                  </a:lnTo>
                  <a:lnTo>
                    <a:pt x="6" y="96"/>
                  </a:lnTo>
                  <a:lnTo>
                    <a:pt x="10" y="82"/>
                  </a:lnTo>
                  <a:lnTo>
                    <a:pt x="16" y="72"/>
                  </a:lnTo>
                  <a:lnTo>
                    <a:pt x="24" y="60"/>
                  </a:lnTo>
                  <a:lnTo>
                    <a:pt x="32" y="50"/>
                  </a:lnTo>
                  <a:lnTo>
                    <a:pt x="40" y="40"/>
                  </a:lnTo>
                  <a:lnTo>
                    <a:pt x="50" y="30"/>
                  </a:lnTo>
                  <a:lnTo>
                    <a:pt x="60" y="22"/>
                  </a:lnTo>
                  <a:lnTo>
                    <a:pt x="72" y="16"/>
                  </a:lnTo>
                  <a:lnTo>
                    <a:pt x="84" y="10"/>
                  </a:lnTo>
                  <a:lnTo>
                    <a:pt x="96" y="6"/>
                  </a:lnTo>
                  <a:lnTo>
                    <a:pt x="108" y="2"/>
                  </a:lnTo>
                  <a:lnTo>
                    <a:pt x="122" y="0"/>
                  </a:lnTo>
                  <a:lnTo>
                    <a:pt x="136" y="0"/>
                  </a:lnTo>
                  <a:lnTo>
                    <a:pt x="1064" y="0"/>
                  </a:lnTo>
                  <a:lnTo>
                    <a:pt x="1064" y="0"/>
                  </a:lnTo>
                  <a:lnTo>
                    <a:pt x="1078" y="0"/>
                  </a:lnTo>
                  <a:lnTo>
                    <a:pt x="1092" y="2"/>
                  </a:lnTo>
                  <a:lnTo>
                    <a:pt x="1106" y="6"/>
                  </a:lnTo>
                  <a:lnTo>
                    <a:pt x="1118" y="10"/>
                  </a:lnTo>
                  <a:lnTo>
                    <a:pt x="1130" y="16"/>
                  </a:lnTo>
                  <a:lnTo>
                    <a:pt x="1140" y="22"/>
                  </a:lnTo>
                  <a:lnTo>
                    <a:pt x="1152" y="30"/>
                  </a:lnTo>
                  <a:lnTo>
                    <a:pt x="1160" y="40"/>
                  </a:lnTo>
                  <a:lnTo>
                    <a:pt x="1170" y="50"/>
                  </a:lnTo>
                  <a:lnTo>
                    <a:pt x="1178" y="60"/>
                  </a:lnTo>
                  <a:lnTo>
                    <a:pt x="1184" y="72"/>
                  </a:lnTo>
                  <a:lnTo>
                    <a:pt x="1190" y="82"/>
                  </a:lnTo>
                  <a:lnTo>
                    <a:pt x="1194" y="96"/>
                  </a:lnTo>
                  <a:lnTo>
                    <a:pt x="1198" y="108"/>
                  </a:lnTo>
                  <a:lnTo>
                    <a:pt x="1200" y="122"/>
                  </a:lnTo>
                  <a:lnTo>
                    <a:pt x="1202" y="136"/>
                  </a:lnTo>
                  <a:lnTo>
                    <a:pt x="1202" y="14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4" name="Rectangle 109"/>
            <p:cNvSpPr>
              <a:spLocks noChangeArrowheads="1"/>
            </p:cNvSpPr>
            <p:nvPr/>
          </p:nvSpPr>
          <p:spPr bwMode="auto">
            <a:xfrm>
              <a:off x="5013" y="2567"/>
              <a:ext cx="874" cy="10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5" name="Freeform 110"/>
            <p:cNvSpPr>
              <a:spLocks/>
            </p:cNvSpPr>
            <p:nvPr/>
          </p:nvSpPr>
          <p:spPr bwMode="auto">
            <a:xfrm>
              <a:off x="5423" y="2431"/>
              <a:ext cx="54" cy="54"/>
            </a:xfrm>
            <a:custGeom>
              <a:avLst/>
              <a:gdLst>
                <a:gd name="T0" fmla="*/ 26 w 54"/>
                <a:gd name="T1" fmla="*/ 0 h 54"/>
                <a:gd name="T2" fmla="*/ 26 w 54"/>
                <a:gd name="T3" fmla="*/ 0 h 54"/>
                <a:gd name="T4" fmla="*/ 16 w 54"/>
                <a:gd name="T5" fmla="*/ 2 h 54"/>
                <a:gd name="T6" fmla="*/ 8 w 54"/>
                <a:gd name="T7" fmla="*/ 8 h 54"/>
                <a:gd name="T8" fmla="*/ 2 w 54"/>
                <a:gd name="T9" fmla="*/ 16 h 54"/>
                <a:gd name="T10" fmla="*/ 0 w 54"/>
                <a:gd name="T11" fmla="*/ 26 h 54"/>
                <a:gd name="T12" fmla="*/ 0 w 54"/>
                <a:gd name="T13" fmla="*/ 26 h 54"/>
                <a:gd name="T14" fmla="*/ 2 w 54"/>
                <a:gd name="T15" fmla="*/ 38 h 54"/>
                <a:gd name="T16" fmla="*/ 8 w 54"/>
                <a:gd name="T17" fmla="*/ 46 h 54"/>
                <a:gd name="T18" fmla="*/ 16 w 54"/>
                <a:gd name="T19" fmla="*/ 52 h 54"/>
                <a:gd name="T20" fmla="*/ 26 w 54"/>
                <a:gd name="T21" fmla="*/ 54 h 54"/>
                <a:gd name="T22" fmla="*/ 26 w 54"/>
                <a:gd name="T23" fmla="*/ 54 h 54"/>
                <a:gd name="T24" fmla="*/ 38 w 54"/>
                <a:gd name="T25" fmla="*/ 52 h 54"/>
                <a:gd name="T26" fmla="*/ 46 w 54"/>
                <a:gd name="T27" fmla="*/ 46 h 54"/>
                <a:gd name="T28" fmla="*/ 52 w 54"/>
                <a:gd name="T29" fmla="*/ 38 h 54"/>
                <a:gd name="T30" fmla="*/ 54 w 54"/>
                <a:gd name="T31" fmla="*/ 26 h 54"/>
                <a:gd name="T32" fmla="*/ 54 w 54"/>
                <a:gd name="T33" fmla="*/ 26 h 54"/>
                <a:gd name="T34" fmla="*/ 52 w 54"/>
                <a:gd name="T35" fmla="*/ 16 h 54"/>
                <a:gd name="T36" fmla="*/ 46 w 54"/>
                <a:gd name="T37" fmla="*/ 8 h 54"/>
                <a:gd name="T38" fmla="*/ 38 w 54"/>
                <a:gd name="T39" fmla="*/ 2 h 54"/>
                <a:gd name="T40" fmla="*/ 26 w 54"/>
                <a:gd name="T41" fmla="*/ 0 h 54"/>
                <a:gd name="T42" fmla="*/ 26 w 54"/>
                <a:gd name="T4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4" h="54">
                  <a:moveTo>
                    <a:pt x="26" y="0"/>
                  </a:moveTo>
                  <a:lnTo>
                    <a:pt x="26" y="0"/>
                  </a:lnTo>
                  <a:lnTo>
                    <a:pt x="16" y="2"/>
                  </a:lnTo>
                  <a:lnTo>
                    <a:pt x="8" y="8"/>
                  </a:lnTo>
                  <a:lnTo>
                    <a:pt x="2" y="1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38"/>
                  </a:lnTo>
                  <a:lnTo>
                    <a:pt x="8" y="46"/>
                  </a:lnTo>
                  <a:lnTo>
                    <a:pt x="1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38" y="52"/>
                  </a:lnTo>
                  <a:lnTo>
                    <a:pt x="46" y="46"/>
                  </a:lnTo>
                  <a:lnTo>
                    <a:pt x="52" y="38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2" y="16"/>
                  </a:lnTo>
                  <a:lnTo>
                    <a:pt x="46" y="8"/>
                  </a:lnTo>
                  <a:lnTo>
                    <a:pt x="38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6" name="Freeform 111"/>
            <p:cNvSpPr>
              <a:spLocks/>
            </p:cNvSpPr>
            <p:nvPr/>
          </p:nvSpPr>
          <p:spPr bwMode="auto">
            <a:xfrm>
              <a:off x="5395" y="3714"/>
              <a:ext cx="108" cy="110"/>
            </a:xfrm>
            <a:custGeom>
              <a:avLst/>
              <a:gdLst>
                <a:gd name="T0" fmla="*/ 108 w 108"/>
                <a:gd name="T1" fmla="*/ 56 h 110"/>
                <a:gd name="T2" fmla="*/ 108 w 108"/>
                <a:gd name="T3" fmla="*/ 56 h 110"/>
                <a:gd name="T4" fmla="*/ 108 w 108"/>
                <a:gd name="T5" fmla="*/ 66 h 110"/>
                <a:gd name="T6" fmla="*/ 104 w 108"/>
                <a:gd name="T7" fmla="*/ 76 h 110"/>
                <a:gd name="T8" fmla="*/ 100 w 108"/>
                <a:gd name="T9" fmla="*/ 86 h 110"/>
                <a:gd name="T10" fmla="*/ 92 w 108"/>
                <a:gd name="T11" fmla="*/ 94 h 110"/>
                <a:gd name="T12" fmla="*/ 84 w 108"/>
                <a:gd name="T13" fmla="*/ 100 h 110"/>
                <a:gd name="T14" fmla="*/ 76 w 108"/>
                <a:gd name="T15" fmla="*/ 106 h 110"/>
                <a:gd name="T16" fmla="*/ 66 w 108"/>
                <a:gd name="T17" fmla="*/ 108 h 110"/>
                <a:gd name="T18" fmla="*/ 54 w 108"/>
                <a:gd name="T19" fmla="*/ 110 h 110"/>
                <a:gd name="T20" fmla="*/ 54 w 108"/>
                <a:gd name="T21" fmla="*/ 110 h 110"/>
                <a:gd name="T22" fmla="*/ 44 w 108"/>
                <a:gd name="T23" fmla="*/ 108 h 110"/>
                <a:gd name="T24" fmla="*/ 34 w 108"/>
                <a:gd name="T25" fmla="*/ 106 h 110"/>
                <a:gd name="T26" fmla="*/ 24 w 108"/>
                <a:gd name="T27" fmla="*/ 100 h 110"/>
                <a:gd name="T28" fmla="*/ 16 w 108"/>
                <a:gd name="T29" fmla="*/ 94 h 110"/>
                <a:gd name="T30" fmla="*/ 10 w 108"/>
                <a:gd name="T31" fmla="*/ 86 h 110"/>
                <a:gd name="T32" fmla="*/ 4 w 108"/>
                <a:gd name="T33" fmla="*/ 76 h 110"/>
                <a:gd name="T34" fmla="*/ 0 w 108"/>
                <a:gd name="T35" fmla="*/ 66 h 110"/>
                <a:gd name="T36" fmla="*/ 0 w 108"/>
                <a:gd name="T37" fmla="*/ 56 h 110"/>
                <a:gd name="T38" fmla="*/ 0 w 108"/>
                <a:gd name="T39" fmla="*/ 56 h 110"/>
                <a:gd name="T40" fmla="*/ 0 w 108"/>
                <a:gd name="T41" fmla="*/ 44 h 110"/>
                <a:gd name="T42" fmla="*/ 4 w 108"/>
                <a:gd name="T43" fmla="*/ 34 h 110"/>
                <a:gd name="T44" fmla="*/ 10 w 108"/>
                <a:gd name="T45" fmla="*/ 24 h 110"/>
                <a:gd name="T46" fmla="*/ 16 w 108"/>
                <a:gd name="T47" fmla="*/ 16 h 110"/>
                <a:gd name="T48" fmla="*/ 24 w 108"/>
                <a:gd name="T49" fmla="*/ 10 h 110"/>
                <a:gd name="T50" fmla="*/ 34 w 108"/>
                <a:gd name="T51" fmla="*/ 4 h 110"/>
                <a:gd name="T52" fmla="*/ 44 w 108"/>
                <a:gd name="T53" fmla="*/ 2 h 110"/>
                <a:gd name="T54" fmla="*/ 54 w 108"/>
                <a:gd name="T55" fmla="*/ 0 h 110"/>
                <a:gd name="T56" fmla="*/ 54 w 108"/>
                <a:gd name="T57" fmla="*/ 0 h 110"/>
                <a:gd name="T58" fmla="*/ 66 w 108"/>
                <a:gd name="T59" fmla="*/ 2 h 110"/>
                <a:gd name="T60" fmla="*/ 76 w 108"/>
                <a:gd name="T61" fmla="*/ 4 h 110"/>
                <a:gd name="T62" fmla="*/ 84 w 108"/>
                <a:gd name="T63" fmla="*/ 10 h 110"/>
                <a:gd name="T64" fmla="*/ 92 w 108"/>
                <a:gd name="T65" fmla="*/ 16 h 110"/>
                <a:gd name="T66" fmla="*/ 100 w 108"/>
                <a:gd name="T67" fmla="*/ 24 h 110"/>
                <a:gd name="T68" fmla="*/ 104 w 108"/>
                <a:gd name="T69" fmla="*/ 34 h 110"/>
                <a:gd name="T70" fmla="*/ 108 w 108"/>
                <a:gd name="T71" fmla="*/ 44 h 110"/>
                <a:gd name="T72" fmla="*/ 108 w 108"/>
                <a:gd name="T73" fmla="*/ 56 h 110"/>
                <a:gd name="T74" fmla="*/ 108 w 108"/>
                <a:gd name="T75" fmla="*/ 5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10">
                  <a:moveTo>
                    <a:pt x="108" y="56"/>
                  </a:moveTo>
                  <a:lnTo>
                    <a:pt x="108" y="56"/>
                  </a:lnTo>
                  <a:lnTo>
                    <a:pt x="108" y="66"/>
                  </a:lnTo>
                  <a:lnTo>
                    <a:pt x="104" y="76"/>
                  </a:lnTo>
                  <a:lnTo>
                    <a:pt x="100" y="86"/>
                  </a:lnTo>
                  <a:lnTo>
                    <a:pt x="92" y="94"/>
                  </a:lnTo>
                  <a:lnTo>
                    <a:pt x="84" y="100"/>
                  </a:lnTo>
                  <a:lnTo>
                    <a:pt x="76" y="106"/>
                  </a:lnTo>
                  <a:lnTo>
                    <a:pt x="66" y="108"/>
                  </a:lnTo>
                  <a:lnTo>
                    <a:pt x="54" y="110"/>
                  </a:lnTo>
                  <a:lnTo>
                    <a:pt x="54" y="110"/>
                  </a:lnTo>
                  <a:lnTo>
                    <a:pt x="44" y="108"/>
                  </a:lnTo>
                  <a:lnTo>
                    <a:pt x="34" y="106"/>
                  </a:lnTo>
                  <a:lnTo>
                    <a:pt x="24" y="100"/>
                  </a:lnTo>
                  <a:lnTo>
                    <a:pt x="16" y="94"/>
                  </a:lnTo>
                  <a:lnTo>
                    <a:pt x="10" y="86"/>
                  </a:lnTo>
                  <a:lnTo>
                    <a:pt x="4" y="76"/>
                  </a:lnTo>
                  <a:lnTo>
                    <a:pt x="0" y="6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6" y="16"/>
                  </a:lnTo>
                  <a:lnTo>
                    <a:pt x="24" y="10"/>
                  </a:lnTo>
                  <a:lnTo>
                    <a:pt x="34" y="4"/>
                  </a:lnTo>
                  <a:lnTo>
                    <a:pt x="44" y="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2"/>
                  </a:lnTo>
                  <a:lnTo>
                    <a:pt x="76" y="4"/>
                  </a:lnTo>
                  <a:lnTo>
                    <a:pt x="84" y="10"/>
                  </a:lnTo>
                  <a:lnTo>
                    <a:pt x="92" y="16"/>
                  </a:lnTo>
                  <a:lnTo>
                    <a:pt x="100" y="24"/>
                  </a:lnTo>
                  <a:lnTo>
                    <a:pt x="104" y="34"/>
                  </a:lnTo>
                  <a:lnTo>
                    <a:pt x="108" y="44"/>
                  </a:lnTo>
                  <a:lnTo>
                    <a:pt x="108" y="56"/>
                  </a:lnTo>
                  <a:lnTo>
                    <a:pt x="108" y="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7" name="Rectangle 112"/>
            <p:cNvSpPr>
              <a:spLocks noChangeArrowheads="1"/>
            </p:cNvSpPr>
            <p:nvPr/>
          </p:nvSpPr>
          <p:spPr bwMode="auto">
            <a:xfrm>
              <a:off x="5177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8" name="Rectangle 113"/>
            <p:cNvSpPr>
              <a:spLocks noChangeArrowheads="1"/>
            </p:cNvSpPr>
            <p:nvPr/>
          </p:nvSpPr>
          <p:spPr bwMode="auto">
            <a:xfrm>
              <a:off x="5395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9" name="Rectangle 114"/>
            <p:cNvSpPr>
              <a:spLocks noChangeArrowheads="1"/>
            </p:cNvSpPr>
            <p:nvPr/>
          </p:nvSpPr>
          <p:spPr bwMode="auto">
            <a:xfrm>
              <a:off x="5613" y="2731"/>
              <a:ext cx="110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0" name="Rectangle 115"/>
            <p:cNvSpPr>
              <a:spLocks noChangeArrowheads="1"/>
            </p:cNvSpPr>
            <p:nvPr/>
          </p:nvSpPr>
          <p:spPr bwMode="auto">
            <a:xfrm>
              <a:off x="5177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1" name="Rectangle 116"/>
            <p:cNvSpPr>
              <a:spLocks noChangeArrowheads="1"/>
            </p:cNvSpPr>
            <p:nvPr/>
          </p:nvSpPr>
          <p:spPr bwMode="auto">
            <a:xfrm>
              <a:off x="5395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2" name="Rectangle 117"/>
            <p:cNvSpPr>
              <a:spLocks noChangeArrowheads="1"/>
            </p:cNvSpPr>
            <p:nvPr/>
          </p:nvSpPr>
          <p:spPr bwMode="auto">
            <a:xfrm>
              <a:off x="5613" y="2949"/>
              <a:ext cx="110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3" name="Rectangle 118"/>
            <p:cNvSpPr>
              <a:spLocks noChangeArrowheads="1"/>
            </p:cNvSpPr>
            <p:nvPr/>
          </p:nvSpPr>
          <p:spPr bwMode="auto">
            <a:xfrm>
              <a:off x="5177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4" name="Rectangle 119"/>
            <p:cNvSpPr>
              <a:spLocks noChangeArrowheads="1"/>
            </p:cNvSpPr>
            <p:nvPr/>
          </p:nvSpPr>
          <p:spPr bwMode="auto">
            <a:xfrm>
              <a:off x="5395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5" name="Group 12"/>
          <p:cNvGrpSpPr>
            <a:grpSpLocks noChangeAspect="1"/>
          </p:cNvGrpSpPr>
          <p:nvPr/>
        </p:nvGrpSpPr>
        <p:grpSpPr bwMode="auto">
          <a:xfrm>
            <a:off x="2412457" y="4675236"/>
            <a:ext cx="337290" cy="244209"/>
            <a:chOff x="1002" y="3068"/>
            <a:chExt cx="337" cy="244"/>
          </a:xfrm>
        </p:grpSpPr>
        <p:sp>
          <p:nvSpPr>
            <p:cNvPr id="426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7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8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9" name="Group 25"/>
          <p:cNvGrpSpPr>
            <a:grpSpLocks noChangeAspect="1"/>
          </p:cNvGrpSpPr>
          <p:nvPr/>
        </p:nvGrpSpPr>
        <p:grpSpPr bwMode="auto">
          <a:xfrm>
            <a:off x="3317692" y="4620123"/>
            <a:ext cx="208067" cy="354435"/>
            <a:chOff x="2262" y="2527"/>
            <a:chExt cx="489" cy="833"/>
          </a:xfrm>
        </p:grpSpPr>
        <p:sp>
          <p:nvSpPr>
            <p:cNvPr id="430" name="Freeform 26"/>
            <p:cNvSpPr>
              <a:spLocks/>
            </p:cNvSpPr>
            <p:nvPr/>
          </p:nvSpPr>
          <p:spPr bwMode="auto">
            <a:xfrm>
              <a:off x="2262" y="2527"/>
              <a:ext cx="489" cy="833"/>
            </a:xfrm>
            <a:custGeom>
              <a:avLst/>
              <a:gdLst>
                <a:gd name="T0" fmla="*/ 489 w 489"/>
                <a:gd name="T1" fmla="*/ 761 h 833"/>
                <a:gd name="T2" fmla="*/ 487 w 489"/>
                <a:gd name="T3" fmla="*/ 775 h 833"/>
                <a:gd name="T4" fmla="*/ 483 w 489"/>
                <a:gd name="T5" fmla="*/ 789 h 833"/>
                <a:gd name="T6" fmla="*/ 476 w 489"/>
                <a:gd name="T7" fmla="*/ 801 h 833"/>
                <a:gd name="T8" fmla="*/ 467 w 489"/>
                <a:gd name="T9" fmla="*/ 811 h 833"/>
                <a:gd name="T10" fmla="*/ 457 w 489"/>
                <a:gd name="T11" fmla="*/ 820 h 833"/>
                <a:gd name="T12" fmla="*/ 444 w 489"/>
                <a:gd name="T13" fmla="*/ 827 h 833"/>
                <a:gd name="T14" fmla="*/ 431 w 489"/>
                <a:gd name="T15" fmla="*/ 831 h 833"/>
                <a:gd name="T16" fmla="*/ 417 w 489"/>
                <a:gd name="T17" fmla="*/ 833 h 833"/>
                <a:gd name="T18" fmla="*/ 72 w 489"/>
                <a:gd name="T19" fmla="*/ 833 h 833"/>
                <a:gd name="T20" fmla="*/ 58 w 489"/>
                <a:gd name="T21" fmla="*/ 831 h 833"/>
                <a:gd name="T22" fmla="*/ 45 w 489"/>
                <a:gd name="T23" fmla="*/ 827 h 833"/>
                <a:gd name="T24" fmla="*/ 32 w 489"/>
                <a:gd name="T25" fmla="*/ 820 h 833"/>
                <a:gd name="T26" fmla="*/ 21 w 489"/>
                <a:gd name="T27" fmla="*/ 811 h 833"/>
                <a:gd name="T28" fmla="*/ 13 w 489"/>
                <a:gd name="T29" fmla="*/ 801 h 833"/>
                <a:gd name="T30" fmla="*/ 5 w 489"/>
                <a:gd name="T31" fmla="*/ 789 h 833"/>
                <a:gd name="T32" fmla="*/ 1 w 489"/>
                <a:gd name="T33" fmla="*/ 775 h 833"/>
                <a:gd name="T34" fmla="*/ 0 w 489"/>
                <a:gd name="T35" fmla="*/ 761 h 833"/>
                <a:gd name="T36" fmla="*/ 0 w 489"/>
                <a:gd name="T37" fmla="*/ 71 h 833"/>
                <a:gd name="T38" fmla="*/ 1 w 489"/>
                <a:gd name="T39" fmla="*/ 57 h 833"/>
                <a:gd name="T40" fmla="*/ 5 w 489"/>
                <a:gd name="T41" fmla="*/ 43 h 833"/>
                <a:gd name="T42" fmla="*/ 13 w 489"/>
                <a:gd name="T43" fmla="*/ 31 h 833"/>
                <a:gd name="T44" fmla="*/ 21 w 489"/>
                <a:gd name="T45" fmla="*/ 21 h 833"/>
                <a:gd name="T46" fmla="*/ 32 w 489"/>
                <a:gd name="T47" fmla="*/ 13 h 833"/>
                <a:gd name="T48" fmla="*/ 45 w 489"/>
                <a:gd name="T49" fmla="*/ 5 h 833"/>
                <a:gd name="T50" fmla="*/ 58 w 489"/>
                <a:gd name="T51" fmla="*/ 1 h 833"/>
                <a:gd name="T52" fmla="*/ 72 w 489"/>
                <a:gd name="T53" fmla="*/ 0 h 833"/>
                <a:gd name="T54" fmla="*/ 417 w 489"/>
                <a:gd name="T55" fmla="*/ 0 h 833"/>
                <a:gd name="T56" fmla="*/ 431 w 489"/>
                <a:gd name="T57" fmla="*/ 1 h 833"/>
                <a:gd name="T58" fmla="*/ 444 w 489"/>
                <a:gd name="T59" fmla="*/ 5 h 833"/>
                <a:gd name="T60" fmla="*/ 457 w 489"/>
                <a:gd name="T61" fmla="*/ 13 h 833"/>
                <a:gd name="T62" fmla="*/ 467 w 489"/>
                <a:gd name="T63" fmla="*/ 21 h 833"/>
                <a:gd name="T64" fmla="*/ 476 w 489"/>
                <a:gd name="T65" fmla="*/ 31 h 833"/>
                <a:gd name="T66" fmla="*/ 483 w 489"/>
                <a:gd name="T67" fmla="*/ 43 h 833"/>
                <a:gd name="T68" fmla="*/ 487 w 489"/>
                <a:gd name="T69" fmla="*/ 57 h 833"/>
                <a:gd name="T70" fmla="*/ 489 w 489"/>
                <a:gd name="T71" fmla="*/ 71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9" h="833">
                  <a:moveTo>
                    <a:pt x="489" y="761"/>
                  </a:moveTo>
                  <a:lnTo>
                    <a:pt x="489" y="761"/>
                  </a:lnTo>
                  <a:lnTo>
                    <a:pt x="488" y="768"/>
                  </a:lnTo>
                  <a:lnTo>
                    <a:pt x="487" y="775"/>
                  </a:lnTo>
                  <a:lnTo>
                    <a:pt x="485" y="782"/>
                  </a:lnTo>
                  <a:lnTo>
                    <a:pt x="483" y="789"/>
                  </a:lnTo>
                  <a:lnTo>
                    <a:pt x="480" y="795"/>
                  </a:lnTo>
                  <a:lnTo>
                    <a:pt x="476" y="801"/>
                  </a:lnTo>
                  <a:lnTo>
                    <a:pt x="472" y="806"/>
                  </a:lnTo>
                  <a:lnTo>
                    <a:pt x="467" y="811"/>
                  </a:lnTo>
                  <a:lnTo>
                    <a:pt x="462" y="816"/>
                  </a:lnTo>
                  <a:lnTo>
                    <a:pt x="457" y="820"/>
                  </a:lnTo>
                  <a:lnTo>
                    <a:pt x="451" y="824"/>
                  </a:lnTo>
                  <a:lnTo>
                    <a:pt x="444" y="827"/>
                  </a:lnTo>
                  <a:lnTo>
                    <a:pt x="438" y="829"/>
                  </a:lnTo>
                  <a:lnTo>
                    <a:pt x="431" y="831"/>
                  </a:lnTo>
                  <a:lnTo>
                    <a:pt x="424" y="832"/>
                  </a:lnTo>
                  <a:lnTo>
                    <a:pt x="417" y="833"/>
                  </a:lnTo>
                  <a:lnTo>
                    <a:pt x="72" y="833"/>
                  </a:lnTo>
                  <a:lnTo>
                    <a:pt x="72" y="833"/>
                  </a:lnTo>
                  <a:lnTo>
                    <a:pt x="65" y="832"/>
                  </a:lnTo>
                  <a:lnTo>
                    <a:pt x="58" y="831"/>
                  </a:lnTo>
                  <a:lnTo>
                    <a:pt x="51" y="829"/>
                  </a:lnTo>
                  <a:lnTo>
                    <a:pt x="45" y="827"/>
                  </a:lnTo>
                  <a:lnTo>
                    <a:pt x="38" y="824"/>
                  </a:lnTo>
                  <a:lnTo>
                    <a:pt x="32" y="820"/>
                  </a:lnTo>
                  <a:lnTo>
                    <a:pt x="26" y="816"/>
                  </a:lnTo>
                  <a:lnTo>
                    <a:pt x="21" y="811"/>
                  </a:lnTo>
                  <a:lnTo>
                    <a:pt x="17" y="806"/>
                  </a:lnTo>
                  <a:lnTo>
                    <a:pt x="13" y="801"/>
                  </a:lnTo>
                  <a:lnTo>
                    <a:pt x="8" y="795"/>
                  </a:lnTo>
                  <a:lnTo>
                    <a:pt x="5" y="789"/>
                  </a:lnTo>
                  <a:lnTo>
                    <a:pt x="3" y="782"/>
                  </a:lnTo>
                  <a:lnTo>
                    <a:pt x="1" y="775"/>
                  </a:lnTo>
                  <a:lnTo>
                    <a:pt x="0" y="768"/>
                  </a:lnTo>
                  <a:lnTo>
                    <a:pt x="0" y="76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3" y="51"/>
                  </a:lnTo>
                  <a:lnTo>
                    <a:pt x="5" y="43"/>
                  </a:lnTo>
                  <a:lnTo>
                    <a:pt x="8" y="37"/>
                  </a:lnTo>
                  <a:lnTo>
                    <a:pt x="13" y="31"/>
                  </a:lnTo>
                  <a:lnTo>
                    <a:pt x="17" y="26"/>
                  </a:lnTo>
                  <a:lnTo>
                    <a:pt x="21" y="21"/>
                  </a:lnTo>
                  <a:lnTo>
                    <a:pt x="26" y="17"/>
                  </a:lnTo>
                  <a:lnTo>
                    <a:pt x="32" y="13"/>
                  </a:lnTo>
                  <a:lnTo>
                    <a:pt x="38" y="8"/>
                  </a:lnTo>
                  <a:lnTo>
                    <a:pt x="45" y="5"/>
                  </a:lnTo>
                  <a:lnTo>
                    <a:pt x="51" y="3"/>
                  </a:lnTo>
                  <a:lnTo>
                    <a:pt x="58" y="1"/>
                  </a:lnTo>
                  <a:lnTo>
                    <a:pt x="65" y="0"/>
                  </a:lnTo>
                  <a:lnTo>
                    <a:pt x="72" y="0"/>
                  </a:lnTo>
                  <a:lnTo>
                    <a:pt x="417" y="0"/>
                  </a:lnTo>
                  <a:lnTo>
                    <a:pt x="417" y="0"/>
                  </a:lnTo>
                  <a:lnTo>
                    <a:pt x="424" y="0"/>
                  </a:lnTo>
                  <a:lnTo>
                    <a:pt x="431" y="1"/>
                  </a:lnTo>
                  <a:lnTo>
                    <a:pt x="438" y="3"/>
                  </a:lnTo>
                  <a:lnTo>
                    <a:pt x="444" y="5"/>
                  </a:lnTo>
                  <a:lnTo>
                    <a:pt x="451" y="8"/>
                  </a:lnTo>
                  <a:lnTo>
                    <a:pt x="457" y="13"/>
                  </a:lnTo>
                  <a:lnTo>
                    <a:pt x="462" y="17"/>
                  </a:lnTo>
                  <a:lnTo>
                    <a:pt x="467" y="21"/>
                  </a:lnTo>
                  <a:lnTo>
                    <a:pt x="472" y="26"/>
                  </a:lnTo>
                  <a:lnTo>
                    <a:pt x="476" y="31"/>
                  </a:lnTo>
                  <a:lnTo>
                    <a:pt x="480" y="37"/>
                  </a:lnTo>
                  <a:lnTo>
                    <a:pt x="483" y="43"/>
                  </a:lnTo>
                  <a:lnTo>
                    <a:pt x="485" y="51"/>
                  </a:lnTo>
                  <a:lnTo>
                    <a:pt x="487" y="57"/>
                  </a:lnTo>
                  <a:lnTo>
                    <a:pt x="488" y="64"/>
                  </a:lnTo>
                  <a:lnTo>
                    <a:pt x="489" y="71"/>
                  </a:lnTo>
                  <a:lnTo>
                    <a:pt x="489" y="7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1" name="Line 27"/>
            <p:cNvSpPr>
              <a:spLocks noChangeShapeType="1"/>
            </p:cNvSpPr>
            <p:nvPr/>
          </p:nvSpPr>
          <p:spPr bwMode="auto">
            <a:xfrm>
              <a:off x="2262" y="2670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2" name="Line 28"/>
            <p:cNvSpPr>
              <a:spLocks noChangeShapeType="1"/>
            </p:cNvSpPr>
            <p:nvPr/>
          </p:nvSpPr>
          <p:spPr bwMode="auto">
            <a:xfrm>
              <a:off x="2262" y="321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3" name="Line 29"/>
            <p:cNvSpPr>
              <a:spLocks noChangeShapeType="1"/>
            </p:cNvSpPr>
            <p:nvPr/>
          </p:nvSpPr>
          <p:spPr bwMode="auto">
            <a:xfrm>
              <a:off x="2405" y="2613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4" name="Freeform 30"/>
            <p:cNvSpPr>
              <a:spLocks/>
            </p:cNvSpPr>
            <p:nvPr/>
          </p:nvSpPr>
          <p:spPr bwMode="auto">
            <a:xfrm>
              <a:off x="2478" y="3259"/>
              <a:ext cx="57" cy="58"/>
            </a:xfrm>
            <a:custGeom>
              <a:avLst/>
              <a:gdLst>
                <a:gd name="T0" fmla="*/ 57 w 57"/>
                <a:gd name="T1" fmla="*/ 29 h 58"/>
                <a:gd name="T2" fmla="*/ 57 w 57"/>
                <a:gd name="T3" fmla="*/ 29 h 58"/>
                <a:gd name="T4" fmla="*/ 56 w 57"/>
                <a:gd name="T5" fmla="*/ 35 h 58"/>
                <a:gd name="T6" fmla="*/ 54 w 57"/>
                <a:gd name="T7" fmla="*/ 40 h 58"/>
                <a:gd name="T8" fmla="*/ 52 w 57"/>
                <a:gd name="T9" fmla="*/ 45 h 58"/>
                <a:gd name="T10" fmla="*/ 48 w 57"/>
                <a:gd name="T11" fmla="*/ 49 h 58"/>
                <a:gd name="T12" fmla="*/ 44 w 57"/>
                <a:gd name="T13" fmla="*/ 52 h 58"/>
                <a:gd name="T14" fmla="*/ 40 w 57"/>
                <a:gd name="T15" fmla="*/ 55 h 58"/>
                <a:gd name="T16" fmla="*/ 34 w 57"/>
                <a:gd name="T17" fmla="*/ 57 h 58"/>
                <a:gd name="T18" fmla="*/ 29 w 57"/>
                <a:gd name="T19" fmla="*/ 58 h 58"/>
                <a:gd name="T20" fmla="*/ 29 w 57"/>
                <a:gd name="T21" fmla="*/ 58 h 58"/>
                <a:gd name="T22" fmla="*/ 22 w 57"/>
                <a:gd name="T23" fmla="*/ 57 h 58"/>
                <a:gd name="T24" fmla="*/ 17 w 57"/>
                <a:gd name="T25" fmla="*/ 55 h 58"/>
                <a:gd name="T26" fmla="*/ 12 w 57"/>
                <a:gd name="T27" fmla="*/ 52 h 58"/>
                <a:gd name="T28" fmla="*/ 8 w 57"/>
                <a:gd name="T29" fmla="*/ 49 h 58"/>
                <a:gd name="T30" fmla="*/ 5 w 57"/>
                <a:gd name="T31" fmla="*/ 45 h 58"/>
                <a:gd name="T32" fmla="*/ 2 w 57"/>
                <a:gd name="T33" fmla="*/ 40 h 58"/>
                <a:gd name="T34" fmla="*/ 1 w 57"/>
                <a:gd name="T35" fmla="*/ 35 h 58"/>
                <a:gd name="T36" fmla="*/ 0 w 57"/>
                <a:gd name="T37" fmla="*/ 29 h 58"/>
                <a:gd name="T38" fmla="*/ 0 w 57"/>
                <a:gd name="T39" fmla="*/ 29 h 58"/>
                <a:gd name="T40" fmla="*/ 1 w 57"/>
                <a:gd name="T41" fmla="*/ 23 h 58"/>
                <a:gd name="T42" fmla="*/ 2 w 57"/>
                <a:gd name="T43" fmla="*/ 17 h 58"/>
                <a:gd name="T44" fmla="*/ 5 w 57"/>
                <a:gd name="T45" fmla="*/ 12 h 58"/>
                <a:gd name="T46" fmla="*/ 8 w 57"/>
                <a:gd name="T47" fmla="*/ 8 h 58"/>
                <a:gd name="T48" fmla="*/ 12 w 57"/>
                <a:gd name="T49" fmla="*/ 5 h 58"/>
                <a:gd name="T50" fmla="*/ 17 w 57"/>
                <a:gd name="T51" fmla="*/ 2 h 58"/>
                <a:gd name="T52" fmla="*/ 22 w 57"/>
                <a:gd name="T53" fmla="*/ 1 h 58"/>
                <a:gd name="T54" fmla="*/ 29 w 57"/>
                <a:gd name="T55" fmla="*/ 0 h 58"/>
                <a:gd name="T56" fmla="*/ 29 w 57"/>
                <a:gd name="T57" fmla="*/ 0 h 58"/>
                <a:gd name="T58" fmla="*/ 34 w 57"/>
                <a:gd name="T59" fmla="*/ 1 h 58"/>
                <a:gd name="T60" fmla="*/ 40 w 57"/>
                <a:gd name="T61" fmla="*/ 2 h 58"/>
                <a:gd name="T62" fmla="*/ 44 w 57"/>
                <a:gd name="T63" fmla="*/ 5 h 58"/>
                <a:gd name="T64" fmla="*/ 48 w 57"/>
                <a:gd name="T65" fmla="*/ 8 h 58"/>
                <a:gd name="T66" fmla="*/ 52 w 57"/>
                <a:gd name="T67" fmla="*/ 12 h 58"/>
                <a:gd name="T68" fmla="*/ 54 w 57"/>
                <a:gd name="T69" fmla="*/ 17 h 58"/>
                <a:gd name="T70" fmla="*/ 56 w 57"/>
                <a:gd name="T71" fmla="*/ 23 h 58"/>
                <a:gd name="T72" fmla="*/ 57 w 57"/>
                <a:gd name="T73" fmla="*/ 29 h 58"/>
                <a:gd name="T74" fmla="*/ 57 w 57"/>
                <a:gd name="T75" fmla="*/ 2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58">
                  <a:moveTo>
                    <a:pt x="57" y="29"/>
                  </a:moveTo>
                  <a:lnTo>
                    <a:pt x="57" y="29"/>
                  </a:lnTo>
                  <a:lnTo>
                    <a:pt x="56" y="35"/>
                  </a:lnTo>
                  <a:lnTo>
                    <a:pt x="54" y="40"/>
                  </a:lnTo>
                  <a:lnTo>
                    <a:pt x="52" y="45"/>
                  </a:lnTo>
                  <a:lnTo>
                    <a:pt x="48" y="49"/>
                  </a:lnTo>
                  <a:lnTo>
                    <a:pt x="44" y="52"/>
                  </a:lnTo>
                  <a:lnTo>
                    <a:pt x="40" y="55"/>
                  </a:lnTo>
                  <a:lnTo>
                    <a:pt x="34" y="57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5" y="45"/>
                  </a:lnTo>
                  <a:lnTo>
                    <a:pt x="2" y="40"/>
                  </a:lnTo>
                  <a:lnTo>
                    <a:pt x="1" y="3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23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3"/>
                  </a:lnTo>
                  <a:lnTo>
                    <a:pt x="57" y="29"/>
                  </a:lnTo>
                  <a:lnTo>
                    <a:pt x="57" y="2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5" name="Group 89"/>
          <p:cNvGrpSpPr>
            <a:grpSpLocks noChangeAspect="1"/>
          </p:cNvGrpSpPr>
          <p:nvPr/>
        </p:nvGrpSpPr>
        <p:grpSpPr bwMode="auto">
          <a:xfrm>
            <a:off x="1861727" y="3411900"/>
            <a:ext cx="315227" cy="315226"/>
            <a:chOff x="3936" y="1855"/>
            <a:chExt cx="261" cy="261"/>
          </a:xfrm>
        </p:grpSpPr>
        <p:sp>
          <p:nvSpPr>
            <p:cNvPr id="436" name="Freeform 90"/>
            <p:cNvSpPr>
              <a:spLocks/>
            </p:cNvSpPr>
            <p:nvPr/>
          </p:nvSpPr>
          <p:spPr bwMode="auto">
            <a:xfrm>
              <a:off x="3936" y="1855"/>
              <a:ext cx="261" cy="261"/>
            </a:xfrm>
            <a:custGeom>
              <a:avLst/>
              <a:gdLst>
                <a:gd name="T0" fmla="*/ 1044 w 1044"/>
                <a:gd name="T1" fmla="*/ 549 h 1044"/>
                <a:gd name="T2" fmla="*/ 1033 w 1044"/>
                <a:gd name="T3" fmla="*/ 628 h 1044"/>
                <a:gd name="T4" fmla="*/ 1012 w 1044"/>
                <a:gd name="T5" fmla="*/ 701 h 1044"/>
                <a:gd name="T6" fmla="*/ 981 w 1044"/>
                <a:gd name="T7" fmla="*/ 770 h 1044"/>
                <a:gd name="T8" fmla="*/ 940 w 1044"/>
                <a:gd name="T9" fmla="*/ 834 h 1044"/>
                <a:gd name="T10" fmla="*/ 891 w 1044"/>
                <a:gd name="T11" fmla="*/ 891 h 1044"/>
                <a:gd name="T12" fmla="*/ 835 w 1044"/>
                <a:gd name="T13" fmla="*/ 940 h 1044"/>
                <a:gd name="T14" fmla="*/ 771 w 1044"/>
                <a:gd name="T15" fmla="*/ 980 h 1044"/>
                <a:gd name="T16" fmla="*/ 702 w 1044"/>
                <a:gd name="T17" fmla="*/ 1012 h 1044"/>
                <a:gd name="T18" fmla="*/ 627 w 1044"/>
                <a:gd name="T19" fmla="*/ 1033 h 1044"/>
                <a:gd name="T20" fmla="*/ 549 w 1044"/>
                <a:gd name="T21" fmla="*/ 1043 h 1044"/>
                <a:gd name="T22" fmla="*/ 495 w 1044"/>
                <a:gd name="T23" fmla="*/ 1043 h 1044"/>
                <a:gd name="T24" fmla="*/ 417 w 1044"/>
                <a:gd name="T25" fmla="*/ 1033 h 1044"/>
                <a:gd name="T26" fmla="*/ 342 w 1044"/>
                <a:gd name="T27" fmla="*/ 1012 h 1044"/>
                <a:gd name="T28" fmla="*/ 273 w 1044"/>
                <a:gd name="T29" fmla="*/ 980 h 1044"/>
                <a:gd name="T30" fmla="*/ 209 w 1044"/>
                <a:gd name="T31" fmla="*/ 940 h 1044"/>
                <a:gd name="T32" fmla="*/ 153 w 1044"/>
                <a:gd name="T33" fmla="*/ 891 h 1044"/>
                <a:gd name="T34" fmla="*/ 104 w 1044"/>
                <a:gd name="T35" fmla="*/ 834 h 1044"/>
                <a:gd name="T36" fmla="*/ 63 w 1044"/>
                <a:gd name="T37" fmla="*/ 770 h 1044"/>
                <a:gd name="T38" fmla="*/ 32 w 1044"/>
                <a:gd name="T39" fmla="*/ 701 h 1044"/>
                <a:gd name="T40" fmla="*/ 11 w 1044"/>
                <a:gd name="T41" fmla="*/ 628 h 1044"/>
                <a:gd name="T42" fmla="*/ 0 w 1044"/>
                <a:gd name="T43" fmla="*/ 549 h 1044"/>
                <a:gd name="T44" fmla="*/ 0 w 1044"/>
                <a:gd name="T45" fmla="*/ 495 h 1044"/>
                <a:gd name="T46" fmla="*/ 11 w 1044"/>
                <a:gd name="T47" fmla="*/ 416 h 1044"/>
                <a:gd name="T48" fmla="*/ 32 w 1044"/>
                <a:gd name="T49" fmla="*/ 343 h 1044"/>
                <a:gd name="T50" fmla="*/ 63 w 1044"/>
                <a:gd name="T51" fmla="*/ 274 h 1044"/>
                <a:gd name="T52" fmla="*/ 104 w 1044"/>
                <a:gd name="T53" fmla="*/ 210 h 1044"/>
                <a:gd name="T54" fmla="*/ 153 w 1044"/>
                <a:gd name="T55" fmla="*/ 153 h 1044"/>
                <a:gd name="T56" fmla="*/ 209 w 1044"/>
                <a:gd name="T57" fmla="*/ 104 h 1044"/>
                <a:gd name="T58" fmla="*/ 273 w 1044"/>
                <a:gd name="T59" fmla="*/ 64 h 1044"/>
                <a:gd name="T60" fmla="*/ 342 w 1044"/>
                <a:gd name="T61" fmla="*/ 32 h 1044"/>
                <a:gd name="T62" fmla="*/ 417 w 1044"/>
                <a:gd name="T63" fmla="*/ 11 h 1044"/>
                <a:gd name="T64" fmla="*/ 495 w 1044"/>
                <a:gd name="T65" fmla="*/ 1 h 1044"/>
                <a:gd name="T66" fmla="*/ 549 w 1044"/>
                <a:gd name="T67" fmla="*/ 1 h 1044"/>
                <a:gd name="T68" fmla="*/ 627 w 1044"/>
                <a:gd name="T69" fmla="*/ 11 h 1044"/>
                <a:gd name="T70" fmla="*/ 702 w 1044"/>
                <a:gd name="T71" fmla="*/ 32 h 1044"/>
                <a:gd name="T72" fmla="*/ 771 w 1044"/>
                <a:gd name="T73" fmla="*/ 64 h 1044"/>
                <a:gd name="T74" fmla="*/ 835 w 1044"/>
                <a:gd name="T75" fmla="*/ 104 h 1044"/>
                <a:gd name="T76" fmla="*/ 891 w 1044"/>
                <a:gd name="T77" fmla="*/ 153 h 1044"/>
                <a:gd name="T78" fmla="*/ 940 w 1044"/>
                <a:gd name="T79" fmla="*/ 210 h 1044"/>
                <a:gd name="T80" fmla="*/ 981 w 1044"/>
                <a:gd name="T81" fmla="*/ 274 h 1044"/>
                <a:gd name="T82" fmla="*/ 1012 w 1044"/>
                <a:gd name="T83" fmla="*/ 343 h 1044"/>
                <a:gd name="T84" fmla="*/ 1033 w 1044"/>
                <a:gd name="T85" fmla="*/ 416 h 1044"/>
                <a:gd name="T86" fmla="*/ 1044 w 1044"/>
                <a:gd name="T87" fmla="*/ 495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4" h="1044">
                  <a:moveTo>
                    <a:pt x="1044" y="523"/>
                  </a:moveTo>
                  <a:lnTo>
                    <a:pt x="1044" y="523"/>
                  </a:lnTo>
                  <a:lnTo>
                    <a:pt x="1044" y="549"/>
                  </a:lnTo>
                  <a:lnTo>
                    <a:pt x="1041" y="576"/>
                  </a:lnTo>
                  <a:lnTo>
                    <a:pt x="1039" y="601"/>
                  </a:lnTo>
                  <a:lnTo>
                    <a:pt x="1033" y="628"/>
                  </a:lnTo>
                  <a:lnTo>
                    <a:pt x="1028" y="653"/>
                  </a:lnTo>
                  <a:lnTo>
                    <a:pt x="1021" y="677"/>
                  </a:lnTo>
                  <a:lnTo>
                    <a:pt x="1012" y="701"/>
                  </a:lnTo>
                  <a:lnTo>
                    <a:pt x="1003" y="725"/>
                  </a:lnTo>
                  <a:lnTo>
                    <a:pt x="993" y="749"/>
                  </a:lnTo>
                  <a:lnTo>
                    <a:pt x="981" y="770"/>
                  </a:lnTo>
                  <a:lnTo>
                    <a:pt x="968" y="793"/>
                  </a:lnTo>
                  <a:lnTo>
                    <a:pt x="955" y="814"/>
                  </a:lnTo>
                  <a:lnTo>
                    <a:pt x="940" y="834"/>
                  </a:lnTo>
                  <a:lnTo>
                    <a:pt x="925" y="854"/>
                  </a:lnTo>
                  <a:lnTo>
                    <a:pt x="908" y="872"/>
                  </a:lnTo>
                  <a:lnTo>
                    <a:pt x="891" y="891"/>
                  </a:lnTo>
                  <a:lnTo>
                    <a:pt x="874" y="908"/>
                  </a:lnTo>
                  <a:lnTo>
                    <a:pt x="854" y="924"/>
                  </a:lnTo>
                  <a:lnTo>
                    <a:pt x="835" y="940"/>
                  </a:lnTo>
                  <a:lnTo>
                    <a:pt x="814" y="955"/>
                  </a:lnTo>
                  <a:lnTo>
                    <a:pt x="792" y="968"/>
                  </a:lnTo>
                  <a:lnTo>
                    <a:pt x="771" y="980"/>
                  </a:lnTo>
                  <a:lnTo>
                    <a:pt x="748" y="992"/>
                  </a:lnTo>
                  <a:lnTo>
                    <a:pt x="726" y="1003"/>
                  </a:lnTo>
                  <a:lnTo>
                    <a:pt x="702" y="1012"/>
                  </a:lnTo>
                  <a:lnTo>
                    <a:pt x="678" y="1020"/>
                  </a:lnTo>
                  <a:lnTo>
                    <a:pt x="653" y="1027"/>
                  </a:lnTo>
                  <a:lnTo>
                    <a:pt x="627" y="1033"/>
                  </a:lnTo>
                  <a:lnTo>
                    <a:pt x="602" y="1037"/>
                  </a:lnTo>
                  <a:lnTo>
                    <a:pt x="575" y="1041"/>
                  </a:lnTo>
                  <a:lnTo>
                    <a:pt x="549" y="1043"/>
                  </a:lnTo>
                  <a:lnTo>
                    <a:pt x="522" y="1044"/>
                  </a:lnTo>
                  <a:lnTo>
                    <a:pt x="522" y="1044"/>
                  </a:lnTo>
                  <a:lnTo>
                    <a:pt x="495" y="1043"/>
                  </a:lnTo>
                  <a:lnTo>
                    <a:pt x="469" y="1041"/>
                  </a:lnTo>
                  <a:lnTo>
                    <a:pt x="442" y="1037"/>
                  </a:lnTo>
                  <a:lnTo>
                    <a:pt x="417" y="1033"/>
                  </a:lnTo>
                  <a:lnTo>
                    <a:pt x="391" y="1027"/>
                  </a:lnTo>
                  <a:lnTo>
                    <a:pt x="366" y="1020"/>
                  </a:lnTo>
                  <a:lnTo>
                    <a:pt x="342" y="1012"/>
                  </a:lnTo>
                  <a:lnTo>
                    <a:pt x="318" y="1003"/>
                  </a:lnTo>
                  <a:lnTo>
                    <a:pt x="296" y="992"/>
                  </a:lnTo>
                  <a:lnTo>
                    <a:pt x="273" y="980"/>
                  </a:lnTo>
                  <a:lnTo>
                    <a:pt x="252" y="968"/>
                  </a:lnTo>
                  <a:lnTo>
                    <a:pt x="230" y="955"/>
                  </a:lnTo>
                  <a:lnTo>
                    <a:pt x="209" y="940"/>
                  </a:lnTo>
                  <a:lnTo>
                    <a:pt x="189" y="924"/>
                  </a:lnTo>
                  <a:lnTo>
                    <a:pt x="170" y="908"/>
                  </a:lnTo>
                  <a:lnTo>
                    <a:pt x="153" y="891"/>
                  </a:lnTo>
                  <a:lnTo>
                    <a:pt x="136" y="872"/>
                  </a:lnTo>
                  <a:lnTo>
                    <a:pt x="119" y="854"/>
                  </a:lnTo>
                  <a:lnTo>
                    <a:pt x="104" y="834"/>
                  </a:lnTo>
                  <a:lnTo>
                    <a:pt x="89" y="814"/>
                  </a:lnTo>
                  <a:lnTo>
                    <a:pt x="76" y="793"/>
                  </a:lnTo>
                  <a:lnTo>
                    <a:pt x="63" y="770"/>
                  </a:lnTo>
                  <a:lnTo>
                    <a:pt x="51" y="749"/>
                  </a:lnTo>
                  <a:lnTo>
                    <a:pt x="41" y="725"/>
                  </a:lnTo>
                  <a:lnTo>
                    <a:pt x="32" y="701"/>
                  </a:lnTo>
                  <a:lnTo>
                    <a:pt x="23" y="677"/>
                  </a:lnTo>
                  <a:lnTo>
                    <a:pt x="16" y="653"/>
                  </a:lnTo>
                  <a:lnTo>
                    <a:pt x="11" y="628"/>
                  </a:lnTo>
                  <a:lnTo>
                    <a:pt x="5" y="601"/>
                  </a:lnTo>
                  <a:lnTo>
                    <a:pt x="3" y="576"/>
                  </a:lnTo>
                  <a:lnTo>
                    <a:pt x="0" y="549"/>
                  </a:lnTo>
                  <a:lnTo>
                    <a:pt x="0" y="523"/>
                  </a:lnTo>
                  <a:lnTo>
                    <a:pt x="0" y="523"/>
                  </a:lnTo>
                  <a:lnTo>
                    <a:pt x="0" y="495"/>
                  </a:lnTo>
                  <a:lnTo>
                    <a:pt x="3" y="468"/>
                  </a:lnTo>
                  <a:lnTo>
                    <a:pt x="5" y="443"/>
                  </a:lnTo>
                  <a:lnTo>
                    <a:pt x="11" y="416"/>
                  </a:lnTo>
                  <a:lnTo>
                    <a:pt x="16" y="391"/>
                  </a:lnTo>
                  <a:lnTo>
                    <a:pt x="23" y="367"/>
                  </a:lnTo>
                  <a:lnTo>
                    <a:pt x="32" y="343"/>
                  </a:lnTo>
                  <a:lnTo>
                    <a:pt x="41" y="319"/>
                  </a:lnTo>
                  <a:lnTo>
                    <a:pt x="51" y="295"/>
                  </a:lnTo>
                  <a:lnTo>
                    <a:pt x="63" y="274"/>
                  </a:lnTo>
                  <a:lnTo>
                    <a:pt x="76" y="251"/>
                  </a:lnTo>
                  <a:lnTo>
                    <a:pt x="89" y="230"/>
                  </a:lnTo>
                  <a:lnTo>
                    <a:pt x="104" y="210"/>
                  </a:lnTo>
                  <a:lnTo>
                    <a:pt x="119" y="190"/>
                  </a:lnTo>
                  <a:lnTo>
                    <a:pt x="136" y="172"/>
                  </a:lnTo>
                  <a:lnTo>
                    <a:pt x="153" y="153"/>
                  </a:lnTo>
                  <a:lnTo>
                    <a:pt x="170" y="136"/>
                  </a:lnTo>
                  <a:lnTo>
                    <a:pt x="189" y="120"/>
                  </a:lnTo>
                  <a:lnTo>
                    <a:pt x="209" y="104"/>
                  </a:lnTo>
                  <a:lnTo>
                    <a:pt x="230" y="89"/>
                  </a:lnTo>
                  <a:lnTo>
                    <a:pt x="252" y="76"/>
                  </a:lnTo>
                  <a:lnTo>
                    <a:pt x="273" y="64"/>
                  </a:lnTo>
                  <a:lnTo>
                    <a:pt x="296" y="52"/>
                  </a:lnTo>
                  <a:lnTo>
                    <a:pt x="318" y="41"/>
                  </a:lnTo>
                  <a:lnTo>
                    <a:pt x="342" y="32"/>
                  </a:lnTo>
                  <a:lnTo>
                    <a:pt x="366" y="24"/>
                  </a:lnTo>
                  <a:lnTo>
                    <a:pt x="391" y="17"/>
                  </a:lnTo>
                  <a:lnTo>
                    <a:pt x="417" y="11"/>
                  </a:lnTo>
                  <a:lnTo>
                    <a:pt x="442" y="7"/>
                  </a:lnTo>
                  <a:lnTo>
                    <a:pt x="469" y="3"/>
                  </a:lnTo>
                  <a:lnTo>
                    <a:pt x="495" y="1"/>
                  </a:lnTo>
                  <a:lnTo>
                    <a:pt x="522" y="0"/>
                  </a:lnTo>
                  <a:lnTo>
                    <a:pt x="522" y="0"/>
                  </a:lnTo>
                  <a:lnTo>
                    <a:pt x="549" y="1"/>
                  </a:lnTo>
                  <a:lnTo>
                    <a:pt x="575" y="3"/>
                  </a:lnTo>
                  <a:lnTo>
                    <a:pt x="602" y="7"/>
                  </a:lnTo>
                  <a:lnTo>
                    <a:pt x="627" y="11"/>
                  </a:lnTo>
                  <a:lnTo>
                    <a:pt x="653" y="17"/>
                  </a:lnTo>
                  <a:lnTo>
                    <a:pt x="678" y="24"/>
                  </a:lnTo>
                  <a:lnTo>
                    <a:pt x="702" y="32"/>
                  </a:lnTo>
                  <a:lnTo>
                    <a:pt x="726" y="41"/>
                  </a:lnTo>
                  <a:lnTo>
                    <a:pt x="748" y="52"/>
                  </a:lnTo>
                  <a:lnTo>
                    <a:pt x="771" y="64"/>
                  </a:lnTo>
                  <a:lnTo>
                    <a:pt x="792" y="76"/>
                  </a:lnTo>
                  <a:lnTo>
                    <a:pt x="814" y="89"/>
                  </a:lnTo>
                  <a:lnTo>
                    <a:pt x="835" y="104"/>
                  </a:lnTo>
                  <a:lnTo>
                    <a:pt x="854" y="120"/>
                  </a:lnTo>
                  <a:lnTo>
                    <a:pt x="874" y="136"/>
                  </a:lnTo>
                  <a:lnTo>
                    <a:pt x="891" y="153"/>
                  </a:lnTo>
                  <a:lnTo>
                    <a:pt x="908" y="172"/>
                  </a:lnTo>
                  <a:lnTo>
                    <a:pt x="925" y="190"/>
                  </a:lnTo>
                  <a:lnTo>
                    <a:pt x="940" y="210"/>
                  </a:lnTo>
                  <a:lnTo>
                    <a:pt x="955" y="230"/>
                  </a:lnTo>
                  <a:lnTo>
                    <a:pt x="968" y="251"/>
                  </a:lnTo>
                  <a:lnTo>
                    <a:pt x="981" y="274"/>
                  </a:lnTo>
                  <a:lnTo>
                    <a:pt x="993" y="295"/>
                  </a:lnTo>
                  <a:lnTo>
                    <a:pt x="1003" y="319"/>
                  </a:lnTo>
                  <a:lnTo>
                    <a:pt x="1012" y="343"/>
                  </a:lnTo>
                  <a:lnTo>
                    <a:pt x="1021" y="367"/>
                  </a:lnTo>
                  <a:lnTo>
                    <a:pt x="1028" y="391"/>
                  </a:lnTo>
                  <a:lnTo>
                    <a:pt x="1033" y="416"/>
                  </a:lnTo>
                  <a:lnTo>
                    <a:pt x="1039" y="443"/>
                  </a:lnTo>
                  <a:lnTo>
                    <a:pt x="1041" y="468"/>
                  </a:lnTo>
                  <a:lnTo>
                    <a:pt x="1044" y="495"/>
                  </a:lnTo>
                  <a:lnTo>
                    <a:pt x="1044" y="523"/>
                  </a:lnTo>
                  <a:lnTo>
                    <a:pt x="1044" y="52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7" name="Freeform 91"/>
            <p:cNvSpPr>
              <a:spLocks/>
            </p:cNvSpPr>
            <p:nvPr/>
          </p:nvSpPr>
          <p:spPr bwMode="auto">
            <a:xfrm>
              <a:off x="4040" y="1918"/>
              <a:ext cx="94" cy="95"/>
            </a:xfrm>
            <a:custGeom>
              <a:avLst/>
              <a:gdLst>
                <a:gd name="T0" fmla="*/ 216 w 378"/>
                <a:gd name="T1" fmla="*/ 377 h 377"/>
                <a:gd name="T2" fmla="*/ 0 w 378"/>
                <a:gd name="T3" fmla="*/ 161 h 377"/>
                <a:gd name="T4" fmla="*/ 378 w 378"/>
                <a:gd name="T5" fmla="*/ 0 h 377"/>
                <a:gd name="T6" fmla="*/ 216 w 378"/>
                <a:gd name="T7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216" y="377"/>
                  </a:moveTo>
                  <a:lnTo>
                    <a:pt x="0" y="161"/>
                  </a:lnTo>
                  <a:lnTo>
                    <a:pt x="378" y="0"/>
                  </a:lnTo>
                  <a:lnTo>
                    <a:pt x="216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8" name="Freeform 92"/>
            <p:cNvSpPr>
              <a:spLocks/>
            </p:cNvSpPr>
            <p:nvPr/>
          </p:nvSpPr>
          <p:spPr bwMode="auto">
            <a:xfrm>
              <a:off x="3999" y="1958"/>
              <a:ext cx="94" cy="95"/>
            </a:xfrm>
            <a:custGeom>
              <a:avLst/>
              <a:gdLst>
                <a:gd name="T0" fmla="*/ 378 w 378"/>
                <a:gd name="T1" fmla="*/ 216 h 377"/>
                <a:gd name="T2" fmla="*/ 162 w 378"/>
                <a:gd name="T3" fmla="*/ 0 h 377"/>
                <a:gd name="T4" fmla="*/ 0 w 378"/>
                <a:gd name="T5" fmla="*/ 377 h 377"/>
                <a:gd name="T6" fmla="*/ 378 w 378"/>
                <a:gd name="T7" fmla="*/ 216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378" y="216"/>
                  </a:moveTo>
                  <a:lnTo>
                    <a:pt x="162" y="0"/>
                  </a:lnTo>
                  <a:lnTo>
                    <a:pt x="0" y="377"/>
                  </a:lnTo>
                  <a:lnTo>
                    <a:pt x="378" y="2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9" name="Group 57"/>
          <p:cNvGrpSpPr>
            <a:grpSpLocks noChangeAspect="1"/>
          </p:cNvGrpSpPr>
          <p:nvPr/>
        </p:nvGrpSpPr>
        <p:grpSpPr bwMode="auto">
          <a:xfrm>
            <a:off x="4221009" y="4632474"/>
            <a:ext cx="434736" cy="329733"/>
            <a:chOff x="4462" y="1794"/>
            <a:chExt cx="443" cy="336"/>
          </a:xfrm>
        </p:grpSpPr>
        <p:sp>
          <p:nvSpPr>
            <p:cNvPr id="440" name="Line 58"/>
            <p:cNvSpPr>
              <a:spLocks noChangeShapeType="1"/>
            </p:cNvSpPr>
            <p:nvPr/>
          </p:nvSpPr>
          <p:spPr bwMode="auto">
            <a:xfrm flipH="1">
              <a:off x="4622" y="193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1" name="Line 59"/>
            <p:cNvSpPr>
              <a:spLocks noChangeShapeType="1"/>
            </p:cNvSpPr>
            <p:nvPr/>
          </p:nvSpPr>
          <p:spPr bwMode="auto">
            <a:xfrm>
              <a:off x="4531" y="193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2" name="Line 60"/>
            <p:cNvSpPr>
              <a:spLocks noChangeShapeType="1"/>
            </p:cNvSpPr>
            <p:nvPr/>
          </p:nvSpPr>
          <p:spPr bwMode="auto">
            <a:xfrm flipH="1">
              <a:off x="4622" y="199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3" name="Line 61"/>
            <p:cNvSpPr>
              <a:spLocks noChangeShapeType="1"/>
            </p:cNvSpPr>
            <p:nvPr/>
          </p:nvSpPr>
          <p:spPr bwMode="auto">
            <a:xfrm>
              <a:off x="4531" y="199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4" name="Line 62"/>
            <p:cNvSpPr>
              <a:spLocks noChangeShapeType="1"/>
            </p:cNvSpPr>
            <p:nvPr/>
          </p:nvSpPr>
          <p:spPr bwMode="auto">
            <a:xfrm flipH="1">
              <a:off x="4622" y="2054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5" name="Line 63"/>
            <p:cNvSpPr>
              <a:spLocks noChangeShapeType="1"/>
            </p:cNvSpPr>
            <p:nvPr/>
          </p:nvSpPr>
          <p:spPr bwMode="auto">
            <a:xfrm>
              <a:off x="4531" y="2054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6" name="Freeform 64"/>
            <p:cNvSpPr>
              <a:spLocks/>
            </p:cNvSpPr>
            <p:nvPr/>
          </p:nvSpPr>
          <p:spPr bwMode="auto">
            <a:xfrm>
              <a:off x="4462" y="1794"/>
              <a:ext cx="443" cy="336"/>
            </a:xfrm>
            <a:custGeom>
              <a:avLst/>
              <a:gdLst>
                <a:gd name="T0" fmla="*/ 1329 w 1329"/>
                <a:gd name="T1" fmla="*/ 894 h 1008"/>
                <a:gd name="T2" fmla="*/ 1328 w 1329"/>
                <a:gd name="T3" fmla="*/ 916 h 1008"/>
                <a:gd name="T4" fmla="*/ 1320 w 1329"/>
                <a:gd name="T5" fmla="*/ 938 h 1008"/>
                <a:gd name="T6" fmla="*/ 1310 w 1329"/>
                <a:gd name="T7" fmla="*/ 957 h 1008"/>
                <a:gd name="T8" fmla="*/ 1295 w 1329"/>
                <a:gd name="T9" fmla="*/ 974 h 1008"/>
                <a:gd name="T10" fmla="*/ 1279 w 1329"/>
                <a:gd name="T11" fmla="*/ 988 h 1008"/>
                <a:gd name="T12" fmla="*/ 1260 w 1329"/>
                <a:gd name="T13" fmla="*/ 999 h 1008"/>
                <a:gd name="T14" fmla="*/ 1238 w 1329"/>
                <a:gd name="T15" fmla="*/ 1005 h 1008"/>
                <a:gd name="T16" fmla="*/ 1214 w 1329"/>
                <a:gd name="T17" fmla="*/ 1008 h 1008"/>
                <a:gd name="T18" fmla="*/ 113 w 1329"/>
                <a:gd name="T19" fmla="*/ 1008 h 1008"/>
                <a:gd name="T20" fmla="*/ 91 w 1329"/>
                <a:gd name="T21" fmla="*/ 1005 h 1008"/>
                <a:gd name="T22" fmla="*/ 69 w 1329"/>
                <a:gd name="T23" fmla="*/ 999 h 1008"/>
                <a:gd name="T24" fmla="*/ 50 w 1329"/>
                <a:gd name="T25" fmla="*/ 988 h 1008"/>
                <a:gd name="T26" fmla="*/ 32 w 1329"/>
                <a:gd name="T27" fmla="*/ 974 h 1008"/>
                <a:gd name="T28" fmla="*/ 19 w 1329"/>
                <a:gd name="T29" fmla="*/ 957 h 1008"/>
                <a:gd name="T30" fmla="*/ 9 w 1329"/>
                <a:gd name="T31" fmla="*/ 938 h 1008"/>
                <a:gd name="T32" fmla="*/ 1 w 1329"/>
                <a:gd name="T33" fmla="*/ 916 h 1008"/>
                <a:gd name="T34" fmla="*/ 0 w 1329"/>
                <a:gd name="T35" fmla="*/ 894 h 1008"/>
                <a:gd name="T36" fmla="*/ 0 w 1329"/>
                <a:gd name="T37" fmla="*/ 114 h 1008"/>
                <a:gd name="T38" fmla="*/ 1 w 1329"/>
                <a:gd name="T39" fmla="*/ 91 h 1008"/>
                <a:gd name="T40" fmla="*/ 9 w 1329"/>
                <a:gd name="T41" fmla="*/ 70 h 1008"/>
                <a:gd name="T42" fmla="*/ 19 w 1329"/>
                <a:gd name="T43" fmla="*/ 51 h 1008"/>
                <a:gd name="T44" fmla="*/ 32 w 1329"/>
                <a:gd name="T45" fmla="*/ 34 h 1008"/>
                <a:gd name="T46" fmla="*/ 50 w 1329"/>
                <a:gd name="T47" fmla="*/ 20 h 1008"/>
                <a:gd name="T48" fmla="*/ 69 w 1329"/>
                <a:gd name="T49" fmla="*/ 9 h 1008"/>
                <a:gd name="T50" fmla="*/ 91 w 1329"/>
                <a:gd name="T51" fmla="*/ 3 h 1008"/>
                <a:gd name="T52" fmla="*/ 113 w 1329"/>
                <a:gd name="T53" fmla="*/ 0 h 1008"/>
                <a:gd name="T54" fmla="*/ 1214 w 1329"/>
                <a:gd name="T55" fmla="*/ 0 h 1008"/>
                <a:gd name="T56" fmla="*/ 1238 w 1329"/>
                <a:gd name="T57" fmla="*/ 3 h 1008"/>
                <a:gd name="T58" fmla="*/ 1260 w 1329"/>
                <a:gd name="T59" fmla="*/ 9 h 1008"/>
                <a:gd name="T60" fmla="*/ 1279 w 1329"/>
                <a:gd name="T61" fmla="*/ 20 h 1008"/>
                <a:gd name="T62" fmla="*/ 1295 w 1329"/>
                <a:gd name="T63" fmla="*/ 34 h 1008"/>
                <a:gd name="T64" fmla="*/ 1310 w 1329"/>
                <a:gd name="T65" fmla="*/ 51 h 1008"/>
                <a:gd name="T66" fmla="*/ 1320 w 1329"/>
                <a:gd name="T67" fmla="*/ 70 h 1008"/>
                <a:gd name="T68" fmla="*/ 1328 w 1329"/>
                <a:gd name="T69" fmla="*/ 91 h 1008"/>
                <a:gd name="T70" fmla="*/ 1329 w 1329"/>
                <a:gd name="T71" fmla="*/ 114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9" h="1008">
                  <a:moveTo>
                    <a:pt x="1329" y="894"/>
                  </a:moveTo>
                  <a:lnTo>
                    <a:pt x="1329" y="894"/>
                  </a:lnTo>
                  <a:lnTo>
                    <a:pt x="1329" y="905"/>
                  </a:lnTo>
                  <a:lnTo>
                    <a:pt x="1328" y="916"/>
                  </a:lnTo>
                  <a:lnTo>
                    <a:pt x="1325" y="927"/>
                  </a:lnTo>
                  <a:lnTo>
                    <a:pt x="1320" y="938"/>
                  </a:lnTo>
                  <a:lnTo>
                    <a:pt x="1316" y="948"/>
                  </a:lnTo>
                  <a:lnTo>
                    <a:pt x="1310" y="957"/>
                  </a:lnTo>
                  <a:lnTo>
                    <a:pt x="1303" y="966"/>
                  </a:lnTo>
                  <a:lnTo>
                    <a:pt x="1295" y="974"/>
                  </a:lnTo>
                  <a:lnTo>
                    <a:pt x="1288" y="982"/>
                  </a:lnTo>
                  <a:lnTo>
                    <a:pt x="1279" y="988"/>
                  </a:lnTo>
                  <a:lnTo>
                    <a:pt x="1269" y="993"/>
                  </a:lnTo>
                  <a:lnTo>
                    <a:pt x="1260" y="999"/>
                  </a:lnTo>
                  <a:lnTo>
                    <a:pt x="1248" y="1002"/>
                  </a:lnTo>
                  <a:lnTo>
                    <a:pt x="1238" y="1005"/>
                  </a:lnTo>
                  <a:lnTo>
                    <a:pt x="1226" y="1007"/>
                  </a:lnTo>
                  <a:lnTo>
                    <a:pt x="1214" y="1008"/>
                  </a:lnTo>
                  <a:lnTo>
                    <a:pt x="113" y="1008"/>
                  </a:lnTo>
                  <a:lnTo>
                    <a:pt x="113" y="1008"/>
                  </a:lnTo>
                  <a:lnTo>
                    <a:pt x="103" y="1007"/>
                  </a:lnTo>
                  <a:lnTo>
                    <a:pt x="91" y="1005"/>
                  </a:lnTo>
                  <a:lnTo>
                    <a:pt x="79" y="1002"/>
                  </a:lnTo>
                  <a:lnTo>
                    <a:pt x="69" y="999"/>
                  </a:lnTo>
                  <a:lnTo>
                    <a:pt x="59" y="993"/>
                  </a:lnTo>
                  <a:lnTo>
                    <a:pt x="50" y="988"/>
                  </a:lnTo>
                  <a:lnTo>
                    <a:pt x="41" y="982"/>
                  </a:lnTo>
                  <a:lnTo>
                    <a:pt x="32" y="974"/>
                  </a:lnTo>
                  <a:lnTo>
                    <a:pt x="25" y="966"/>
                  </a:lnTo>
                  <a:lnTo>
                    <a:pt x="19" y="957"/>
                  </a:lnTo>
                  <a:lnTo>
                    <a:pt x="13" y="948"/>
                  </a:lnTo>
                  <a:lnTo>
                    <a:pt x="9" y="938"/>
                  </a:lnTo>
                  <a:lnTo>
                    <a:pt x="4" y="927"/>
                  </a:lnTo>
                  <a:lnTo>
                    <a:pt x="1" y="916"/>
                  </a:lnTo>
                  <a:lnTo>
                    <a:pt x="0" y="905"/>
                  </a:lnTo>
                  <a:lnTo>
                    <a:pt x="0" y="894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03"/>
                  </a:lnTo>
                  <a:lnTo>
                    <a:pt x="1" y="91"/>
                  </a:lnTo>
                  <a:lnTo>
                    <a:pt x="4" y="81"/>
                  </a:lnTo>
                  <a:lnTo>
                    <a:pt x="9" y="70"/>
                  </a:lnTo>
                  <a:lnTo>
                    <a:pt x="13" y="60"/>
                  </a:lnTo>
                  <a:lnTo>
                    <a:pt x="19" y="51"/>
                  </a:lnTo>
                  <a:lnTo>
                    <a:pt x="25" y="42"/>
                  </a:lnTo>
                  <a:lnTo>
                    <a:pt x="32" y="34"/>
                  </a:lnTo>
                  <a:lnTo>
                    <a:pt x="41" y="26"/>
                  </a:lnTo>
                  <a:lnTo>
                    <a:pt x="50" y="20"/>
                  </a:lnTo>
                  <a:lnTo>
                    <a:pt x="59" y="15"/>
                  </a:lnTo>
                  <a:lnTo>
                    <a:pt x="69" y="9"/>
                  </a:lnTo>
                  <a:lnTo>
                    <a:pt x="79" y="6"/>
                  </a:lnTo>
                  <a:lnTo>
                    <a:pt x="91" y="3"/>
                  </a:lnTo>
                  <a:lnTo>
                    <a:pt x="103" y="1"/>
                  </a:lnTo>
                  <a:lnTo>
                    <a:pt x="113" y="0"/>
                  </a:lnTo>
                  <a:lnTo>
                    <a:pt x="1214" y="0"/>
                  </a:lnTo>
                  <a:lnTo>
                    <a:pt x="1214" y="0"/>
                  </a:lnTo>
                  <a:lnTo>
                    <a:pt x="1226" y="1"/>
                  </a:lnTo>
                  <a:lnTo>
                    <a:pt x="1238" y="3"/>
                  </a:lnTo>
                  <a:lnTo>
                    <a:pt x="1248" y="6"/>
                  </a:lnTo>
                  <a:lnTo>
                    <a:pt x="1260" y="9"/>
                  </a:lnTo>
                  <a:lnTo>
                    <a:pt x="1269" y="15"/>
                  </a:lnTo>
                  <a:lnTo>
                    <a:pt x="1279" y="20"/>
                  </a:lnTo>
                  <a:lnTo>
                    <a:pt x="1288" y="26"/>
                  </a:lnTo>
                  <a:lnTo>
                    <a:pt x="1295" y="34"/>
                  </a:lnTo>
                  <a:lnTo>
                    <a:pt x="1303" y="42"/>
                  </a:lnTo>
                  <a:lnTo>
                    <a:pt x="1310" y="51"/>
                  </a:lnTo>
                  <a:lnTo>
                    <a:pt x="1316" y="60"/>
                  </a:lnTo>
                  <a:lnTo>
                    <a:pt x="1320" y="70"/>
                  </a:lnTo>
                  <a:lnTo>
                    <a:pt x="1325" y="81"/>
                  </a:lnTo>
                  <a:lnTo>
                    <a:pt x="1328" y="91"/>
                  </a:lnTo>
                  <a:lnTo>
                    <a:pt x="1329" y="103"/>
                  </a:lnTo>
                  <a:lnTo>
                    <a:pt x="1329" y="114"/>
                  </a:lnTo>
                  <a:lnTo>
                    <a:pt x="1329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7" name="Line 65"/>
            <p:cNvSpPr>
              <a:spLocks noChangeShapeType="1"/>
            </p:cNvSpPr>
            <p:nvPr/>
          </p:nvSpPr>
          <p:spPr bwMode="auto">
            <a:xfrm>
              <a:off x="4462" y="1870"/>
              <a:ext cx="4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8" name="Freeform 66"/>
            <p:cNvSpPr>
              <a:spLocks/>
            </p:cNvSpPr>
            <p:nvPr/>
          </p:nvSpPr>
          <p:spPr bwMode="auto">
            <a:xfrm>
              <a:off x="4508" y="1825"/>
              <a:ext cx="15" cy="15"/>
            </a:xfrm>
            <a:custGeom>
              <a:avLst/>
              <a:gdLst>
                <a:gd name="T0" fmla="*/ 45 w 45"/>
                <a:gd name="T1" fmla="*/ 22 h 46"/>
                <a:gd name="T2" fmla="*/ 45 w 45"/>
                <a:gd name="T3" fmla="*/ 22 h 46"/>
                <a:gd name="T4" fmla="*/ 45 w 45"/>
                <a:gd name="T5" fmla="*/ 27 h 46"/>
                <a:gd name="T6" fmla="*/ 44 w 45"/>
                <a:gd name="T7" fmla="*/ 31 h 46"/>
                <a:gd name="T8" fmla="*/ 39 w 45"/>
                <a:gd name="T9" fmla="*/ 39 h 46"/>
                <a:gd name="T10" fmla="*/ 32 w 45"/>
                <a:gd name="T11" fmla="*/ 43 h 46"/>
                <a:gd name="T12" fmla="*/ 28 w 45"/>
                <a:gd name="T13" fmla="*/ 45 h 46"/>
                <a:gd name="T14" fmla="*/ 23 w 45"/>
                <a:gd name="T15" fmla="*/ 46 h 46"/>
                <a:gd name="T16" fmla="*/ 23 w 45"/>
                <a:gd name="T17" fmla="*/ 46 h 46"/>
                <a:gd name="T18" fmla="*/ 17 w 45"/>
                <a:gd name="T19" fmla="*/ 45 h 46"/>
                <a:gd name="T20" fmla="*/ 14 w 45"/>
                <a:gd name="T21" fmla="*/ 43 h 46"/>
                <a:gd name="T22" fmla="*/ 7 w 45"/>
                <a:gd name="T23" fmla="*/ 39 h 46"/>
                <a:gd name="T24" fmla="*/ 1 w 45"/>
                <a:gd name="T25" fmla="*/ 31 h 46"/>
                <a:gd name="T26" fmla="*/ 0 w 45"/>
                <a:gd name="T27" fmla="*/ 27 h 46"/>
                <a:gd name="T28" fmla="*/ 0 w 45"/>
                <a:gd name="T29" fmla="*/ 22 h 46"/>
                <a:gd name="T30" fmla="*/ 0 w 45"/>
                <a:gd name="T31" fmla="*/ 22 h 46"/>
                <a:gd name="T32" fmla="*/ 0 w 45"/>
                <a:gd name="T33" fmla="*/ 18 h 46"/>
                <a:gd name="T34" fmla="*/ 1 w 45"/>
                <a:gd name="T35" fmla="*/ 14 h 46"/>
                <a:gd name="T36" fmla="*/ 7 w 45"/>
                <a:gd name="T37" fmla="*/ 6 h 46"/>
                <a:gd name="T38" fmla="*/ 14 w 45"/>
                <a:gd name="T39" fmla="*/ 2 h 46"/>
                <a:gd name="T40" fmla="*/ 17 w 45"/>
                <a:gd name="T41" fmla="*/ 0 h 46"/>
                <a:gd name="T42" fmla="*/ 23 w 45"/>
                <a:gd name="T43" fmla="*/ 0 h 46"/>
                <a:gd name="T44" fmla="*/ 23 w 45"/>
                <a:gd name="T45" fmla="*/ 0 h 46"/>
                <a:gd name="T46" fmla="*/ 28 w 45"/>
                <a:gd name="T47" fmla="*/ 0 h 46"/>
                <a:gd name="T48" fmla="*/ 32 w 45"/>
                <a:gd name="T49" fmla="*/ 2 h 46"/>
                <a:gd name="T50" fmla="*/ 39 w 45"/>
                <a:gd name="T51" fmla="*/ 6 h 46"/>
                <a:gd name="T52" fmla="*/ 44 w 45"/>
                <a:gd name="T53" fmla="*/ 14 h 46"/>
                <a:gd name="T54" fmla="*/ 45 w 45"/>
                <a:gd name="T55" fmla="*/ 18 h 46"/>
                <a:gd name="T56" fmla="*/ 45 w 45"/>
                <a:gd name="T57" fmla="*/ 22 h 46"/>
                <a:gd name="T58" fmla="*/ 45 w 45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" h="46">
                  <a:moveTo>
                    <a:pt x="45" y="22"/>
                  </a:moveTo>
                  <a:lnTo>
                    <a:pt x="45" y="22"/>
                  </a:lnTo>
                  <a:lnTo>
                    <a:pt x="45" y="27"/>
                  </a:lnTo>
                  <a:lnTo>
                    <a:pt x="44" y="31"/>
                  </a:lnTo>
                  <a:lnTo>
                    <a:pt x="39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17" y="45"/>
                  </a:lnTo>
                  <a:lnTo>
                    <a:pt x="14" y="43"/>
                  </a:lnTo>
                  <a:lnTo>
                    <a:pt x="7" y="39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7" y="6"/>
                  </a:lnTo>
                  <a:lnTo>
                    <a:pt x="14" y="2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44" y="14"/>
                  </a:lnTo>
                  <a:lnTo>
                    <a:pt x="45" y="18"/>
                  </a:lnTo>
                  <a:lnTo>
                    <a:pt x="45" y="22"/>
                  </a:lnTo>
                  <a:lnTo>
                    <a:pt x="45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9" name="Freeform 67"/>
            <p:cNvSpPr>
              <a:spLocks/>
            </p:cNvSpPr>
            <p:nvPr/>
          </p:nvSpPr>
          <p:spPr bwMode="auto">
            <a:xfrm>
              <a:off x="4554" y="1825"/>
              <a:ext cx="15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4 w 46"/>
                <a:gd name="T5" fmla="*/ 27 h 46"/>
                <a:gd name="T6" fmla="*/ 43 w 46"/>
                <a:gd name="T7" fmla="*/ 31 h 46"/>
                <a:gd name="T8" fmla="*/ 38 w 46"/>
                <a:gd name="T9" fmla="*/ 39 h 46"/>
                <a:gd name="T10" fmla="*/ 31 w 46"/>
                <a:gd name="T11" fmla="*/ 43 h 46"/>
                <a:gd name="T12" fmla="*/ 27 w 46"/>
                <a:gd name="T13" fmla="*/ 45 h 46"/>
                <a:gd name="T14" fmla="*/ 22 w 46"/>
                <a:gd name="T15" fmla="*/ 46 h 46"/>
                <a:gd name="T16" fmla="*/ 22 w 46"/>
                <a:gd name="T17" fmla="*/ 46 h 46"/>
                <a:gd name="T18" fmla="*/ 18 w 46"/>
                <a:gd name="T19" fmla="*/ 45 h 46"/>
                <a:gd name="T20" fmla="*/ 13 w 46"/>
                <a:gd name="T21" fmla="*/ 43 h 46"/>
                <a:gd name="T22" fmla="*/ 6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6 w 46"/>
                <a:gd name="T37" fmla="*/ 6 h 46"/>
                <a:gd name="T38" fmla="*/ 13 w 46"/>
                <a:gd name="T39" fmla="*/ 2 h 46"/>
                <a:gd name="T40" fmla="*/ 18 w 46"/>
                <a:gd name="T41" fmla="*/ 0 h 46"/>
                <a:gd name="T42" fmla="*/ 22 w 46"/>
                <a:gd name="T43" fmla="*/ 0 h 46"/>
                <a:gd name="T44" fmla="*/ 22 w 46"/>
                <a:gd name="T45" fmla="*/ 0 h 46"/>
                <a:gd name="T46" fmla="*/ 27 w 46"/>
                <a:gd name="T47" fmla="*/ 0 h 46"/>
                <a:gd name="T48" fmla="*/ 31 w 46"/>
                <a:gd name="T49" fmla="*/ 2 h 46"/>
                <a:gd name="T50" fmla="*/ 38 w 46"/>
                <a:gd name="T51" fmla="*/ 6 h 46"/>
                <a:gd name="T52" fmla="*/ 43 w 46"/>
                <a:gd name="T53" fmla="*/ 14 h 46"/>
                <a:gd name="T54" fmla="*/ 44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4" y="27"/>
                  </a:lnTo>
                  <a:lnTo>
                    <a:pt x="43" y="31"/>
                  </a:lnTo>
                  <a:lnTo>
                    <a:pt x="38" y="39"/>
                  </a:lnTo>
                  <a:lnTo>
                    <a:pt x="31" y="43"/>
                  </a:lnTo>
                  <a:lnTo>
                    <a:pt x="27" y="45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8" y="45"/>
                  </a:lnTo>
                  <a:lnTo>
                    <a:pt x="13" y="43"/>
                  </a:lnTo>
                  <a:lnTo>
                    <a:pt x="6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1" y="2"/>
                  </a:lnTo>
                  <a:lnTo>
                    <a:pt x="38" y="6"/>
                  </a:lnTo>
                  <a:lnTo>
                    <a:pt x="43" y="14"/>
                  </a:lnTo>
                  <a:lnTo>
                    <a:pt x="44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0" name="Freeform 68"/>
            <p:cNvSpPr>
              <a:spLocks/>
            </p:cNvSpPr>
            <p:nvPr/>
          </p:nvSpPr>
          <p:spPr bwMode="auto">
            <a:xfrm>
              <a:off x="4599" y="1825"/>
              <a:ext cx="16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6 w 46"/>
                <a:gd name="T5" fmla="*/ 27 h 46"/>
                <a:gd name="T6" fmla="*/ 44 w 46"/>
                <a:gd name="T7" fmla="*/ 31 h 46"/>
                <a:gd name="T8" fmla="*/ 40 w 46"/>
                <a:gd name="T9" fmla="*/ 39 h 46"/>
                <a:gd name="T10" fmla="*/ 32 w 46"/>
                <a:gd name="T11" fmla="*/ 43 h 46"/>
                <a:gd name="T12" fmla="*/ 28 w 46"/>
                <a:gd name="T13" fmla="*/ 45 h 46"/>
                <a:gd name="T14" fmla="*/ 24 w 46"/>
                <a:gd name="T15" fmla="*/ 46 h 46"/>
                <a:gd name="T16" fmla="*/ 24 w 46"/>
                <a:gd name="T17" fmla="*/ 46 h 46"/>
                <a:gd name="T18" fmla="*/ 18 w 46"/>
                <a:gd name="T19" fmla="*/ 45 h 46"/>
                <a:gd name="T20" fmla="*/ 15 w 46"/>
                <a:gd name="T21" fmla="*/ 43 h 46"/>
                <a:gd name="T22" fmla="*/ 7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7 w 46"/>
                <a:gd name="T37" fmla="*/ 6 h 46"/>
                <a:gd name="T38" fmla="*/ 15 w 46"/>
                <a:gd name="T39" fmla="*/ 2 h 46"/>
                <a:gd name="T40" fmla="*/ 18 w 46"/>
                <a:gd name="T41" fmla="*/ 0 h 46"/>
                <a:gd name="T42" fmla="*/ 24 w 46"/>
                <a:gd name="T43" fmla="*/ 0 h 46"/>
                <a:gd name="T44" fmla="*/ 24 w 46"/>
                <a:gd name="T45" fmla="*/ 0 h 46"/>
                <a:gd name="T46" fmla="*/ 28 w 46"/>
                <a:gd name="T47" fmla="*/ 0 h 46"/>
                <a:gd name="T48" fmla="*/ 32 w 46"/>
                <a:gd name="T49" fmla="*/ 2 h 46"/>
                <a:gd name="T50" fmla="*/ 40 w 46"/>
                <a:gd name="T51" fmla="*/ 6 h 46"/>
                <a:gd name="T52" fmla="*/ 44 w 46"/>
                <a:gd name="T53" fmla="*/ 14 h 46"/>
                <a:gd name="T54" fmla="*/ 46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6" y="27"/>
                  </a:lnTo>
                  <a:lnTo>
                    <a:pt x="44" y="31"/>
                  </a:lnTo>
                  <a:lnTo>
                    <a:pt x="40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18" y="45"/>
                  </a:lnTo>
                  <a:lnTo>
                    <a:pt x="15" y="43"/>
                  </a:lnTo>
                  <a:lnTo>
                    <a:pt x="7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7" y="6"/>
                  </a:lnTo>
                  <a:lnTo>
                    <a:pt x="15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40" y="6"/>
                  </a:lnTo>
                  <a:lnTo>
                    <a:pt x="44" y="14"/>
                  </a:lnTo>
                  <a:lnTo>
                    <a:pt x="46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51" name="Group 81"/>
          <p:cNvGrpSpPr>
            <a:grpSpLocks noChangeAspect="1"/>
          </p:cNvGrpSpPr>
          <p:nvPr/>
        </p:nvGrpSpPr>
        <p:grpSpPr bwMode="auto">
          <a:xfrm>
            <a:off x="6207290" y="4626755"/>
            <a:ext cx="240517" cy="353910"/>
            <a:chOff x="6433" y="1839"/>
            <a:chExt cx="753" cy="1108"/>
          </a:xfrm>
        </p:grpSpPr>
        <p:sp>
          <p:nvSpPr>
            <p:cNvPr id="452" name="Freeform 82"/>
            <p:cNvSpPr>
              <a:spLocks/>
            </p:cNvSpPr>
            <p:nvPr/>
          </p:nvSpPr>
          <p:spPr bwMode="auto">
            <a:xfrm>
              <a:off x="6509" y="1839"/>
              <a:ext cx="602" cy="845"/>
            </a:xfrm>
            <a:custGeom>
              <a:avLst/>
              <a:gdLst>
                <a:gd name="T0" fmla="*/ 602 w 602"/>
                <a:gd name="T1" fmla="*/ 564 h 845"/>
                <a:gd name="T2" fmla="*/ 595 w 602"/>
                <a:gd name="T3" fmla="*/ 619 h 845"/>
                <a:gd name="T4" fmla="*/ 577 w 602"/>
                <a:gd name="T5" fmla="*/ 672 h 845"/>
                <a:gd name="T6" fmla="*/ 548 w 602"/>
                <a:gd name="T7" fmla="*/ 719 h 845"/>
                <a:gd name="T8" fmla="*/ 510 w 602"/>
                <a:gd name="T9" fmla="*/ 761 h 845"/>
                <a:gd name="T10" fmla="*/ 465 w 602"/>
                <a:gd name="T11" fmla="*/ 796 h 845"/>
                <a:gd name="T12" fmla="*/ 415 w 602"/>
                <a:gd name="T13" fmla="*/ 823 h 845"/>
                <a:gd name="T14" fmla="*/ 359 w 602"/>
                <a:gd name="T15" fmla="*/ 839 h 845"/>
                <a:gd name="T16" fmla="*/ 301 w 602"/>
                <a:gd name="T17" fmla="*/ 845 h 845"/>
                <a:gd name="T18" fmla="*/ 272 w 602"/>
                <a:gd name="T19" fmla="*/ 844 h 845"/>
                <a:gd name="T20" fmla="*/ 214 w 602"/>
                <a:gd name="T21" fmla="*/ 832 h 845"/>
                <a:gd name="T22" fmla="*/ 161 w 602"/>
                <a:gd name="T23" fmla="*/ 810 h 845"/>
                <a:gd name="T24" fmla="*/ 114 w 602"/>
                <a:gd name="T25" fmla="*/ 779 h 845"/>
                <a:gd name="T26" fmla="*/ 71 w 602"/>
                <a:gd name="T27" fmla="*/ 740 h 845"/>
                <a:gd name="T28" fmla="*/ 38 w 602"/>
                <a:gd name="T29" fmla="*/ 695 h 845"/>
                <a:gd name="T30" fmla="*/ 14 w 602"/>
                <a:gd name="T31" fmla="*/ 645 h 845"/>
                <a:gd name="T32" fmla="*/ 1 w 602"/>
                <a:gd name="T33" fmla="*/ 592 h 845"/>
                <a:gd name="T34" fmla="*/ 0 w 602"/>
                <a:gd name="T35" fmla="*/ 279 h 845"/>
                <a:gd name="T36" fmla="*/ 1 w 602"/>
                <a:gd name="T37" fmla="*/ 249 h 845"/>
                <a:gd name="T38" fmla="*/ 14 w 602"/>
                <a:gd name="T39" fmla="*/ 192 h 845"/>
                <a:gd name="T40" fmla="*/ 36 w 602"/>
                <a:gd name="T41" fmla="*/ 140 h 845"/>
                <a:gd name="T42" fmla="*/ 70 w 602"/>
                <a:gd name="T43" fmla="*/ 97 h 845"/>
                <a:gd name="T44" fmla="*/ 111 w 602"/>
                <a:gd name="T45" fmla="*/ 59 h 845"/>
                <a:gd name="T46" fmla="*/ 158 w 602"/>
                <a:gd name="T47" fmla="*/ 31 h 845"/>
                <a:gd name="T48" fmla="*/ 212 w 602"/>
                <a:gd name="T49" fmla="*/ 12 h 845"/>
                <a:gd name="T50" fmla="*/ 268 w 602"/>
                <a:gd name="T51" fmla="*/ 2 h 845"/>
                <a:gd name="T52" fmla="*/ 297 w 602"/>
                <a:gd name="T53" fmla="*/ 0 h 845"/>
                <a:gd name="T54" fmla="*/ 356 w 602"/>
                <a:gd name="T55" fmla="*/ 6 h 845"/>
                <a:gd name="T56" fmla="*/ 412 w 602"/>
                <a:gd name="T57" fmla="*/ 23 h 845"/>
                <a:gd name="T58" fmla="*/ 462 w 602"/>
                <a:gd name="T59" fmla="*/ 49 h 845"/>
                <a:gd name="T60" fmla="*/ 509 w 602"/>
                <a:gd name="T61" fmla="*/ 84 h 845"/>
                <a:gd name="T62" fmla="*/ 546 w 602"/>
                <a:gd name="T63" fmla="*/ 126 h 845"/>
                <a:gd name="T64" fmla="*/ 576 w 602"/>
                <a:gd name="T65" fmla="*/ 174 h 845"/>
                <a:gd name="T66" fmla="*/ 595 w 602"/>
                <a:gd name="T67" fmla="*/ 226 h 845"/>
                <a:gd name="T68" fmla="*/ 601 w 602"/>
                <a:gd name="T69" fmla="*/ 266 h 845"/>
                <a:gd name="T70" fmla="*/ 602 w 602"/>
                <a:gd name="T71" fmla="*/ 564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2" h="845">
                  <a:moveTo>
                    <a:pt x="602" y="564"/>
                  </a:moveTo>
                  <a:lnTo>
                    <a:pt x="602" y="564"/>
                  </a:lnTo>
                  <a:lnTo>
                    <a:pt x="600" y="592"/>
                  </a:lnTo>
                  <a:lnTo>
                    <a:pt x="595" y="619"/>
                  </a:lnTo>
                  <a:lnTo>
                    <a:pt x="587" y="645"/>
                  </a:lnTo>
                  <a:lnTo>
                    <a:pt x="577" y="672"/>
                  </a:lnTo>
                  <a:lnTo>
                    <a:pt x="563" y="695"/>
                  </a:lnTo>
                  <a:lnTo>
                    <a:pt x="548" y="719"/>
                  </a:lnTo>
                  <a:lnTo>
                    <a:pt x="530" y="740"/>
                  </a:lnTo>
                  <a:lnTo>
                    <a:pt x="510" y="761"/>
                  </a:lnTo>
                  <a:lnTo>
                    <a:pt x="489" y="779"/>
                  </a:lnTo>
                  <a:lnTo>
                    <a:pt x="465" y="796"/>
                  </a:lnTo>
                  <a:lnTo>
                    <a:pt x="440" y="810"/>
                  </a:lnTo>
                  <a:lnTo>
                    <a:pt x="415" y="823"/>
                  </a:lnTo>
                  <a:lnTo>
                    <a:pt x="387" y="832"/>
                  </a:lnTo>
                  <a:lnTo>
                    <a:pt x="359" y="839"/>
                  </a:lnTo>
                  <a:lnTo>
                    <a:pt x="331" y="844"/>
                  </a:lnTo>
                  <a:lnTo>
                    <a:pt x="301" y="845"/>
                  </a:lnTo>
                  <a:lnTo>
                    <a:pt x="301" y="845"/>
                  </a:lnTo>
                  <a:lnTo>
                    <a:pt x="272" y="844"/>
                  </a:lnTo>
                  <a:lnTo>
                    <a:pt x="242" y="839"/>
                  </a:lnTo>
                  <a:lnTo>
                    <a:pt x="214" y="832"/>
                  </a:lnTo>
                  <a:lnTo>
                    <a:pt x="188" y="823"/>
                  </a:lnTo>
                  <a:lnTo>
                    <a:pt x="161" y="810"/>
                  </a:lnTo>
                  <a:lnTo>
                    <a:pt x="136" y="796"/>
                  </a:lnTo>
                  <a:lnTo>
                    <a:pt x="114" y="779"/>
                  </a:lnTo>
                  <a:lnTo>
                    <a:pt x="91" y="761"/>
                  </a:lnTo>
                  <a:lnTo>
                    <a:pt x="71" y="740"/>
                  </a:lnTo>
                  <a:lnTo>
                    <a:pt x="53" y="719"/>
                  </a:lnTo>
                  <a:lnTo>
                    <a:pt x="38" y="695"/>
                  </a:lnTo>
                  <a:lnTo>
                    <a:pt x="25" y="672"/>
                  </a:lnTo>
                  <a:lnTo>
                    <a:pt x="14" y="645"/>
                  </a:lnTo>
                  <a:lnTo>
                    <a:pt x="6" y="619"/>
                  </a:lnTo>
                  <a:lnTo>
                    <a:pt x="1" y="592"/>
                  </a:lnTo>
                  <a:lnTo>
                    <a:pt x="0" y="564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" y="249"/>
                  </a:lnTo>
                  <a:lnTo>
                    <a:pt x="6" y="220"/>
                  </a:lnTo>
                  <a:lnTo>
                    <a:pt x="14" y="192"/>
                  </a:lnTo>
                  <a:lnTo>
                    <a:pt x="24" y="165"/>
                  </a:lnTo>
                  <a:lnTo>
                    <a:pt x="36" y="140"/>
                  </a:lnTo>
                  <a:lnTo>
                    <a:pt x="52" y="118"/>
                  </a:lnTo>
                  <a:lnTo>
                    <a:pt x="70" y="97"/>
                  </a:lnTo>
                  <a:lnTo>
                    <a:pt x="90" y="77"/>
                  </a:lnTo>
                  <a:lnTo>
                    <a:pt x="111" y="59"/>
                  </a:lnTo>
                  <a:lnTo>
                    <a:pt x="135" y="44"/>
                  </a:lnTo>
                  <a:lnTo>
                    <a:pt x="158" y="31"/>
                  </a:lnTo>
                  <a:lnTo>
                    <a:pt x="185" y="20"/>
                  </a:lnTo>
                  <a:lnTo>
                    <a:pt x="212" y="12"/>
                  </a:lnTo>
                  <a:lnTo>
                    <a:pt x="240" y="5"/>
                  </a:lnTo>
                  <a:lnTo>
                    <a:pt x="268" y="2"/>
                  </a:lnTo>
                  <a:lnTo>
                    <a:pt x="297" y="0"/>
                  </a:lnTo>
                  <a:lnTo>
                    <a:pt x="297" y="0"/>
                  </a:lnTo>
                  <a:lnTo>
                    <a:pt x="326" y="2"/>
                  </a:lnTo>
                  <a:lnTo>
                    <a:pt x="356" y="6"/>
                  </a:lnTo>
                  <a:lnTo>
                    <a:pt x="384" y="13"/>
                  </a:lnTo>
                  <a:lnTo>
                    <a:pt x="412" y="23"/>
                  </a:lnTo>
                  <a:lnTo>
                    <a:pt x="437" y="35"/>
                  </a:lnTo>
                  <a:lnTo>
                    <a:pt x="462" y="49"/>
                  </a:lnTo>
                  <a:lnTo>
                    <a:pt x="486" y="66"/>
                  </a:lnTo>
                  <a:lnTo>
                    <a:pt x="509" y="84"/>
                  </a:lnTo>
                  <a:lnTo>
                    <a:pt x="530" y="104"/>
                  </a:lnTo>
                  <a:lnTo>
                    <a:pt x="546" y="126"/>
                  </a:lnTo>
                  <a:lnTo>
                    <a:pt x="563" y="149"/>
                  </a:lnTo>
                  <a:lnTo>
                    <a:pt x="576" y="174"/>
                  </a:lnTo>
                  <a:lnTo>
                    <a:pt x="587" y="199"/>
                  </a:lnTo>
                  <a:lnTo>
                    <a:pt x="595" y="226"/>
                  </a:lnTo>
                  <a:lnTo>
                    <a:pt x="600" y="252"/>
                  </a:lnTo>
                  <a:lnTo>
                    <a:pt x="601" y="266"/>
                  </a:lnTo>
                  <a:lnTo>
                    <a:pt x="602" y="279"/>
                  </a:lnTo>
                  <a:lnTo>
                    <a:pt x="602" y="5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3" name="Freeform 83"/>
            <p:cNvSpPr>
              <a:spLocks/>
            </p:cNvSpPr>
            <p:nvPr/>
          </p:nvSpPr>
          <p:spPr bwMode="auto">
            <a:xfrm>
              <a:off x="6433" y="2308"/>
              <a:ext cx="753" cy="474"/>
            </a:xfrm>
            <a:custGeom>
              <a:avLst/>
              <a:gdLst>
                <a:gd name="T0" fmla="*/ 0 w 753"/>
                <a:gd name="T1" fmla="*/ 95 h 474"/>
                <a:gd name="T2" fmla="*/ 0 w 753"/>
                <a:gd name="T3" fmla="*/ 115 h 474"/>
                <a:gd name="T4" fmla="*/ 3 w 753"/>
                <a:gd name="T5" fmla="*/ 152 h 474"/>
                <a:gd name="T6" fmla="*/ 10 w 753"/>
                <a:gd name="T7" fmla="*/ 190 h 474"/>
                <a:gd name="T8" fmla="*/ 20 w 753"/>
                <a:gd name="T9" fmla="*/ 226 h 474"/>
                <a:gd name="T10" fmla="*/ 33 w 753"/>
                <a:gd name="T11" fmla="*/ 260 h 474"/>
                <a:gd name="T12" fmla="*/ 49 w 753"/>
                <a:gd name="T13" fmla="*/ 292 h 474"/>
                <a:gd name="T14" fmla="*/ 70 w 753"/>
                <a:gd name="T15" fmla="*/ 323 h 474"/>
                <a:gd name="T16" fmla="*/ 93 w 753"/>
                <a:gd name="T17" fmla="*/ 351 h 474"/>
                <a:gd name="T18" fmla="*/ 118 w 753"/>
                <a:gd name="T19" fmla="*/ 376 h 474"/>
                <a:gd name="T20" fmla="*/ 146 w 753"/>
                <a:gd name="T21" fmla="*/ 398 h 474"/>
                <a:gd name="T22" fmla="*/ 175 w 753"/>
                <a:gd name="T23" fmla="*/ 419 h 474"/>
                <a:gd name="T24" fmla="*/ 208 w 753"/>
                <a:gd name="T25" fmla="*/ 436 h 474"/>
                <a:gd name="T26" fmla="*/ 241 w 753"/>
                <a:gd name="T27" fmla="*/ 452 h 474"/>
                <a:gd name="T28" fmla="*/ 278 w 753"/>
                <a:gd name="T29" fmla="*/ 461 h 474"/>
                <a:gd name="T30" fmla="*/ 316 w 753"/>
                <a:gd name="T31" fmla="*/ 470 h 474"/>
                <a:gd name="T32" fmla="*/ 353 w 753"/>
                <a:gd name="T33" fmla="*/ 473 h 474"/>
                <a:gd name="T34" fmla="*/ 373 w 753"/>
                <a:gd name="T35" fmla="*/ 474 h 474"/>
                <a:gd name="T36" fmla="*/ 412 w 753"/>
                <a:gd name="T37" fmla="*/ 471 h 474"/>
                <a:gd name="T38" fmla="*/ 450 w 753"/>
                <a:gd name="T39" fmla="*/ 466 h 474"/>
                <a:gd name="T40" fmla="*/ 488 w 753"/>
                <a:gd name="T41" fmla="*/ 457 h 474"/>
                <a:gd name="T42" fmla="*/ 523 w 753"/>
                <a:gd name="T43" fmla="*/ 445 h 474"/>
                <a:gd name="T44" fmla="*/ 555 w 753"/>
                <a:gd name="T45" fmla="*/ 428 h 474"/>
                <a:gd name="T46" fmla="*/ 587 w 753"/>
                <a:gd name="T47" fmla="*/ 410 h 474"/>
                <a:gd name="T48" fmla="*/ 617 w 753"/>
                <a:gd name="T49" fmla="*/ 389 h 474"/>
                <a:gd name="T50" fmla="*/ 643 w 753"/>
                <a:gd name="T51" fmla="*/ 363 h 474"/>
                <a:gd name="T52" fmla="*/ 667 w 753"/>
                <a:gd name="T53" fmla="*/ 337 h 474"/>
                <a:gd name="T54" fmla="*/ 690 w 753"/>
                <a:gd name="T55" fmla="*/ 308 h 474"/>
                <a:gd name="T56" fmla="*/ 708 w 753"/>
                <a:gd name="T57" fmla="*/ 277 h 474"/>
                <a:gd name="T58" fmla="*/ 723 w 753"/>
                <a:gd name="T59" fmla="*/ 243 h 474"/>
                <a:gd name="T60" fmla="*/ 736 w 753"/>
                <a:gd name="T61" fmla="*/ 208 h 474"/>
                <a:gd name="T62" fmla="*/ 746 w 753"/>
                <a:gd name="T63" fmla="*/ 172 h 474"/>
                <a:gd name="T64" fmla="*/ 751 w 753"/>
                <a:gd name="T65" fmla="*/ 134 h 474"/>
                <a:gd name="T66" fmla="*/ 753 w 753"/>
                <a:gd name="T67" fmla="*/ 95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53" h="474">
                  <a:moveTo>
                    <a:pt x="0" y="0"/>
                  </a:moveTo>
                  <a:lnTo>
                    <a:pt x="0" y="95"/>
                  </a:lnTo>
                  <a:lnTo>
                    <a:pt x="0" y="95"/>
                  </a:lnTo>
                  <a:lnTo>
                    <a:pt x="0" y="115"/>
                  </a:lnTo>
                  <a:lnTo>
                    <a:pt x="2" y="134"/>
                  </a:lnTo>
                  <a:lnTo>
                    <a:pt x="3" y="152"/>
                  </a:lnTo>
                  <a:lnTo>
                    <a:pt x="6" y="172"/>
                  </a:lnTo>
                  <a:lnTo>
                    <a:pt x="10" y="190"/>
                  </a:lnTo>
                  <a:lnTo>
                    <a:pt x="14" y="208"/>
                  </a:lnTo>
                  <a:lnTo>
                    <a:pt x="20" y="226"/>
                  </a:lnTo>
                  <a:lnTo>
                    <a:pt x="26" y="243"/>
                  </a:lnTo>
                  <a:lnTo>
                    <a:pt x="33" y="260"/>
                  </a:lnTo>
                  <a:lnTo>
                    <a:pt x="41" y="277"/>
                  </a:lnTo>
                  <a:lnTo>
                    <a:pt x="49" y="292"/>
                  </a:lnTo>
                  <a:lnTo>
                    <a:pt x="59" y="308"/>
                  </a:lnTo>
                  <a:lnTo>
                    <a:pt x="70" y="323"/>
                  </a:lnTo>
                  <a:lnTo>
                    <a:pt x="80" y="337"/>
                  </a:lnTo>
                  <a:lnTo>
                    <a:pt x="93" y="351"/>
                  </a:lnTo>
                  <a:lnTo>
                    <a:pt x="105" y="363"/>
                  </a:lnTo>
                  <a:lnTo>
                    <a:pt x="118" y="376"/>
                  </a:lnTo>
                  <a:lnTo>
                    <a:pt x="132" y="389"/>
                  </a:lnTo>
                  <a:lnTo>
                    <a:pt x="146" y="398"/>
                  </a:lnTo>
                  <a:lnTo>
                    <a:pt x="160" y="410"/>
                  </a:lnTo>
                  <a:lnTo>
                    <a:pt x="175" y="419"/>
                  </a:lnTo>
                  <a:lnTo>
                    <a:pt x="191" y="428"/>
                  </a:lnTo>
                  <a:lnTo>
                    <a:pt x="208" y="436"/>
                  </a:lnTo>
                  <a:lnTo>
                    <a:pt x="225" y="445"/>
                  </a:lnTo>
                  <a:lnTo>
                    <a:pt x="241" y="452"/>
                  </a:lnTo>
                  <a:lnTo>
                    <a:pt x="260" y="457"/>
                  </a:lnTo>
                  <a:lnTo>
                    <a:pt x="278" y="461"/>
                  </a:lnTo>
                  <a:lnTo>
                    <a:pt x="296" y="466"/>
                  </a:lnTo>
                  <a:lnTo>
                    <a:pt x="316" y="470"/>
                  </a:lnTo>
                  <a:lnTo>
                    <a:pt x="334" y="471"/>
                  </a:lnTo>
                  <a:lnTo>
                    <a:pt x="353" y="473"/>
                  </a:lnTo>
                  <a:lnTo>
                    <a:pt x="373" y="474"/>
                  </a:lnTo>
                  <a:lnTo>
                    <a:pt x="373" y="474"/>
                  </a:lnTo>
                  <a:lnTo>
                    <a:pt x="393" y="473"/>
                  </a:lnTo>
                  <a:lnTo>
                    <a:pt x="412" y="471"/>
                  </a:lnTo>
                  <a:lnTo>
                    <a:pt x="432" y="470"/>
                  </a:lnTo>
                  <a:lnTo>
                    <a:pt x="450" y="466"/>
                  </a:lnTo>
                  <a:lnTo>
                    <a:pt x="470" y="461"/>
                  </a:lnTo>
                  <a:lnTo>
                    <a:pt x="488" y="457"/>
                  </a:lnTo>
                  <a:lnTo>
                    <a:pt x="505" y="452"/>
                  </a:lnTo>
                  <a:lnTo>
                    <a:pt x="523" y="445"/>
                  </a:lnTo>
                  <a:lnTo>
                    <a:pt x="540" y="436"/>
                  </a:lnTo>
                  <a:lnTo>
                    <a:pt x="555" y="428"/>
                  </a:lnTo>
                  <a:lnTo>
                    <a:pt x="572" y="419"/>
                  </a:lnTo>
                  <a:lnTo>
                    <a:pt x="587" y="410"/>
                  </a:lnTo>
                  <a:lnTo>
                    <a:pt x="601" y="398"/>
                  </a:lnTo>
                  <a:lnTo>
                    <a:pt x="617" y="389"/>
                  </a:lnTo>
                  <a:lnTo>
                    <a:pt x="629" y="376"/>
                  </a:lnTo>
                  <a:lnTo>
                    <a:pt x="643" y="363"/>
                  </a:lnTo>
                  <a:lnTo>
                    <a:pt x="656" y="351"/>
                  </a:lnTo>
                  <a:lnTo>
                    <a:pt x="667" y="337"/>
                  </a:lnTo>
                  <a:lnTo>
                    <a:pt x="678" y="323"/>
                  </a:lnTo>
                  <a:lnTo>
                    <a:pt x="690" y="308"/>
                  </a:lnTo>
                  <a:lnTo>
                    <a:pt x="699" y="292"/>
                  </a:lnTo>
                  <a:lnTo>
                    <a:pt x="708" y="277"/>
                  </a:lnTo>
                  <a:lnTo>
                    <a:pt x="716" y="260"/>
                  </a:lnTo>
                  <a:lnTo>
                    <a:pt x="723" y="243"/>
                  </a:lnTo>
                  <a:lnTo>
                    <a:pt x="730" y="226"/>
                  </a:lnTo>
                  <a:lnTo>
                    <a:pt x="736" y="208"/>
                  </a:lnTo>
                  <a:lnTo>
                    <a:pt x="741" y="190"/>
                  </a:lnTo>
                  <a:lnTo>
                    <a:pt x="746" y="172"/>
                  </a:lnTo>
                  <a:lnTo>
                    <a:pt x="748" y="152"/>
                  </a:lnTo>
                  <a:lnTo>
                    <a:pt x="751" y="134"/>
                  </a:lnTo>
                  <a:lnTo>
                    <a:pt x="753" y="115"/>
                  </a:lnTo>
                  <a:lnTo>
                    <a:pt x="753" y="95"/>
                  </a:lnTo>
                  <a:lnTo>
                    <a:pt x="753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4" name="Line 84"/>
            <p:cNvSpPr>
              <a:spLocks noChangeShapeType="1"/>
            </p:cNvSpPr>
            <p:nvPr/>
          </p:nvSpPr>
          <p:spPr bwMode="auto">
            <a:xfrm>
              <a:off x="6810" y="2782"/>
              <a:ext cx="0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5" name="Line 85"/>
            <p:cNvSpPr>
              <a:spLocks noChangeShapeType="1"/>
            </p:cNvSpPr>
            <p:nvPr/>
          </p:nvSpPr>
          <p:spPr bwMode="auto">
            <a:xfrm>
              <a:off x="6810" y="1839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6" name="Line 86"/>
            <p:cNvSpPr>
              <a:spLocks noChangeShapeType="1"/>
            </p:cNvSpPr>
            <p:nvPr/>
          </p:nvSpPr>
          <p:spPr bwMode="auto">
            <a:xfrm>
              <a:off x="6922" y="1863"/>
              <a:ext cx="0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7" name="Line 87"/>
            <p:cNvSpPr>
              <a:spLocks noChangeShapeType="1"/>
            </p:cNvSpPr>
            <p:nvPr/>
          </p:nvSpPr>
          <p:spPr bwMode="auto">
            <a:xfrm>
              <a:off x="6697" y="1858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8" name="Line 88"/>
            <p:cNvSpPr>
              <a:spLocks noChangeShapeType="1"/>
            </p:cNvSpPr>
            <p:nvPr/>
          </p:nvSpPr>
          <p:spPr bwMode="auto">
            <a:xfrm>
              <a:off x="6433" y="2403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9" name="Line 89"/>
            <p:cNvSpPr>
              <a:spLocks noChangeShapeType="1"/>
            </p:cNvSpPr>
            <p:nvPr/>
          </p:nvSpPr>
          <p:spPr bwMode="auto">
            <a:xfrm>
              <a:off x="6509" y="2102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0" name="Line 90"/>
            <p:cNvSpPr>
              <a:spLocks noChangeShapeType="1"/>
            </p:cNvSpPr>
            <p:nvPr/>
          </p:nvSpPr>
          <p:spPr bwMode="auto">
            <a:xfrm>
              <a:off x="6509" y="2214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1" name="Line 91"/>
            <p:cNvSpPr>
              <a:spLocks noChangeShapeType="1"/>
            </p:cNvSpPr>
            <p:nvPr/>
          </p:nvSpPr>
          <p:spPr bwMode="auto">
            <a:xfrm flipH="1">
              <a:off x="6901" y="2102"/>
              <a:ext cx="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2" name="Line 92"/>
            <p:cNvSpPr>
              <a:spLocks noChangeShapeType="1"/>
            </p:cNvSpPr>
            <p:nvPr/>
          </p:nvSpPr>
          <p:spPr bwMode="auto">
            <a:xfrm flipH="1">
              <a:off x="6901" y="2214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3" name="Line 93"/>
            <p:cNvSpPr>
              <a:spLocks noChangeShapeType="1"/>
            </p:cNvSpPr>
            <p:nvPr/>
          </p:nvSpPr>
          <p:spPr bwMode="auto">
            <a:xfrm>
              <a:off x="6509" y="2327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4" name="Line 94"/>
            <p:cNvSpPr>
              <a:spLocks noChangeShapeType="1"/>
            </p:cNvSpPr>
            <p:nvPr/>
          </p:nvSpPr>
          <p:spPr bwMode="auto">
            <a:xfrm flipH="1">
              <a:off x="6901" y="2327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65" name="Gruppieren 464"/>
          <p:cNvGrpSpPr/>
          <p:nvPr/>
        </p:nvGrpSpPr>
        <p:grpSpPr>
          <a:xfrm>
            <a:off x="5902576" y="1625328"/>
            <a:ext cx="183144" cy="209772"/>
            <a:chOff x="5475849" y="1390300"/>
            <a:chExt cx="1794206" cy="2055082"/>
          </a:xfrm>
        </p:grpSpPr>
        <p:grpSp>
          <p:nvGrpSpPr>
            <p:cNvPr id="466" name="Gruppieren 465"/>
            <p:cNvGrpSpPr/>
            <p:nvPr/>
          </p:nvGrpSpPr>
          <p:grpSpPr>
            <a:xfrm>
              <a:off x="5475849" y="2551302"/>
              <a:ext cx="1794206" cy="894080"/>
              <a:chOff x="3440837" y="2551302"/>
              <a:chExt cx="1794206" cy="894080"/>
            </a:xfrm>
          </p:grpSpPr>
          <p:sp>
            <p:nvSpPr>
              <p:cNvPr id="468" name="Freihandform 467"/>
              <p:cNvSpPr/>
              <p:nvPr/>
            </p:nvSpPr>
            <p:spPr bwMode="auto">
              <a:xfrm>
                <a:off x="3440837" y="2551302"/>
                <a:ext cx="896620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69" name="Freihandform 468"/>
              <p:cNvSpPr/>
              <p:nvPr/>
            </p:nvSpPr>
            <p:spPr bwMode="auto">
              <a:xfrm flipH="1">
                <a:off x="4336432" y="2551302"/>
                <a:ext cx="898611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467" name="Ellipse 466"/>
            <p:cNvSpPr/>
            <p:nvPr/>
          </p:nvSpPr>
          <p:spPr bwMode="auto">
            <a:xfrm>
              <a:off x="5916836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70" name="Gruppieren 469"/>
          <p:cNvGrpSpPr/>
          <p:nvPr/>
        </p:nvGrpSpPr>
        <p:grpSpPr>
          <a:xfrm>
            <a:off x="4492901" y="1592020"/>
            <a:ext cx="329875" cy="391134"/>
            <a:chOff x="4772471" y="1014064"/>
            <a:chExt cx="354013" cy="419755"/>
          </a:xfrm>
        </p:grpSpPr>
        <p:grpSp>
          <p:nvGrpSpPr>
            <p:cNvPr id="471" name="Gruppieren 470"/>
            <p:cNvGrpSpPr/>
            <p:nvPr/>
          </p:nvGrpSpPr>
          <p:grpSpPr>
            <a:xfrm>
              <a:off x="4772471" y="1313169"/>
              <a:ext cx="354013" cy="120650"/>
              <a:chOff x="2371725" y="5316538"/>
              <a:chExt cx="354013" cy="120650"/>
            </a:xfrm>
          </p:grpSpPr>
          <p:sp>
            <p:nvSpPr>
              <p:cNvPr id="477" name="Freeform 244"/>
              <p:cNvSpPr>
                <a:spLocks/>
              </p:cNvSpPr>
              <p:nvPr/>
            </p:nvSpPr>
            <p:spPr bwMode="auto">
              <a:xfrm>
                <a:off x="2441575" y="5348288"/>
                <a:ext cx="215900" cy="49213"/>
              </a:xfrm>
              <a:custGeom>
                <a:avLst/>
                <a:gdLst>
                  <a:gd name="T0" fmla="*/ 428 w 543"/>
                  <a:gd name="T1" fmla="*/ 0 h 122"/>
                  <a:gd name="T2" fmla="*/ 428 w 543"/>
                  <a:gd name="T3" fmla="*/ 0 h 122"/>
                  <a:gd name="T4" fmla="*/ 452 w 543"/>
                  <a:gd name="T5" fmla="*/ 5 h 122"/>
                  <a:gd name="T6" fmla="*/ 475 w 543"/>
                  <a:gd name="T7" fmla="*/ 10 h 122"/>
                  <a:gd name="T8" fmla="*/ 494 w 543"/>
                  <a:gd name="T9" fmla="*/ 16 h 122"/>
                  <a:gd name="T10" fmla="*/ 512 w 543"/>
                  <a:gd name="T11" fmla="*/ 23 h 122"/>
                  <a:gd name="T12" fmla="*/ 525 w 543"/>
                  <a:gd name="T13" fmla="*/ 31 h 122"/>
                  <a:gd name="T14" fmla="*/ 535 w 543"/>
                  <a:gd name="T15" fmla="*/ 38 h 122"/>
                  <a:gd name="T16" fmla="*/ 539 w 543"/>
                  <a:gd name="T17" fmla="*/ 42 h 122"/>
                  <a:gd name="T18" fmla="*/ 542 w 543"/>
                  <a:gd name="T19" fmla="*/ 47 h 122"/>
                  <a:gd name="T20" fmla="*/ 543 w 543"/>
                  <a:gd name="T21" fmla="*/ 50 h 122"/>
                  <a:gd name="T22" fmla="*/ 543 w 543"/>
                  <a:gd name="T23" fmla="*/ 54 h 122"/>
                  <a:gd name="T24" fmla="*/ 543 w 543"/>
                  <a:gd name="T25" fmla="*/ 54 h 122"/>
                  <a:gd name="T26" fmla="*/ 542 w 543"/>
                  <a:gd name="T27" fmla="*/ 62 h 122"/>
                  <a:gd name="T28" fmla="*/ 538 w 543"/>
                  <a:gd name="T29" fmla="*/ 69 h 122"/>
                  <a:gd name="T30" fmla="*/ 532 w 543"/>
                  <a:gd name="T31" fmla="*/ 75 h 122"/>
                  <a:gd name="T32" fmla="*/ 522 w 543"/>
                  <a:gd name="T33" fmla="*/ 81 h 122"/>
                  <a:gd name="T34" fmla="*/ 511 w 543"/>
                  <a:gd name="T35" fmla="*/ 88 h 122"/>
                  <a:gd name="T36" fmla="*/ 497 w 543"/>
                  <a:gd name="T37" fmla="*/ 93 h 122"/>
                  <a:gd name="T38" fmla="*/ 481 w 543"/>
                  <a:gd name="T39" fmla="*/ 98 h 122"/>
                  <a:gd name="T40" fmla="*/ 463 w 543"/>
                  <a:gd name="T41" fmla="*/ 102 h 122"/>
                  <a:gd name="T42" fmla="*/ 445 w 543"/>
                  <a:gd name="T43" fmla="*/ 107 h 122"/>
                  <a:gd name="T44" fmla="*/ 424 w 543"/>
                  <a:gd name="T45" fmla="*/ 111 h 122"/>
                  <a:gd name="T46" fmla="*/ 377 w 543"/>
                  <a:gd name="T47" fmla="*/ 117 h 122"/>
                  <a:gd name="T48" fmla="*/ 326 w 543"/>
                  <a:gd name="T49" fmla="*/ 121 h 122"/>
                  <a:gd name="T50" fmla="*/ 271 w 543"/>
                  <a:gd name="T51" fmla="*/ 122 h 122"/>
                  <a:gd name="T52" fmla="*/ 271 w 543"/>
                  <a:gd name="T53" fmla="*/ 122 h 122"/>
                  <a:gd name="T54" fmla="*/ 217 w 543"/>
                  <a:gd name="T55" fmla="*/ 121 h 122"/>
                  <a:gd name="T56" fmla="*/ 166 w 543"/>
                  <a:gd name="T57" fmla="*/ 117 h 122"/>
                  <a:gd name="T58" fmla="*/ 120 w 543"/>
                  <a:gd name="T59" fmla="*/ 111 h 122"/>
                  <a:gd name="T60" fmla="*/ 99 w 543"/>
                  <a:gd name="T61" fmla="*/ 107 h 122"/>
                  <a:gd name="T62" fmla="*/ 79 w 543"/>
                  <a:gd name="T63" fmla="*/ 102 h 122"/>
                  <a:gd name="T64" fmla="*/ 62 w 543"/>
                  <a:gd name="T65" fmla="*/ 98 h 122"/>
                  <a:gd name="T66" fmla="*/ 46 w 543"/>
                  <a:gd name="T67" fmla="*/ 93 h 122"/>
                  <a:gd name="T68" fmla="*/ 32 w 543"/>
                  <a:gd name="T69" fmla="*/ 88 h 122"/>
                  <a:gd name="T70" fmla="*/ 21 w 543"/>
                  <a:gd name="T71" fmla="*/ 81 h 122"/>
                  <a:gd name="T72" fmla="*/ 12 w 543"/>
                  <a:gd name="T73" fmla="*/ 75 h 122"/>
                  <a:gd name="T74" fmla="*/ 5 w 543"/>
                  <a:gd name="T75" fmla="*/ 69 h 122"/>
                  <a:gd name="T76" fmla="*/ 1 w 543"/>
                  <a:gd name="T77" fmla="*/ 62 h 122"/>
                  <a:gd name="T78" fmla="*/ 0 w 543"/>
                  <a:gd name="T79" fmla="*/ 54 h 122"/>
                  <a:gd name="T80" fmla="*/ 0 w 543"/>
                  <a:gd name="T81" fmla="*/ 54 h 122"/>
                  <a:gd name="T82" fmla="*/ 0 w 543"/>
                  <a:gd name="T83" fmla="*/ 50 h 122"/>
                  <a:gd name="T84" fmla="*/ 2 w 543"/>
                  <a:gd name="T85" fmla="*/ 47 h 122"/>
                  <a:gd name="T86" fmla="*/ 5 w 543"/>
                  <a:gd name="T87" fmla="*/ 42 h 122"/>
                  <a:gd name="T88" fmla="*/ 9 w 543"/>
                  <a:gd name="T89" fmla="*/ 38 h 122"/>
                  <a:gd name="T90" fmla="*/ 19 w 543"/>
                  <a:gd name="T91" fmla="*/ 31 h 122"/>
                  <a:gd name="T92" fmla="*/ 32 w 543"/>
                  <a:gd name="T93" fmla="*/ 23 h 122"/>
                  <a:gd name="T94" fmla="*/ 48 w 543"/>
                  <a:gd name="T95" fmla="*/ 16 h 122"/>
                  <a:gd name="T96" fmla="*/ 68 w 543"/>
                  <a:gd name="T97" fmla="*/ 10 h 122"/>
                  <a:gd name="T98" fmla="*/ 90 w 543"/>
                  <a:gd name="T99" fmla="*/ 5 h 122"/>
                  <a:gd name="T100" fmla="*/ 116 w 543"/>
                  <a:gd name="T101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43" h="122">
                    <a:moveTo>
                      <a:pt x="428" y="0"/>
                    </a:moveTo>
                    <a:lnTo>
                      <a:pt x="428" y="0"/>
                    </a:lnTo>
                    <a:lnTo>
                      <a:pt x="452" y="5"/>
                    </a:lnTo>
                    <a:lnTo>
                      <a:pt x="475" y="10"/>
                    </a:lnTo>
                    <a:lnTo>
                      <a:pt x="494" y="16"/>
                    </a:lnTo>
                    <a:lnTo>
                      <a:pt x="512" y="23"/>
                    </a:lnTo>
                    <a:lnTo>
                      <a:pt x="525" y="31"/>
                    </a:lnTo>
                    <a:lnTo>
                      <a:pt x="535" y="38"/>
                    </a:lnTo>
                    <a:lnTo>
                      <a:pt x="539" y="42"/>
                    </a:lnTo>
                    <a:lnTo>
                      <a:pt x="542" y="47"/>
                    </a:lnTo>
                    <a:lnTo>
                      <a:pt x="543" y="50"/>
                    </a:lnTo>
                    <a:lnTo>
                      <a:pt x="543" y="54"/>
                    </a:lnTo>
                    <a:lnTo>
                      <a:pt x="543" y="54"/>
                    </a:lnTo>
                    <a:lnTo>
                      <a:pt x="542" y="62"/>
                    </a:lnTo>
                    <a:lnTo>
                      <a:pt x="538" y="69"/>
                    </a:lnTo>
                    <a:lnTo>
                      <a:pt x="532" y="75"/>
                    </a:lnTo>
                    <a:lnTo>
                      <a:pt x="522" y="81"/>
                    </a:lnTo>
                    <a:lnTo>
                      <a:pt x="511" y="88"/>
                    </a:lnTo>
                    <a:lnTo>
                      <a:pt x="497" y="93"/>
                    </a:lnTo>
                    <a:lnTo>
                      <a:pt x="481" y="98"/>
                    </a:lnTo>
                    <a:lnTo>
                      <a:pt x="463" y="102"/>
                    </a:lnTo>
                    <a:lnTo>
                      <a:pt x="445" y="107"/>
                    </a:lnTo>
                    <a:lnTo>
                      <a:pt x="424" y="111"/>
                    </a:lnTo>
                    <a:lnTo>
                      <a:pt x="377" y="117"/>
                    </a:lnTo>
                    <a:lnTo>
                      <a:pt x="326" y="121"/>
                    </a:lnTo>
                    <a:lnTo>
                      <a:pt x="271" y="122"/>
                    </a:lnTo>
                    <a:lnTo>
                      <a:pt x="271" y="122"/>
                    </a:lnTo>
                    <a:lnTo>
                      <a:pt x="217" y="121"/>
                    </a:lnTo>
                    <a:lnTo>
                      <a:pt x="166" y="117"/>
                    </a:lnTo>
                    <a:lnTo>
                      <a:pt x="120" y="111"/>
                    </a:lnTo>
                    <a:lnTo>
                      <a:pt x="99" y="107"/>
                    </a:lnTo>
                    <a:lnTo>
                      <a:pt x="79" y="102"/>
                    </a:lnTo>
                    <a:lnTo>
                      <a:pt x="62" y="98"/>
                    </a:lnTo>
                    <a:lnTo>
                      <a:pt x="46" y="93"/>
                    </a:lnTo>
                    <a:lnTo>
                      <a:pt x="32" y="88"/>
                    </a:lnTo>
                    <a:lnTo>
                      <a:pt x="21" y="81"/>
                    </a:lnTo>
                    <a:lnTo>
                      <a:pt x="12" y="75"/>
                    </a:lnTo>
                    <a:lnTo>
                      <a:pt x="5" y="69"/>
                    </a:lnTo>
                    <a:lnTo>
                      <a:pt x="1" y="62"/>
                    </a:lnTo>
                    <a:lnTo>
                      <a:pt x="0" y="54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2" y="47"/>
                    </a:lnTo>
                    <a:lnTo>
                      <a:pt x="5" y="42"/>
                    </a:lnTo>
                    <a:lnTo>
                      <a:pt x="9" y="38"/>
                    </a:lnTo>
                    <a:lnTo>
                      <a:pt x="19" y="31"/>
                    </a:lnTo>
                    <a:lnTo>
                      <a:pt x="32" y="23"/>
                    </a:lnTo>
                    <a:lnTo>
                      <a:pt x="48" y="16"/>
                    </a:lnTo>
                    <a:lnTo>
                      <a:pt x="68" y="10"/>
                    </a:lnTo>
                    <a:lnTo>
                      <a:pt x="90" y="5"/>
                    </a:lnTo>
                    <a:lnTo>
                      <a:pt x="11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78" name="Freeform 245"/>
              <p:cNvSpPr>
                <a:spLocks/>
              </p:cNvSpPr>
              <p:nvPr/>
            </p:nvSpPr>
            <p:spPr bwMode="auto">
              <a:xfrm>
                <a:off x="2371725" y="5316538"/>
                <a:ext cx="354013" cy="120650"/>
              </a:xfrm>
              <a:custGeom>
                <a:avLst/>
                <a:gdLst>
                  <a:gd name="T0" fmla="*/ 601 w 893"/>
                  <a:gd name="T1" fmla="*/ 0 h 301"/>
                  <a:gd name="T2" fmla="*/ 663 w 893"/>
                  <a:gd name="T3" fmla="*/ 10 h 301"/>
                  <a:gd name="T4" fmla="*/ 719 w 893"/>
                  <a:gd name="T5" fmla="*/ 22 h 301"/>
                  <a:gd name="T6" fmla="*/ 769 w 893"/>
                  <a:gd name="T7" fmla="*/ 38 h 301"/>
                  <a:gd name="T8" fmla="*/ 811 w 893"/>
                  <a:gd name="T9" fmla="*/ 56 h 301"/>
                  <a:gd name="T10" fmla="*/ 845 w 893"/>
                  <a:gd name="T11" fmla="*/ 76 h 301"/>
                  <a:gd name="T12" fmla="*/ 871 w 893"/>
                  <a:gd name="T13" fmla="*/ 98 h 301"/>
                  <a:gd name="T14" fmla="*/ 888 w 893"/>
                  <a:gd name="T15" fmla="*/ 122 h 301"/>
                  <a:gd name="T16" fmla="*/ 893 w 893"/>
                  <a:gd name="T17" fmla="*/ 145 h 301"/>
                  <a:gd name="T18" fmla="*/ 893 w 893"/>
                  <a:gd name="T19" fmla="*/ 154 h 301"/>
                  <a:gd name="T20" fmla="*/ 888 w 893"/>
                  <a:gd name="T21" fmla="*/ 169 h 301"/>
                  <a:gd name="T22" fmla="*/ 879 w 893"/>
                  <a:gd name="T23" fmla="*/ 185 h 301"/>
                  <a:gd name="T24" fmla="*/ 865 w 893"/>
                  <a:gd name="T25" fmla="*/ 198 h 301"/>
                  <a:gd name="T26" fmla="*/ 839 w 893"/>
                  <a:gd name="T27" fmla="*/ 219 h 301"/>
                  <a:gd name="T28" fmla="*/ 791 w 893"/>
                  <a:gd name="T29" fmla="*/ 244 h 301"/>
                  <a:gd name="T30" fmla="*/ 730 w 893"/>
                  <a:gd name="T31" fmla="*/ 265 h 301"/>
                  <a:gd name="T32" fmla="*/ 660 w 893"/>
                  <a:gd name="T33" fmla="*/ 281 h 301"/>
                  <a:gd name="T34" fmla="*/ 579 w 893"/>
                  <a:gd name="T35" fmla="*/ 294 h 301"/>
                  <a:gd name="T36" fmla="*/ 492 w 893"/>
                  <a:gd name="T37" fmla="*/ 300 h 301"/>
                  <a:gd name="T38" fmla="*/ 446 w 893"/>
                  <a:gd name="T39" fmla="*/ 301 h 301"/>
                  <a:gd name="T40" fmla="*/ 357 w 893"/>
                  <a:gd name="T41" fmla="*/ 297 h 301"/>
                  <a:gd name="T42" fmla="*/ 273 w 893"/>
                  <a:gd name="T43" fmla="*/ 289 h 301"/>
                  <a:gd name="T44" fmla="*/ 197 w 893"/>
                  <a:gd name="T45" fmla="*/ 274 h 301"/>
                  <a:gd name="T46" fmla="*/ 130 w 893"/>
                  <a:gd name="T47" fmla="*/ 255 h 301"/>
                  <a:gd name="T48" fmla="*/ 76 w 893"/>
                  <a:gd name="T49" fmla="*/ 232 h 301"/>
                  <a:gd name="T50" fmla="*/ 35 w 893"/>
                  <a:gd name="T51" fmla="*/ 206 h 301"/>
                  <a:gd name="T52" fmla="*/ 20 w 893"/>
                  <a:gd name="T53" fmla="*/ 192 h 301"/>
                  <a:gd name="T54" fmla="*/ 9 w 893"/>
                  <a:gd name="T55" fmla="*/ 177 h 301"/>
                  <a:gd name="T56" fmla="*/ 3 w 893"/>
                  <a:gd name="T57" fmla="*/ 161 h 301"/>
                  <a:gd name="T58" fmla="*/ 0 w 893"/>
                  <a:gd name="T59" fmla="*/ 145 h 301"/>
                  <a:gd name="T60" fmla="*/ 1 w 893"/>
                  <a:gd name="T61" fmla="*/ 133 h 301"/>
                  <a:gd name="T62" fmla="*/ 13 w 893"/>
                  <a:gd name="T63" fmla="*/ 109 h 301"/>
                  <a:gd name="T64" fmla="*/ 34 w 893"/>
                  <a:gd name="T65" fmla="*/ 87 h 301"/>
                  <a:gd name="T66" fmla="*/ 63 w 893"/>
                  <a:gd name="T67" fmla="*/ 66 h 301"/>
                  <a:gd name="T68" fmla="*/ 102 w 893"/>
                  <a:gd name="T69" fmla="*/ 47 h 301"/>
                  <a:gd name="T70" fmla="*/ 149 w 893"/>
                  <a:gd name="T71" fmla="*/ 30 h 301"/>
                  <a:gd name="T72" fmla="*/ 201 w 893"/>
                  <a:gd name="T73" fmla="*/ 16 h 301"/>
                  <a:gd name="T74" fmla="*/ 260 w 893"/>
                  <a:gd name="T75" fmla="*/ 4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93" h="301">
                    <a:moveTo>
                      <a:pt x="601" y="0"/>
                    </a:moveTo>
                    <a:lnTo>
                      <a:pt x="601" y="0"/>
                    </a:lnTo>
                    <a:lnTo>
                      <a:pt x="633" y="4"/>
                    </a:lnTo>
                    <a:lnTo>
                      <a:pt x="663" y="10"/>
                    </a:lnTo>
                    <a:lnTo>
                      <a:pt x="692" y="16"/>
                    </a:lnTo>
                    <a:lnTo>
                      <a:pt x="719" y="22"/>
                    </a:lnTo>
                    <a:lnTo>
                      <a:pt x="745" y="30"/>
                    </a:lnTo>
                    <a:lnTo>
                      <a:pt x="769" y="38"/>
                    </a:lnTo>
                    <a:lnTo>
                      <a:pt x="791" y="47"/>
                    </a:lnTo>
                    <a:lnTo>
                      <a:pt x="811" y="56"/>
                    </a:lnTo>
                    <a:lnTo>
                      <a:pt x="829" y="66"/>
                    </a:lnTo>
                    <a:lnTo>
                      <a:pt x="845" y="76"/>
                    </a:lnTo>
                    <a:lnTo>
                      <a:pt x="859" y="87"/>
                    </a:lnTo>
                    <a:lnTo>
                      <a:pt x="871" y="98"/>
                    </a:lnTo>
                    <a:lnTo>
                      <a:pt x="880" y="109"/>
                    </a:lnTo>
                    <a:lnTo>
                      <a:pt x="888" y="122"/>
                    </a:lnTo>
                    <a:lnTo>
                      <a:pt x="891" y="133"/>
                    </a:lnTo>
                    <a:lnTo>
                      <a:pt x="893" y="145"/>
                    </a:lnTo>
                    <a:lnTo>
                      <a:pt x="893" y="145"/>
                    </a:lnTo>
                    <a:lnTo>
                      <a:pt x="893" y="154"/>
                    </a:lnTo>
                    <a:lnTo>
                      <a:pt x="890" y="161"/>
                    </a:lnTo>
                    <a:lnTo>
                      <a:pt x="888" y="169"/>
                    </a:lnTo>
                    <a:lnTo>
                      <a:pt x="884" y="177"/>
                    </a:lnTo>
                    <a:lnTo>
                      <a:pt x="879" y="185"/>
                    </a:lnTo>
                    <a:lnTo>
                      <a:pt x="873" y="192"/>
                    </a:lnTo>
                    <a:lnTo>
                      <a:pt x="865" y="198"/>
                    </a:lnTo>
                    <a:lnTo>
                      <a:pt x="858" y="206"/>
                    </a:lnTo>
                    <a:lnTo>
                      <a:pt x="839" y="219"/>
                    </a:lnTo>
                    <a:lnTo>
                      <a:pt x="817" y="232"/>
                    </a:lnTo>
                    <a:lnTo>
                      <a:pt x="791" y="244"/>
                    </a:lnTo>
                    <a:lnTo>
                      <a:pt x="762" y="255"/>
                    </a:lnTo>
                    <a:lnTo>
                      <a:pt x="730" y="265"/>
                    </a:lnTo>
                    <a:lnTo>
                      <a:pt x="695" y="274"/>
                    </a:lnTo>
                    <a:lnTo>
                      <a:pt x="660" y="281"/>
                    </a:lnTo>
                    <a:lnTo>
                      <a:pt x="620" y="289"/>
                    </a:lnTo>
                    <a:lnTo>
                      <a:pt x="579" y="294"/>
                    </a:lnTo>
                    <a:lnTo>
                      <a:pt x="537" y="297"/>
                    </a:lnTo>
                    <a:lnTo>
                      <a:pt x="492" y="300"/>
                    </a:lnTo>
                    <a:lnTo>
                      <a:pt x="446" y="301"/>
                    </a:lnTo>
                    <a:lnTo>
                      <a:pt x="446" y="301"/>
                    </a:lnTo>
                    <a:lnTo>
                      <a:pt x="400" y="300"/>
                    </a:lnTo>
                    <a:lnTo>
                      <a:pt x="357" y="297"/>
                    </a:lnTo>
                    <a:lnTo>
                      <a:pt x="314" y="294"/>
                    </a:lnTo>
                    <a:lnTo>
                      <a:pt x="273" y="289"/>
                    </a:lnTo>
                    <a:lnTo>
                      <a:pt x="233" y="281"/>
                    </a:lnTo>
                    <a:lnTo>
                      <a:pt x="197" y="274"/>
                    </a:lnTo>
                    <a:lnTo>
                      <a:pt x="163" y="265"/>
                    </a:lnTo>
                    <a:lnTo>
                      <a:pt x="130" y="255"/>
                    </a:lnTo>
                    <a:lnTo>
                      <a:pt x="102" y="244"/>
                    </a:lnTo>
                    <a:lnTo>
                      <a:pt x="76" y="232"/>
                    </a:lnTo>
                    <a:lnTo>
                      <a:pt x="53" y="219"/>
                    </a:lnTo>
                    <a:lnTo>
                      <a:pt x="35" y="206"/>
                    </a:lnTo>
                    <a:lnTo>
                      <a:pt x="27" y="198"/>
                    </a:lnTo>
                    <a:lnTo>
                      <a:pt x="20" y="192"/>
                    </a:lnTo>
                    <a:lnTo>
                      <a:pt x="14" y="185"/>
                    </a:lnTo>
                    <a:lnTo>
                      <a:pt x="9" y="177"/>
                    </a:lnTo>
                    <a:lnTo>
                      <a:pt x="5" y="169"/>
                    </a:lnTo>
                    <a:lnTo>
                      <a:pt x="3" y="161"/>
                    </a:lnTo>
                    <a:lnTo>
                      <a:pt x="0" y="154"/>
                    </a:lnTo>
                    <a:lnTo>
                      <a:pt x="0" y="145"/>
                    </a:lnTo>
                    <a:lnTo>
                      <a:pt x="0" y="145"/>
                    </a:lnTo>
                    <a:lnTo>
                      <a:pt x="1" y="133"/>
                    </a:lnTo>
                    <a:lnTo>
                      <a:pt x="5" y="122"/>
                    </a:lnTo>
                    <a:lnTo>
                      <a:pt x="13" y="109"/>
                    </a:lnTo>
                    <a:lnTo>
                      <a:pt x="21" y="98"/>
                    </a:lnTo>
                    <a:lnTo>
                      <a:pt x="34" y="87"/>
                    </a:lnTo>
                    <a:lnTo>
                      <a:pt x="47" y="76"/>
                    </a:lnTo>
                    <a:lnTo>
                      <a:pt x="63" y="66"/>
                    </a:lnTo>
                    <a:lnTo>
                      <a:pt x="82" y="56"/>
                    </a:lnTo>
                    <a:lnTo>
                      <a:pt x="102" y="47"/>
                    </a:lnTo>
                    <a:lnTo>
                      <a:pt x="124" y="38"/>
                    </a:lnTo>
                    <a:lnTo>
                      <a:pt x="149" y="30"/>
                    </a:lnTo>
                    <a:lnTo>
                      <a:pt x="174" y="22"/>
                    </a:lnTo>
                    <a:lnTo>
                      <a:pt x="201" y="16"/>
                    </a:lnTo>
                    <a:lnTo>
                      <a:pt x="229" y="10"/>
                    </a:lnTo>
                    <a:lnTo>
                      <a:pt x="260" y="4"/>
                    </a:lnTo>
                    <a:lnTo>
                      <a:pt x="291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72" name="Gruppieren 471"/>
            <p:cNvGrpSpPr/>
            <p:nvPr/>
          </p:nvGrpSpPr>
          <p:grpSpPr>
            <a:xfrm>
              <a:off x="4886241" y="1014064"/>
              <a:ext cx="125104" cy="339926"/>
              <a:chOff x="1125019" y="1390300"/>
              <a:chExt cx="1663996" cy="4521334"/>
            </a:xfrm>
          </p:grpSpPr>
          <p:sp>
            <p:nvSpPr>
              <p:cNvPr id="473" name="Ellipse 47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74" name="Gruppieren 47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75" name="Freihandform 474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76" name="Freihandform 475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</p:grpSp>
      <p:grpSp>
        <p:nvGrpSpPr>
          <p:cNvPr id="479" name="Gruppieren 478"/>
          <p:cNvGrpSpPr/>
          <p:nvPr/>
        </p:nvGrpSpPr>
        <p:grpSpPr>
          <a:xfrm>
            <a:off x="6674823" y="1645050"/>
            <a:ext cx="246319" cy="299534"/>
            <a:chOff x="12250264" y="172322"/>
            <a:chExt cx="409806" cy="498339"/>
          </a:xfrm>
        </p:grpSpPr>
        <p:grpSp>
          <p:nvGrpSpPr>
            <p:cNvPr id="480" name="Gruppieren 479"/>
            <p:cNvGrpSpPr/>
            <p:nvPr/>
          </p:nvGrpSpPr>
          <p:grpSpPr>
            <a:xfrm>
              <a:off x="12456518" y="467109"/>
              <a:ext cx="203552" cy="203552"/>
              <a:chOff x="1304132" y="4817430"/>
              <a:chExt cx="141288" cy="141288"/>
            </a:xfrm>
          </p:grpSpPr>
          <p:sp>
            <p:nvSpPr>
              <p:cNvPr id="486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87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81" name="Gruppieren 480"/>
            <p:cNvGrpSpPr/>
            <p:nvPr/>
          </p:nvGrpSpPr>
          <p:grpSpPr>
            <a:xfrm>
              <a:off x="12250264" y="172322"/>
              <a:ext cx="278000" cy="340960"/>
              <a:chOff x="5475849" y="1390300"/>
              <a:chExt cx="1675597" cy="2055082"/>
            </a:xfrm>
          </p:grpSpPr>
          <p:grpSp>
            <p:nvGrpSpPr>
              <p:cNvPr id="482" name="Gruppieren 48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484" name="Freihandform 48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85" name="Freihandform 48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83" name="Ellipse 48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488" name="Gruppieren 487"/>
          <p:cNvGrpSpPr/>
          <p:nvPr/>
        </p:nvGrpSpPr>
        <p:grpSpPr>
          <a:xfrm>
            <a:off x="5435391" y="1594834"/>
            <a:ext cx="286542" cy="313933"/>
            <a:chOff x="-1351103" y="2702234"/>
            <a:chExt cx="553011" cy="605875"/>
          </a:xfrm>
        </p:grpSpPr>
        <p:grpSp>
          <p:nvGrpSpPr>
            <p:cNvPr id="489" name="Gruppieren 488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496" name="Ellipse 49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97" name="Gruppieren 496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98" name="Freihandform 497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99" name="Freihandform 498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490" name="Gruppieren 489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494" name="Ellipse 49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5" name="Freihandform 494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491" name="Gruppieren 490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492" name="Ellipse 49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3" name="Freihandform 492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00" name="Gruppieren 499"/>
          <p:cNvGrpSpPr/>
          <p:nvPr/>
        </p:nvGrpSpPr>
        <p:grpSpPr>
          <a:xfrm>
            <a:off x="5003419" y="1491640"/>
            <a:ext cx="251328" cy="416787"/>
            <a:chOff x="9262825" y="1186316"/>
            <a:chExt cx="609246" cy="1010336"/>
          </a:xfrm>
        </p:grpSpPr>
        <p:grpSp>
          <p:nvGrpSpPr>
            <p:cNvPr id="501" name="Gruppieren 500"/>
            <p:cNvGrpSpPr/>
            <p:nvPr/>
          </p:nvGrpSpPr>
          <p:grpSpPr>
            <a:xfrm>
              <a:off x="9262825" y="1428820"/>
              <a:ext cx="282587" cy="767832"/>
              <a:chOff x="1125019" y="1390300"/>
              <a:chExt cx="1663996" cy="4521334"/>
            </a:xfrm>
          </p:grpSpPr>
          <p:sp>
            <p:nvSpPr>
              <p:cNvPr id="507" name="Ellipse 50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508" name="Gruppieren 50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509" name="Freihandform 50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10" name="Freihandform 50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502" name="Gruppieren 501"/>
            <p:cNvGrpSpPr/>
            <p:nvPr/>
          </p:nvGrpSpPr>
          <p:grpSpPr>
            <a:xfrm>
              <a:off x="9391009" y="1186316"/>
              <a:ext cx="481062" cy="416442"/>
              <a:chOff x="1324770" y="3245805"/>
              <a:chExt cx="212725" cy="184150"/>
            </a:xfrm>
          </p:grpSpPr>
          <p:sp>
            <p:nvSpPr>
              <p:cNvPr id="503" name="Freeform 74"/>
              <p:cNvSpPr>
                <a:spLocks/>
              </p:cNvSpPr>
              <p:nvPr/>
            </p:nvSpPr>
            <p:spPr bwMode="auto">
              <a:xfrm>
                <a:off x="1324770" y="3245805"/>
                <a:ext cx="212725" cy="184150"/>
              </a:xfrm>
              <a:custGeom>
                <a:avLst/>
                <a:gdLst>
                  <a:gd name="T0" fmla="*/ 244 w 666"/>
                  <a:gd name="T1" fmla="*/ 399 h 578"/>
                  <a:gd name="T2" fmla="*/ 332 w 666"/>
                  <a:gd name="T3" fmla="*/ 399 h 578"/>
                  <a:gd name="T4" fmla="*/ 332 w 666"/>
                  <a:gd name="T5" fmla="*/ 578 h 578"/>
                  <a:gd name="T6" fmla="*/ 503 w 666"/>
                  <a:gd name="T7" fmla="*/ 399 h 578"/>
                  <a:gd name="T8" fmla="*/ 666 w 666"/>
                  <a:gd name="T9" fmla="*/ 399 h 578"/>
                  <a:gd name="T10" fmla="*/ 666 w 666"/>
                  <a:gd name="T11" fmla="*/ 0 h 578"/>
                  <a:gd name="T12" fmla="*/ 0 w 666"/>
                  <a:gd name="T13" fmla="*/ 0 h 578"/>
                  <a:gd name="T14" fmla="*/ 0 w 666"/>
                  <a:gd name="T15" fmla="*/ 178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6" h="578">
                    <a:moveTo>
                      <a:pt x="244" y="399"/>
                    </a:moveTo>
                    <a:lnTo>
                      <a:pt x="332" y="399"/>
                    </a:lnTo>
                    <a:lnTo>
                      <a:pt x="332" y="578"/>
                    </a:lnTo>
                    <a:lnTo>
                      <a:pt x="503" y="399"/>
                    </a:lnTo>
                    <a:lnTo>
                      <a:pt x="666" y="399"/>
                    </a:lnTo>
                    <a:lnTo>
                      <a:pt x="666" y="0"/>
                    </a:lnTo>
                    <a:lnTo>
                      <a:pt x="0" y="0"/>
                    </a:lnTo>
                    <a:lnTo>
                      <a:pt x="0" y="17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4" name="Freeform 75"/>
              <p:cNvSpPr>
                <a:spLocks/>
              </p:cNvSpPr>
              <p:nvPr/>
            </p:nvSpPr>
            <p:spPr bwMode="auto">
              <a:xfrm>
                <a:off x="1465289" y="3299510"/>
                <a:ext cx="21406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5" name="Freeform 76"/>
              <p:cNvSpPr>
                <a:spLocks/>
              </p:cNvSpPr>
              <p:nvPr/>
            </p:nvSpPr>
            <p:spPr bwMode="auto">
              <a:xfrm>
                <a:off x="1421337" y="3299510"/>
                <a:ext cx="24083" cy="24083"/>
              </a:xfrm>
              <a:custGeom>
                <a:avLst/>
                <a:gdLst>
                  <a:gd name="T0" fmla="*/ 45 w 45"/>
                  <a:gd name="T1" fmla="*/ 0 h 44"/>
                  <a:gd name="T2" fmla="*/ 0 w 45"/>
                  <a:gd name="T3" fmla="*/ 0 h 44"/>
                  <a:gd name="T4" fmla="*/ 0 w 45"/>
                  <a:gd name="T5" fmla="*/ 44 h 44"/>
                  <a:gd name="T6" fmla="*/ 45 w 45"/>
                  <a:gd name="T7" fmla="*/ 44 h 44"/>
                  <a:gd name="T8" fmla="*/ 45 w 45"/>
                  <a:gd name="T9" fmla="*/ 0 h 44"/>
                  <a:gd name="T10" fmla="*/ 45 w 45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" h="44">
                    <a:moveTo>
                      <a:pt x="45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5" y="44"/>
                    </a:lnTo>
                    <a:lnTo>
                      <a:pt x="45" y="0"/>
                    </a:lnTo>
                    <a:lnTo>
                      <a:pt x="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6" name="Freeform 77"/>
              <p:cNvSpPr>
                <a:spLocks/>
              </p:cNvSpPr>
              <p:nvPr/>
            </p:nvSpPr>
            <p:spPr bwMode="auto">
              <a:xfrm>
                <a:off x="1378475" y="3299510"/>
                <a:ext cx="24083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11" name="Gruppieren 510"/>
          <p:cNvGrpSpPr/>
          <p:nvPr/>
        </p:nvGrpSpPr>
        <p:grpSpPr>
          <a:xfrm>
            <a:off x="6266363" y="1451756"/>
            <a:ext cx="347451" cy="381013"/>
            <a:chOff x="10670480" y="-120615"/>
            <a:chExt cx="578060" cy="633897"/>
          </a:xfrm>
        </p:grpSpPr>
        <p:grpSp>
          <p:nvGrpSpPr>
            <p:cNvPr id="512" name="Gruppieren 51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523" name="Gruppieren 52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525" name="Freihandform 52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26" name="Freihandform 52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524" name="Ellipse 52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27" name="Gruppieren 526"/>
          <p:cNvGrpSpPr/>
          <p:nvPr/>
        </p:nvGrpSpPr>
        <p:grpSpPr>
          <a:xfrm>
            <a:off x="8468317" y="1654922"/>
            <a:ext cx="273833" cy="273339"/>
            <a:chOff x="1021185" y="1256060"/>
            <a:chExt cx="293870" cy="293340"/>
          </a:xfrm>
        </p:grpSpPr>
        <p:sp>
          <p:nvSpPr>
            <p:cNvPr id="528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9" name="Ellipse 528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grpSp>
          <p:nvGrpSpPr>
            <p:cNvPr id="530" name="Gruppieren 529"/>
            <p:cNvGrpSpPr/>
            <p:nvPr/>
          </p:nvGrpSpPr>
          <p:grpSpPr>
            <a:xfrm>
              <a:off x="1081710" y="1313765"/>
              <a:ext cx="92192" cy="84998"/>
              <a:chOff x="1093605" y="1257964"/>
              <a:chExt cx="213241" cy="196600"/>
            </a:xfrm>
          </p:grpSpPr>
          <p:cxnSp>
            <p:nvCxnSpPr>
              <p:cNvPr id="531" name="Gerade Verbindung 87"/>
              <p:cNvCxnSpPr/>
              <p:nvPr/>
            </p:nvCxnSpPr>
            <p:spPr bwMode="auto">
              <a:xfrm>
                <a:off x="1200616" y="1257964"/>
                <a:ext cx="0" cy="1966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2" name="Gerade Verbindung 88"/>
              <p:cNvCxnSpPr/>
              <p:nvPr/>
            </p:nvCxnSpPr>
            <p:spPr bwMode="auto">
              <a:xfrm>
                <a:off x="1093605" y="1358770"/>
                <a:ext cx="21324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33" name="Gruppieren 532"/>
          <p:cNvGrpSpPr/>
          <p:nvPr/>
        </p:nvGrpSpPr>
        <p:grpSpPr>
          <a:xfrm>
            <a:off x="8041457" y="3993830"/>
            <a:ext cx="272183" cy="272183"/>
            <a:chOff x="1149350" y="4184650"/>
            <a:chExt cx="292100" cy="292100"/>
          </a:xfrm>
        </p:grpSpPr>
        <p:grpSp>
          <p:nvGrpSpPr>
            <p:cNvPr id="534" name="Gruppieren 533"/>
            <p:cNvGrpSpPr/>
            <p:nvPr/>
          </p:nvGrpSpPr>
          <p:grpSpPr>
            <a:xfrm>
              <a:off x="1149350" y="4184650"/>
              <a:ext cx="292100" cy="292100"/>
              <a:chOff x="539750" y="4184650"/>
              <a:chExt cx="292100" cy="292100"/>
            </a:xfrm>
          </p:grpSpPr>
          <p:sp>
            <p:nvSpPr>
              <p:cNvPr id="536" name="Line 330"/>
              <p:cNvSpPr>
                <a:spLocks noChangeShapeType="1"/>
              </p:cNvSpPr>
              <p:nvPr/>
            </p:nvSpPr>
            <p:spPr bwMode="auto">
              <a:xfrm>
                <a:off x="685800" y="44513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7" name="Line 331"/>
              <p:cNvSpPr>
                <a:spLocks noChangeShapeType="1"/>
              </p:cNvSpPr>
              <p:nvPr/>
            </p:nvSpPr>
            <p:spPr bwMode="auto">
              <a:xfrm>
                <a:off x="77470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8" name="Line 332"/>
              <p:cNvSpPr>
                <a:spLocks noChangeShapeType="1"/>
              </p:cNvSpPr>
              <p:nvPr/>
            </p:nvSpPr>
            <p:spPr bwMode="auto">
              <a:xfrm>
                <a:off x="8064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9" name="Line 333"/>
              <p:cNvSpPr>
                <a:spLocks noChangeShapeType="1"/>
              </p:cNvSpPr>
              <p:nvPr/>
            </p:nvSpPr>
            <p:spPr bwMode="auto">
              <a:xfrm flipV="1">
                <a:off x="77470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0" name="Line 334"/>
              <p:cNvSpPr>
                <a:spLocks noChangeShapeType="1"/>
              </p:cNvSpPr>
              <p:nvPr/>
            </p:nvSpPr>
            <p:spPr bwMode="auto">
              <a:xfrm flipV="1">
                <a:off x="685800" y="41846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1" name="Line 335"/>
              <p:cNvSpPr>
                <a:spLocks noChangeShapeType="1"/>
              </p:cNvSpPr>
              <p:nvPr/>
            </p:nvSpPr>
            <p:spPr bwMode="auto">
              <a:xfrm flipH="1" flipV="1">
                <a:off x="57785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2" name="Line 336"/>
              <p:cNvSpPr>
                <a:spLocks noChangeShapeType="1"/>
              </p:cNvSpPr>
              <p:nvPr/>
            </p:nvSpPr>
            <p:spPr bwMode="auto">
              <a:xfrm flipH="1">
                <a:off x="5397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3" name="Line 337"/>
              <p:cNvSpPr>
                <a:spLocks noChangeShapeType="1"/>
              </p:cNvSpPr>
              <p:nvPr/>
            </p:nvSpPr>
            <p:spPr bwMode="auto">
              <a:xfrm flipH="1">
                <a:off x="57785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535" name="Ellipse 534"/>
            <p:cNvSpPr/>
            <p:nvPr/>
          </p:nvSpPr>
          <p:spPr bwMode="auto">
            <a:xfrm>
              <a:off x="1196975" y="4232275"/>
              <a:ext cx="196850" cy="1968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544" name="Gruppieren 543"/>
          <p:cNvGrpSpPr/>
          <p:nvPr/>
        </p:nvGrpSpPr>
        <p:grpSpPr>
          <a:xfrm>
            <a:off x="8895177" y="1654759"/>
            <a:ext cx="298810" cy="273663"/>
            <a:chOff x="2235200" y="1260475"/>
            <a:chExt cx="320675" cy="293688"/>
          </a:xfrm>
        </p:grpSpPr>
        <p:sp>
          <p:nvSpPr>
            <p:cNvPr id="545" name="Freeform 6"/>
            <p:cNvSpPr>
              <a:spLocks/>
            </p:cNvSpPr>
            <p:nvPr/>
          </p:nvSpPr>
          <p:spPr bwMode="auto">
            <a:xfrm>
              <a:off x="2235200" y="1414463"/>
              <a:ext cx="139700" cy="139700"/>
            </a:xfrm>
            <a:custGeom>
              <a:avLst/>
              <a:gdLst>
                <a:gd name="T0" fmla="*/ 701 w 701"/>
                <a:gd name="T1" fmla="*/ 369 h 702"/>
                <a:gd name="T2" fmla="*/ 695 w 701"/>
                <a:gd name="T3" fmla="*/ 421 h 702"/>
                <a:gd name="T4" fmla="*/ 681 w 701"/>
                <a:gd name="T5" fmla="*/ 472 h 702"/>
                <a:gd name="T6" fmla="*/ 659 w 701"/>
                <a:gd name="T7" fmla="*/ 518 h 702"/>
                <a:gd name="T8" fmla="*/ 632 w 701"/>
                <a:gd name="T9" fmla="*/ 561 h 702"/>
                <a:gd name="T10" fmla="*/ 599 w 701"/>
                <a:gd name="T11" fmla="*/ 599 h 702"/>
                <a:gd name="T12" fmla="*/ 561 w 701"/>
                <a:gd name="T13" fmla="*/ 633 h 702"/>
                <a:gd name="T14" fmla="*/ 519 w 701"/>
                <a:gd name="T15" fmla="*/ 660 h 702"/>
                <a:gd name="T16" fmla="*/ 472 w 701"/>
                <a:gd name="T17" fmla="*/ 681 h 702"/>
                <a:gd name="T18" fmla="*/ 422 w 701"/>
                <a:gd name="T19" fmla="*/ 695 h 702"/>
                <a:gd name="T20" fmla="*/ 369 w 701"/>
                <a:gd name="T21" fmla="*/ 701 h 702"/>
                <a:gd name="T22" fmla="*/ 332 w 701"/>
                <a:gd name="T23" fmla="*/ 701 h 702"/>
                <a:gd name="T24" fmla="*/ 280 w 701"/>
                <a:gd name="T25" fmla="*/ 695 h 702"/>
                <a:gd name="T26" fmla="*/ 230 w 701"/>
                <a:gd name="T27" fmla="*/ 681 h 702"/>
                <a:gd name="T28" fmla="*/ 183 w 701"/>
                <a:gd name="T29" fmla="*/ 660 h 702"/>
                <a:gd name="T30" fmla="*/ 141 w 701"/>
                <a:gd name="T31" fmla="*/ 633 h 702"/>
                <a:gd name="T32" fmla="*/ 103 w 701"/>
                <a:gd name="T33" fmla="*/ 599 h 702"/>
                <a:gd name="T34" fmla="*/ 70 w 701"/>
                <a:gd name="T35" fmla="*/ 561 h 702"/>
                <a:gd name="T36" fmla="*/ 43 w 701"/>
                <a:gd name="T37" fmla="*/ 518 h 702"/>
                <a:gd name="T38" fmla="*/ 21 w 701"/>
                <a:gd name="T39" fmla="*/ 472 h 702"/>
                <a:gd name="T40" fmla="*/ 7 w 701"/>
                <a:gd name="T41" fmla="*/ 421 h 702"/>
                <a:gd name="T42" fmla="*/ 0 w 701"/>
                <a:gd name="T43" fmla="*/ 369 h 702"/>
                <a:gd name="T44" fmla="*/ 0 w 701"/>
                <a:gd name="T45" fmla="*/ 333 h 702"/>
                <a:gd name="T46" fmla="*/ 7 w 701"/>
                <a:gd name="T47" fmla="*/ 280 h 702"/>
                <a:gd name="T48" fmla="*/ 21 w 701"/>
                <a:gd name="T49" fmla="*/ 231 h 702"/>
                <a:gd name="T50" fmla="*/ 43 w 701"/>
                <a:gd name="T51" fmla="*/ 184 h 702"/>
                <a:gd name="T52" fmla="*/ 70 w 701"/>
                <a:gd name="T53" fmla="*/ 142 h 702"/>
                <a:gd name="T54" fmla="*/ 103 w 701"/>
                <a:gd name="T55" fmla="*/ 103 h 702"/>
                <a:gd name="T56" fmla="*/ 141 w 701"/>
                <a:gd name="T57" fmla="*/ 70 h 702"/>
                <a:gd name="T58" fmla="*/ 183 w 701"/>
                <a:gd name="T59" fmla="*/ 43 h 702"/>
                <a:gd name="T60" fmla="*/ 230 w 701"/>
                <a:gd name="T61" fmla="*/ 22 h 702"/>
                <a:gd name="T62" fmla="*/ 280 w 701"/>
                <a:gd name="T63" fmla="*/ 8 h 702"/>
                <a:gd name="T64" fmla="*/ 332 w 701"/>
                <a:gd name="T65" fmla="*/ 0 h 702"/>
                <a:gd name="T66" fmla="*/ 369 w 701"/>
                <a:gd name="T67" fmla="*/ 0 h 702"/>
                <a:gd name="T68" fmla="*/ 422 w 701"/>
                <a:gd name="T69" fmla="*/ 8 h 702"/>
                <a:gd name="T70" fmla="*/ 472 w 701"/>
                <a:gd name="T71" fmla="*/ 22 h 702"/>
                <a:gd name="T72" fmla="*/ 519 w 701"/>
                <a:gd name="T73" fmla="*/ 43 h 702"/>
                <a:gd name="T74" fmla="*/ 561 w 701"/>
                <a:gd name="T75" fmla="*/ 70 h 702"/>
                <a:gd name="T76" fmla="*/ 599 w 701"/>
                <a:gd name="T77" fmla="*/ 103 h 702"/>
                <a:gd name="T78" fmla="*/ 632 w 701"/>
                <a:gd name="T79" fmla="*/ 142 h 702"/>
                <a:gd name="T80" fmla="*/ 659 w 701"/>
                <a:gd name="T81" fmla="*/ 184 h 702"/>
                <a:gd name="T82" fmla="*/ 681 w 701"/>
                <a:gd name="T83" fmla="*/ 231 h 702"/>
                <a:gd name="T84" fmla="*/ 695 w 701"/>
                <a:gd name="T85" fmla="*/ 280 h 702"/>
                <a:gd name="T86" fmla="*/ 701 w 701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702">
                  <a:moveTo>
                    <a:pt x="701" y="351"/>
                  </a:moveTo>
                  <a:lnTo>
                    <a:pt x="701" y="351"/>
                  </a:lnTo>
                  <a:lnTo>
                    <a:pt x="701" y="369"/>
                  </a:lnTo>
                  <a:lnTo>
                    <a:pt x="700" y="387"/>
                  </a:lnTo>
                  <a:lnTo>
                    <a:pt x="698" y="404"/>
                  </a:lnTo>
                  <a:lnTo>
                    <a:pt x="695" y="421"/>
                  </a:lnTo>
                  <a:lnTo>
                    <a:pt x="691" y="439"/>
                  </a:lnTo>
                  <a:lnTo>
                    <a:pt x="686" y="455"/>
                  </a:lnTo>
                  <a:lnTo>
                    <a:pt x="681" y="472"/>
                  </a:lnTo>
                  <a:lnTo>
                    <a:pt x="674" y="488"/>
                  </a:lnTo>
                  <a:lnTo>
                    <a:pt x="668" y="503"/>
                  </a:lnTo>
                  <a:lnTo>
                    <a:pt x="659" y="518"/>
                  </a:lnTo>
                  <a:lnTo>
                    <a:pt x="651" y="534"/>
                  </a:lnTo>
                  <a:lnTo>
                    <a:pt x="642" y="548"/>
                  </a:lnTo>
                  <a:lnTo>
                    <a:pt x="632" y="561"/>
                  </a:lnTo>
                  <a:lnTo>
                    <a:pt x="622" y="574"/>
                  </a:lnTo>
                  <a:lnTo>
                    <a:pt x="611" y="587"/>
                  </a:lnTo>
                  <a:lnTo>
                    <a:pt x="599" y="599"/>
                  </a:lnTo>
                  <a:lnTo>
                    <a:pt x="587" y="611"/>
                  </a:lnTo>
                  <a:lnTo>
                    <a:pt x="574" y="622"/>
                  </a:lnTo>
                  <a:lnTo>
                    <a:pt x="561" y="633"/>
                  </a:lnTo>
                  <a:lnTo>
                    <a:pt x="547" y="642"/>
                  </a:lnTo>
                  <a:lnTo>
                    <a:pt x="533" y="651"/>
                  </a:lnTo>
                  <a:lnTo>
                    <a:pt x="519" y="660"/>
                  </a:lnTo>
                  <a:lnTo>
                    <a:pt x="503" y="667"/>
                  </a:lnTo>
                  <a:lnTo>
                    <a:pt x="487" y="674"/>
                  </a:lnTo>
                  <a:lnTo>
                    <a:pt x="472" y="681"/>
                  </a:lnTo>
                  <a:lnTo>
                    <a:pt x="455" y="686"/>
                  </a:lnTo>
                  <a:lnTo>
                    <a:pt x="439" y="691"/>
                  </a:lnTo>
                  <a:lnTo>
                    <a:pt x="422" y="695"/>
                  </a:lnTo>
                  <a:lnTo>
                    <a:pt x="404" y="698"/>
                  </a:lnTo>
                  <a:lnTo>
                    <a:pt x="387" y="700"/>
                  </a:lnTo>
                  <a:lnTo>
                    <a:pt x="369" y="701"/>
                  </a:lnTo>
                  <a:lnTo>
                    <a:pt x="351" y="702"/>
                  </a:lnTo>
                  <a:lnTo>
                    <a:pt x="351" y="702"/>
                  </a:lnTo>
                  <a:lnTo>
                    <a:pt x="332" y="701"/>
                  </a:lnTo>
                  <a:lnTo>
                    <a:pt x="315" y="700"/>
                  </a:lnTo>
                  <a:lnTo>
                    <a:pt x="298" y="698"/>
                  </a:lnTo>
                  <a:lnTo>
                    <a:pt x="280" y="695"/>
                  </a:lnTo>
                  <a:lnTo>
                    <a:pt x="263" y="691"/>
                  </a:lnTo>
                  <a:lnTo>
                    <a:pt x="246" y="686"/>
                  </a:lnTo>
                  <a:lnTo>
                    <a:pt x="230" y="681"/>
                  </a:lnTo>
                  <a:lnTo>
                    <a:pt x="215" y="674"/>
                  </a:lnTo>
                  <a:lnTo>
                    <a:pt x="199" y="667"/>
                  </a:lnTo>
                  <a:lnTo>
                    <a:pt x="183" y="660"/>
                  </a:lnTo>
                  <a:lnTo>
                    <a:pt x="169" y="651"/>
                  </a:lnTo>
                  <a:lnTo>
                    <a:pt x="155" y="642"/>
                  </a:lnTo>
                  <a:lnTo>
                    <a:pt x="141" y="633"/>
                  </a:lnTo>
                  <a:lnTo>
                    <a:pt x="128" y="622"/>
                  </a:lnTo>
                  <a:lnTo>
                    <a:pt x="115" y="611"/>
                  </a:lnTo>
                  <a:lnTo>
                    <a:pt x="103" y="599"/>
                  </a:lnTo>
                  <a:lnTo>
                    <a:pt x="91" y="587"/>
                  </a:lnTo>
                  <a:lnTo>
                    <a:pt x="80" y="574"/>
                  </a:lnTo>
                  <a:lnTo>
                    <a:pt x="70" y="561"/>
                  </a:lnTo>
                  <a:lnTo>
                    <a:pt x="60" y="548"/>
                  </a:lnTo>
                  <a:lnTo>
                    <a:pt x="50" y="534"/>
                  </a:lnTo>
                  <a:lnTo>
                    <a:pt x="43" y="518"/>
                  </a:lnTo>
                  <a:lnTo>
                    <a:pt x="34" y="503"/>
                  </a:lnTo>
                  <a:lnTo>
                    <a:pt x="28" y="488"/>
                  </a:lnTo>
                  <a:lnTo>
                    <a:pt x="21" y="472"/>
                  </a:lnTo>
                  <a:lnTo>
                    <a:pt x="16" y="455"/>
                  </a:lnTo>
                  <a:lnTo>
                    <a:pt x="11" y="439"/>
                  </a:lnTo>
                  <a:lnTo>
                    <a:pt x="7" y="421"/>
                  </a:lnTo>
                  <a:lnTo>
                    <a:pt x="4" y="404"/>
                  </a:lnTo>
                  <a:lnTo>
                    <a:pt x="2" y="387"/>
                  </a:lnTo>
                  <a:lnTo>
                    <a:pt x="0" y="369"/>
                  </a:lnTo>
                  <a:lnTo>
                    <a:pt x="0" y="351"/>
                  </a:lnTo>
                  <a:lnTo>
                    <a:pt x="0" y="351"/>
                  </a:lnTo>
                  <a:lnTo>
                    <a:pt x="0" y="333"/>
                  </a:lnTo>
                  <a:lnTo>
                    <a:pt x="2" y="315"/>
                  </a:lnTo>
                  <a:lnTo>
                    <a:pt x="4" y="297"/>
                  </a:lnTo>
                  <a:lnTo>
                    <a:pt x="7" y="280"/>
                  </a:lnTo>
                  <a:lnTo>
                    <a:pt x="11" y="264"/>
                  </a:lnTo>
                  <a:lnTo>
                    <a:pt x="16" y="247"/>
                  </a:lnTo>
                  <a:lnTo>
                    <a:pt x="21" y="231"/>
                  </a:lnTo>
                  <a:lnTo>
                    <a:pt x="28" y="215"/>
                  </a:lnTo>
                  <a:lnTo>
                    <a:pt x="34" y="199"/>
                  </a:lnTo>
                  <a:lnTo>
                    <a:pt x="43" y="184"/>
                  </a:lnTo>
                  <a:lnTo>
                    <a:pt x="50" y="169"/>
                  </a:lnTo>
                  <a:lnTo>
                    <a:pt x="60" y="155"/>
                  </a:lnTo>
                  <a:lnTo>
                    <a:pt x="70" y="142"/>
                  </a:lnTo>
                  <a:lnTo>
                    <a:pt x="80" y="128"/>
                  </a:lnTo>
                  <a:lnTo>
                    <a:pt x="91" y="116"/>
                  </a:lnTo>
                  <a:lnTo>
                    <a:pt x="103" y="103"/>
                  </a:lnTo>
                  <a:lnTo>
                    <a:pt x="115" y="92"/>
                  </a:lnTo>
                  <a:lnTo>
                    <a:pt x="128" y="81"/>
                  </a:lnTo>
                  <a:lnTo>
                    <a:pt x="141" y="70"/>
                  </a:lnTo>
                  <a:lnTo>
                    <a:pt x="155" y="60"/>
                  </a:lnTo>
                  <a:lnTo>
                    <a:pt x="169" y="51"/>
                  </a:lnTo>
                  <a:lnTo>
                    <a:pt x="183" y="43"/>
                  </a:lnTo>
                  <a:lnTo>
                    <a:pt x="199" y="35"/>
                  </a:lnTo>
                  <a:lnTo>
                    <a:pt x="215" y="27"/>
                  </a:lnTo>
                  <a:lnTo>
                    <a:pt x="230" y="22"/>
                  </a:lnTo>
                  <a:lnTo>
                    <a:pt x="246" y="17"/>
                  </a:lnTo>
                  <a:lnTo>
                    <a:pt x="263" y="11"/>
                  </a:lnTo>
                  <a:lnTo>
                    <a:pt x="280" y="8"/>
                  </a:lnTo>
                  <a:lnTo>
                    <a:pt x="298" y="5"/>
                  </a:lnTo>
                  <a:lnTo>
                    <a:pt x="315" y="2"/>
                  </a:lnTo>
                  <a:lnTo>
                    <a:pt x="332" y="0"/>
                  </a:lnTo>
                  <a:lnTo>
                    <a:pt x="351" y="0"/>
                  </a:lnTo>
                  <a:lnTo>
                    <a:pt x="351" y="0"/>
                  </a:lnTo>
                  <a:lnTo>
                    <a:pt x="369" y="0"/>
                  </a:lnTo>
                  <a:lnTo>
                    <a:pt x="387" y="2"/>
                  </a:lnTo>
                  <a:lnTo>
                    <a:pt x="404" y="5"/>
                  </a:lnTo>
                  <a:lnTo>
                    <a:pt x="422" y="8"/>
                  </a:lnTo>
                  <a:lnTo>
                    <a:pt x="439" y="11"/>
                  </a:lnTo>
                  <a:lnTo>
                    <a:pt x="455" y="17"/>
                  </a:lnTo>
                  <a:lnTo>
                    <a:pt x="472" y="22"/>
                  </a:lnTo>
                  <a:lnTo>
                    <a:pt x="487" y="27"/>
                  </a:lnTo>
                  <a:lnTo>
                    <a:pt x="503" y="35"/>
                  </a:lnTo>
                  <a:lnTo>
                    <a:pt x="519" y="43"/>
                  </a:lnTo>
                  <a:lnTo>
                    <a:pt x="533" y="51"/>
                  </a:lnTo>
                  <a:lnTo>
                    <a:pt x="547" y="60"/>
                  </a:lnTo>
                  <a:lnTo>
                    <a:pt x="561" y="70"/>
                  </a:lnTo>
                  <a:lnTo>
                    <a:pt x="574" y="81"/>
                  </a:lnTo>
                  <a:lnTo>
                    <a:pt x="587" y="92"/>
                  </a:lnTo>
                  <a:lnTo>
                    <a:pt x="599" y="103"/>
                  </a:lnTo>
                  <a:lnTo>
                    <a:pt x="611" y="116"/>
                  </a:lnTo>
                  <a:lnTo>
                    <a:pt x="622" y="128"/>
                  </a:lnTo>
                  <a:lnTo>
                    <a:pt x="632" y="142"/>
                  </a:lnTo>
                  <a:lnTo>
                    <a:pt x="642" y="155"/>
                  </a:lnTo>
                  <a:lnTo>
                    <a:pt x="651" y="169"/>
                  </a:lnTo>
                  <a:lnTo>
                    <a:pt x="659" y="184"/>
                  </a:lnTo>
                  <a:lnTo>
                    <a:pt x="668" y="199"/>
                  </a:lnTo>
                  <a:lnTo>
                    <a:pt x="674" y="215"/>
                  </a:lnTo>
                  <a:lnTo>
                    <a:pt x="681" y="231"/>
                  </a:lnTo>
                  <a:lnTo>
                    <a:pt x="686" y="247"/>
                  </a:lnTo>
                  <a:lnTo>
                    <a:pt x="691" y="264"/>
                  </a:lnTo>
                  <a:lnTo>
                    <a:pt x="695" y="280"/>
                  </a:lnTo>
                  <a:lnTo>
                    <a:pt x="698" y="297"/>
                  </a:lnTo>
                  <a:lnTo>
                    <a:pt x="700" y="315"/>
                  </a:lnTo>
                  <a:lnTo>
                    <a:pt x="701" y="333"/>
                  </a:lnTo>
                  <a:lnTo>
                    <a:pt x="701" y="351"/>
                  </a:lnTo>
                  <a:lnTo>
                    <a:pt x="701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6" name="Freeform 7"/>
            <p:cNvSpPr>
              <a:spLocks/>
            </p:cNvSpPr>
            <p:nvPr/>
          </p:nvSpPr>
          <p:spPr bwMode="auto">
            <a:xfrm>
              <a:off x="2249488" y="1260475"/>
              <a:ext cx="125413" cy="182563"/>
            </a:xfrm>
            <a:custGeom>
              <a:avLst/>
              <a:gdLst>
                <a:gd name="T0" fmla="*/ 631 w 631"/>
                <a:gd name="T1" fmla="*/ 320 h 917"/>
                <a:gd name="T2" fmla="*/ 631 w 631"/>
                <a:gd name="T3" fmla="*/ 39 h 917"/>
                <a:gd name="T4" fmla="*/ 631 w 631"/>
                <a:gd name="T5" fmla="*/ 39 h 917"/>
                <a:gd name="T6" fmla="*/ 622 w 631"/>
                <a:gd name="T7" fmla="*/ 31 h 917"/>
                <a:gd name="T8" fmla="*/ 610 w 631"/>
                <a:gd name="T9" fmla="*/ 22 h 917"/>
                <a:gd name="T10" fmla="*/ 598 w 631"/>
                <a:gd name="T11" fmla="*/ 15 h 917"/>
                <a:gd name="T12" fmla="*/ 585 w 631"/>
                <a:gd name="T13" fmla="*/ 10 h 917"/>
                <a:gd name="T14" fmla="*/ 570 w 631"/>
                <a:gd name="T15" fmla="*/ 6 h 917"/>
                <a:gd name="T16" fmla="*/ 556 w 631"/>
                <a:gd name="T17" fmla="*/ 2 h 917"/>
                <a:gd name="T18" fmla="*/ 541 w 631"/>
                <a:gd name="T19" fmla="*/ 0 h 917"/>
                <a:gd name="T20" fmla="*/ 527 w 631"/>
                <a:gd name="T21" fmla="*/ 0 h 917"/>
                <a:gd name="T22" fmla="*/ 512 w 631"/>
                <a:gd name="T23" fmla="*/ 0 h 917"/>
                <a:gd name="T24" fmla="*/ 498 w 631"/>
                <a:gd name="T25" fmla="*/ 2 h 917"/>
                <a:gd name="T26" fmla="*/ 483 w 631"/>
                <a:gd name="T27" fmla="*/ 6 h 917"/>
                <a:gd name="T28" fmla="*/ 469 w 631"/>
                <a:gd name="T29" fmla="*/ 10 h 917"/>
                <a:gd name="T30" fmla="*/ 456 w 631"/>
                <a:gd name="T31" fmla="*/ 15 h 917"/>
                <a:gd name="T32" fmla="*/ 443 w 631"/>
                <a:gd name="T33" fmla="*/ 22 h 917"/>
                <a:gd name="T34" fmla="*/ 432 w 631"/>
                <a:gd name="T35" fmla="*/ 31 h 917"/>
                <a:gd name="T36" fmla="*/ 421 w 631"/>
                <a:gd name="T37" fmla="*/ 39 h 917"/>
                <a:gd name="T38" fmla="*/ 316 w 631"/>
                <a:gd name="T39" fmla="*/ 320 h 917"/>
                <a:gd name="T40" fmla="*/ 211 w 631"/>
                <a:gd name="T41" fmla="*/ 426 h 917"/>
                <a:gd name="T42" fmla="*/ 0 w 631"/>
                <a:gd name="T43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7">
                  <a:moveTo>
                    <a:pt x="631" y="320"/>
                  </a:moveTo>
                  <a:lnTo>
                    <a:pt x="631" y="39"/>
                  </a:lnTo>
                  <a:lnTo>
                    <a:pt x="631" y="39"/>
                  </a:lnTo>
                  <a:lnTo>
                    <a:pt x="622" y="31"/>
                  </a:lnTo>
                  <a:lnTo>
                    <a:pt x="610" y="22"/>
                  </a:lnTo>
                  <a:lnTo>
                    <a:pt x="598" y="15"/>
                  </a:lnTo>
                  <a:lnTo>
                    <a:pt x="585" y="10"/>
                  </a:lnTo>
                  <a:lnTo>
                    <a:pt x="570" y="6"/>
                  </a:lnTo>
                  <a:lnTo>
                    <a:pt x="556" y="2"/>
                  </a:lnTo>
                  <a:lnTo>
                    <a:pt x="541" y="0"/>
                  </a:lnTo>
                  <a:lnTo>
                    <a:pt x="527" y="0"/>
                  </a:lnTo>
                  <a:lnTo>
                    <a:pt x="512" y="0"/>
                  </a:lnTo>
                  <a:lnTo>
                    <a:pt x="498" y="2"/>
                  </a:lnTo>
                  <a:lnTo>
                    <a:pt x="483" y="6"/>
                  </a:lnTo>
                  <a:lnTo>
                    <a:pt x="469" y="10"/>
                  </a:lnTo>
                  <a:lnTo>
                    <a:pt x="456" y="15"/>
                  </a:lnTo>
                  <a:lnTo>
                    <a:pt x="443" y="22"/>
                  </a:lnTo>
                  <a:lnTo>
                    <a:pt x="432" y="31"/>
                  </a:lnTo>
                  <a:lnTo>
                    <a:pt x="421" y="39"/>
                  </a:lnTo>
                  <a:lnTo>
                    <a:pt x="316" y="320"/>
                  </a:lnTo>
                  <a:lnTo>
                    <a:pt x="211" y="426"/>
                  </a:lnTo>
                  <a:lnTo>
                    <a:pt x="0" y="91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7" name="Freeform 8"/>
            <p:cNvSpPr>
              <a:spLocks/>
            </p:cNvSpPr>
            <p:nvPr/>
          </p:nvSpPr>
          <p:spPr bwMode="auto">
            <a:xfrm>
              <a:off x="2416175" y="1414463"/>
              <a:ext cx="139700" cy="139700"/>
            </a:xfrm>
            <a:custGeom>
              <a:avLst/>
              <a:gdLst>
                <a:gd name="T0" fmla="*/ 0 w 702"/>
                <a:gd name="T1" fmla="*/ 369 h 702"/>
                <a:gd name="T2" fmla="*/ 6 w 702"/>
                <a:gd name="T3" fmla="*/ 421 h 702"/>
                <a:gd name="T4" fmla="*/ 20 w 702"/>
                <a:gd name="T5" fmla="*/ 472 h 702"/>
                <a:gd name="T6" fmla="*/ 42 w 702"/>
                <a:gd name="T7" fmla="*/ 518 h 702"/>
                <a:gd name="T8" fmla="*/ 69 w 702"/>
                <a:gd name="T9" fmla="*/ 561 h 702"/>
                <a:gd name="T10" fmla="*/ 102 w 702"/>
                <a:gd name="T11" fmla="*/ 599 h 702"/>
                <a:gd name="T12" fmla="*/ 140 w 702"/>
                <a:gd name="T13" fmla="*/ 633 h 702"/>
                <a:gd name="T14" fmla="*/ 184 w 702"/>
                <a:gd name="T15" fmla="*/ 660 h 702"/>
                <a:gd name="T16" fmla="*/ 229 w 702"/>
                <a:gd name="T17" fmla="*/ 681 h 702"/>
                <a:gd name="T18" fmla="*/ 279 w 702"/>
                <a:gd name="T19" fmla="*/ 695 h 702"/>
                <a:gd name="T20" fmla="*/ 333 w 702"/>
                <a:gd name="T21" fmla="*/ 701 h 702"/>
                <a:gd name="T22" fmla="*/ 369 w 702"/>
                <a:gd name="T23" fmla="*/ 701 h 702"/>
                <a:gd name="T24" fmla="*/ 421 w 702"/>
                <a:gd name="T25" fmla="*/ 695 h 702"/>
                <a:gd name="T26" fmla="*/ 471 w 702"/>
                <a:gd name="T27" fmla="*/ 681 h 702"/>
                <a:gd name="T28" fmla="*/ 518 w 702"/>
                <a:gd name="T29" fmla="*/ 660 h 702"/>
                <a:gd name="T30" fmla="*/ 560 w 702"/>
                <a:gd name="T31" fmla="*/ 633 h 702"/>
                <a:gd name="T32" fmla="*/ 598 w 702"/>
                <a:gd name="T33" fmla="*/ 599 h 702"/>
                <a:gd name="T34" fmla="*/ 632 w 702"/>
                <a:gd name="T35" fmla="*/ 561 h 702"/>
                <a:gd name="T36" fmla="*/ 659 w 702"/>
                <a:gd name="T37" fmla="*/ 518 h 702"/>
                <a:gd name="T38" fmla="*/ 680 w 702"/>
                <a:gd name="T39" fmla="*/ 472 h 702"/>
                <a:gd name="T40" fmla="*/ 694 w 702"/>
                <a:gd name="T41" fmla="*/ 421 h 702"/>
                <a:gd name="T42" fmla="*/ 701 w 702"/>
                <a:gd name="T43" fmla="*/ 369 h 702"/>
                <a:gd name="T44" fmla="*/ 701 w 702"/>
                <a:gd name="T45" fmla="*/ 333 h 702"/>
                <a:gd name="T46" fmla="*/ 694 w 702"/>
                <a:gd name="T47" fmla="*/ 280 h 702"/>
                <a:gd name="T48" fmla="*/ 680 w 702"/>
                <a:gd name="T49" fmla="*/ 231 h 702"/>
                <a:gd name="T50" fmla="*/ 659 w 702"/>
                <a:gd name="T51" fmla="*/ 184 h 702"/>
                <a:gd name="T52" fmla="*/ 632 w 702"/>
                <a:gd name="T53" fmla="*/ 142 h 702"/>
                <a:gd name="T54" fmla="*/ 598 w 702"/>
                <a:gd name="T55" fmla="*/ 103 h 702"/>
                <a:gd name="T56" fmla="*/ 560 w 702"/>
                <a:gd name="T57" fmla="*/ 70 h 702"/>
                <a:gd name="T58" fmla="*/ 518 w 702"/>
                <a:gd name="T59" fmla="*/ 43 h 702"/>
                <a:gd name="T60" fmla="*/ 471 w 702"/>
                <a:gd name="T61" fmla="*/ 22 h 702"/>
                <a:gd name="T62" fmla="*/ 421 w 702"/>
                <a:gd name="T63" fmla="*/ 8 h 702"/>
                <a:gd name="T64" fmla="*/ 369 w 702"/>
                <a:gd name="T65" fmla="*/ 0 h 702"/>
                <a:gd name="T66" fmla="*/ 333 w 702"/>
                <a:gd name="T67" fmla="*/ 0 h 702"/>
                <a:gd name="T68" fmla="*/ 279 w 702"/>
                <a:gd name="T69" fmla="*/ 8 h 702"/>
                <a:gd name="T70" fmla="*/ 229 w 702"/>
                <a:gd name="T71" fmla="*/ 22 h 702"/>
                <a:gd name="T72" fmla="*/ 184 w 702"/>
                <a:gd name="T73" fmla="*/ 43 h 702"/>
                <a:gd name="T74" fmla="*/ 140 w 702"/>
                <a:gd name="T75" fmla="*/ 70 h 702"/>
                <a:gd name="T76" fmla="*/ 102 w 702"/>
                <a:gd name="T77" fmla="*/ 103 h 702"/>
                <a:gd name="T78" fmla="*/ 69 w 702"/>
                <a:gd name="T79" fmla="*/ 142 h 702"/>
                <a:gd name="T80" fmla="*/ 42 w 702"/>
                <a:gd name="T81" fmla="*/ 184 h 702"/>
                <a:gd name="T82" fmla="*/ 20 w 702"/>
                <a:gd name="T83" fmla="*/ 231 h 702"/>
                <a:gd name="T84" fmla="*/ 6 w 702"/>
                <a:gd name="T85" fmla="*/ 280 h 702"/>
                <a:gd name="T86" fmla="*/ 0 w 702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2" h="702">
                  <a:moveTo>
                    <a:pt x="0" y="351"/>
                  </a:moveTo>
                  <a:lnTo>
                    <a:pt x="0" y="351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4" y="404"/>
                  </a:lnTo>
                  <a:lnTo>
                    <a:pt x="6" y="421"/>
                  </a:lnTo>
                  <a:lnTo>
                    <a:pt x="11" y="439"/>
                  </a:lnTo>
                  <a:lnTo>
                    <a:pt x="15" y="455"/>
                  </a:lnTo>
                  <a:lnTo>
                    <a:pt x="20" y="472"/>
                  </a:lnTo>
                  <a:lnTo>
                    <a:pt x="27" y="488"/>
                  </a:lnTo>
                  <a:lnTo>
                    <a:pt x="34" y="503"/>
                  </a:lnTo>
                  <a:lnTo>
                    <a:pt x="42" y="518"/>
                  </a:lnTo>
                  <a:lnTo>
                    <a:pt x="50" y="534"/>
                  </a:lnTo>
                  <a:lnTo>
                    <a:pt x="60" y="548"/>
                  </a:lnTo>
                  <a:lnTo>
                    <a:pt x="69" y="561"/>
                  </a:lnTo>
                  <a:lnTo>
                    <a:pt x="79" y="574"/>
                  </a:lnTo>
                  <a:lnTo>
                    <a:pt x="91" y="587"/>
                  </a:lnTo>
                  <a:lnTo>
                    <a:pt x="102" y="599"/>
                  </a:lnTo>
                  <a:lnTo>
                    <a:pt x="114" y="611"/>
                  </a:lnTo>
                  <a:lnTo>
                    <a:pt x="127" y="622"/>
                  </a:lnTo>
                  <a:lnTo>
                    <a:pt x="140" y="633"/>
                  </a:lnTo>
                  <a:lnTo>
                    <a:pt x="154" y="642"/>
                  </a:lnTo>
                  <a:lnTo>
                    <a:pt x="168" y="651"/>
                  </a:lnTo>
                  <a:lnTo>
                    <a:pt x="184" y="660"/>
                  </a:lnTo>
                  <a:lnTo>
                    <a:pt x="198" y="667"/>
                  </a:lnTo>
                  <a:lnTo>
                    <a:pt x="214" y="674"/>
                  </a:lnTo>
                  <a:lnTo>
                    <a:pt x="229" y="681"/>
                  </a:lnTo>
                  <a:lnTo>
                    <a:pt x="246" y="686"/>
                  </a:lnTo>
                  <a:lnTo>
                    <a:pt x="263" y="691"/>
                  </a:lnTo>
                  <a:lnTo>
                    <a:pt x="279" y="695"/>
                  </a:lnTo>
                  <a:lnTo>
                    <a:pt x="297" y="698"/>
                  </a:lnTo>
                  <a:lnTo>
                    <a:pt x="314" y="700"/>
                  </a:lnTo>
                  <a:lnTo>
                    <a:pt x="333" y="701"/>
                  </a:lnTo>
                  <a:lnTo>
                    <a:pt x="350" y="702"/>
                  </a:lnTo>
                  <a:lnTo>
                    <a:pt x="350" y="702"/>
                  </a:lnTo>
                  <a:lnTo>
                    <a:pt x="369" y="701"/>
                  </a:lnTo>
                  <a:lnTo>
                    <a:pt x="386" y="700"/>
                  </a:lnTo>
                  <a:lnTo>
                    <a:pt x="403" y="698"/>
                  </a:lnTo>
                  <a:lnTo>
                    <a:pt x="421" y="695"/>
                  </a:lnTo>
                  <a:lnTo>
                    <a:pt x="438" y="691"/>
                  </a:lnTo>
                  <a:lnTo>
                    <a:pt x="455" y="686"/>
                  </a:lnTo>
                  <a:lnTo>
                    <a:pt x="471" y="681"/>
                  </a:lnTo>
                  <a:lnTo>
                    <a:pt x="487" y="674"/>
                  </a:lnTo>
                  <a:lnTo>
                    <a:pt x="503" y="667"/>
                  </a:lnTo>
                  <a:lnTo>
                    <a:pt x="518" y="660"/>
                  </a:lnTo>
                  <a:lnTo>
                    <a:pt x="532" y="651"/>
                  </a:lnTo>
                  <a:lnTo>
                    <a:pt x="546" y="642"/>
                  </a:lnTo>
                  <a:lnTo>
                    <a:pt x="560" y="633"/>
                  </a:lnTo>
                  <a:lnTo>
                    <a:pt x="573" y="622"/>
                  </a:lnTo>
                  <a:lnTo>
                    <a:pt x="586" y="611"/>
                  </a:lnTo>
                  <a:lnTo>
                    <a:pt x="598" y="599"/>
                  </a:lnTo>
                  <a:lnTo>
                    <a:pt x="610" y="587"/>
                  </a:lnTo>
                  <a:lnTo>
                    <a:pt x="621" y="574"/>
                  </a:lnTo>
                  <a:lnTo>
                    <a:pt x="632" y="561"/>
                  </a:lnTo>
                  <a:lnTo>
                    <a:pt x="642" y="548"/>
                  </a:lnTo>
                  <a:lnTo>
                    <a:pt x="651" y="534"/>
                  </a:lnTo>
                  <a:lnTo>
                    <a:pt x="659" y="518"/>
                  </a:lnTo>
                  <a:lnTo>
                    <a:pt x="667" y="503"/>
                  </a:lnTo>
                  <a:lnTo>
                    <a:pt x="673" y="488"/>
                  </a:lnTo>
                  <a:lnTo>
                    <a:pt x="680" y="472"/>
                  </a:lnTo>
                  <a:lnTo>
                    <a:pt x="685" y="455"/>
                  </a:lnTo>
                  <a:lnTo>
                    <a:pt x="690" y="439"/>
                  </a:lnTo>
                  <a:lnTo>
                    <a:pt x="694" y="421"/>
                  </a:lnTo>
                  <a:lnTo>
                    <a:pt x="697" y="404"/>
                  </a:lnTo>
                  <a:lnTo>
                    <a:pt x="700" y="387"/>
                  </a:lnTo>
                  <a:lnTo>
                    <a:pt x="701" y="369"/>
                  </a:lnTo>
                  <a:lnTo>
                    <a:pt x="702" y="351"/>
                  </a:lnTo>
                  <a:lnTo>
                    <a:pt x="702" y="351"/>
                  </a:lnTo>
                  <a:lnTo>
                    <a:pt x="701" y="333"/>
                  </a:lnTo>
                  <a:lnTo>
                    <a:pt x="700" y="315"/>
                  </a:lnTo>
                  <a:lnTo>
                    <a:pt x="697" y="297"/>
                  </a:lnTo>
                  <a:lnTo>
                    <a:pt x="694" y="280"/>
                  </a:lnTo>
                  <a:lnTo>
                    <a:pt x="690" y="264"/>
                  </a:lnTo>
                  <a:lnTo>
                    <a:pt x="685" y="247"/>
                  </a:lnTo>
                  <a:lnTo>
                    <a:pt x="680" y="231"/>
                  </a:lnTo>
                  <a:lnTo>
                    <a:pt x="673" y="215"/>
                  </a:lnTo>
                  <a:lnTo>
                    <a:pt x="667" y="199"/>
                  </a:lnTo>
                  <a:lnTo>
                    <a:pt x="659" y="184"/>
                  </a:lnTo>
                  <a:lnTo>
                    <a:pt x="651" y="169"/>
                  </a:lnTo>
                  <a:lnTo>
                    <a:pt x="642" y="155"/>
                  </a:lnTo>
                  <a:lnTo>
                    <a:pt x="632" y="142"/>
                  </a:lnTo>
                  <a:lnTo>
                    <a:pt x="621" y="128"/>
                  </a:lnTo>
                  <a:lnTo>
                    <a:pt x="610" y="116"/>
                  </a:lnTo>
                  <a:lnTo>
                    <a:pt x="598" y="103"/>
                  </a:lnTo>
                  <a:lnTo>
                    <a:pt x="586" y="92"/>
                  </a:lnTo>
                  <a:lnTo>
                    <a:pt x="573" y="81"/>
                  </a:lnTo>
                  <a:lnTo>
                    <a:pt x="560" y="70"/>
                  </a:lnTo>
                  <a:lnTo>
                    <a:pt x="546" y="60"/>
                  </a:lnTo>
                  <a:lnTo>
                    <a:pt x="532" y="51"/>
                  </a:lnTo>
                  <a:lnTo>
                    <a:pt x="518" y="43"/>
                  </a:lnTo>
                  <a:lnTo>
                    <a:pt x="503" y="35"/>
                  </a:lnTo>
                  <a:lnTo>
                    <a:pt x="487" y="27"/>
                  </a:lnTo>
                  <a:lnTo>
                    <a:pt x="471" y="22"/>
                  </a:lnTo>
                  <a:lnTo>
                    <a:pt x="455" y="17"/>
                  </a:lnTo>
                  <a:lnTo>
                    <a:pt x="438" y="11"/>
                  </a:lnTo>
                  <a:lnTo>
                    <a:pt x="421" y="8"/>
                  </a:lnTo>
                  <a:lnTo>
                    <a:pt x="403" y="5"/>
                  </a:lnTo>
                  <a:lnTo>
                    <a:pt x="386" y="2"/>
                  </a:lnTo>
                  <a:lnTo>
                    <a:pt x="369" y="0"/>
                  </a:lnTo>
                  <a:lnTo>
                    <a:pt x="350" y="0"/>
                  </a:lnTo>
                  <a:lnTo>
                    <a:pt x="350" y="0"/>
                  </a:lnTo>
                  <a:lnTo>
                    <a:pt x="333" y="0"/>
                  </a:lnTo>
                  <a:lnTo>
                    <a:pt x="314" y="2"/>
                  </a:lnTo>
                  <a:lnTo>
                    <a:pt x="297" y="5"/>
                  </a:lnTo>
                  <a:lnTo>
                    <a:pt x="279" y="8"/>
                  </a:lnTo>
                  <a:lnTo>
                    <a:pt x="263" y="11"/>
                  </a:lnTo>
                  <a:lnTo>
                    <a:pt x="246" y="17"/>
                  </a:lnTo>
                  <a:lnTo>
                    <a:pt x="229" y="22"/>
                  </a:lnTo>
                  <a:lnTo>
                    <a:pt x="214" y="27"/>
                  </a:lnTo>
                  <a:lnTo>
                    <a:pt x="198" y="35"/>
                  </a:lnTo>
                  <a:lnTo>
                    <a:pt x="184" y="43"/>
                  </a:lnTo>
                  <a:lnTo>
                    <a:pt x="168" y="51"/>
                  </a:lnTo>
                  <a:lnTo>
                    <a:pt x="154" y="60"/>
                  </a:lnTo>
                  <a:lnTo>
                    <a:pt x="140" y="70"/>
                  </a:lnTo>
                  <a:lnTo>
                    <a:pt x="127" y="81"/>
                  </a:lnTo>
                  <a:lnTo>
                    <a:pt x="114" y="92"/>
                  </a:lnTo>
                  <a:lnTo>
                    <a:pt x="102" y="103"/>
                  </a:lnTo>
                  <a:lnTo>
                    <a:pt x="91" y="116"/>
                  </a:lnTo>
                  <a:lnTo>
                    <a:pt x="79" y="128"/>
                  </a:lnTo>
                  <a:lnTo>
                    <a:pt x="69" y="142"/>
                  </a:lnTo>
                  <a:lnTo>
                    <a:pt x="60" y="155"/>
                  </a:lnTo>
                  <a:lnTo>
                    <a:pt x="50" y="169"/>
                  </a:lnTo>
                  <a:lnTo>
                    <a:pt x="42" y="184"/>
                  </a:lnTo>
                  <a:lnTo>
                    <a:pt x="34" y="199"/>
                  </a:lnTo>
                  <a:lnTo>
                    <a:pt x="27" y="215"/>
                  </a:lnTo>
                  <a:lnTo>
                    <a:pt x="20" y="231"/>
                  </a:lnTo>
                  <a:lnTo>
                    <a:pt x="15" y="247"/>
                  </a:lnTo>
                  <a:lnTo>
                    <a:pt x="11" y="264"/>
                  </a:lnTo>
                  <a:lnTo>
                    <a:pt x="6" y="280"/>
                  </a:lnTo>
                  <a:lnTo>
                    <a:pt x="4" y="297"/>
                  </a:lnTo>
                  <a:lnTo>
                    <a:pt x="1" y="315"/>
                  </a:lnTo>
                  <a:lnTo>
                    <a:pt x="0" y="333"/>
                  </a:lnTo>
                  <a:lnTo>
                    <a:pt x="0" y="351"/>
                  </a:lnTo>
                  <a:lnTo>
                    <a:pt x="0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8" name="Freeform 9"/>
            <p:cNvSpPr>
              <a:spLocks/>
            </p:cNvSpPr>
            <p:nvPr/>
          </p:nvSpPr>
          <p:spPr bwMode="auto">
            <a:xfrm>
              <a:off x="2416175" y="1262063"/>
              <a:ext cx="125413" cy="180975"/>
            </a:xfrm>
            <a:custGeom>
              <a:avLst/>
              <a:gdLst>
                <a:gd name="T0" fmla="*/ 0 w 631"/>
                <a:gd name="T1" fmla="*/ 315 h 912"/>
                <a:gd name="T2" fmla="*/ 0 w 631"/>
                <a:gd name="T3" fmla="*/ 39 h 912"/>
                <a:gd name="T4" fmla="*/ 0 w 631"/>
                <a:gd name="T5" fmla="*/ 39 h 912"/>
                <a:gd name="T6" fmla="*/ 9 w 631"/>
                <a:gd name="T7" fmla="*/ 30 h 912"/>
                <a:gd name="T8" fmla="*/ 21 w 631"/>
                <a:gd name="T9" fmla="*/ 21 h 912"/>
                <a:gd name="T10" fmla="*/ 33 w 631"/>
                <a:gd name="T11" fmla="*/ 15 h 912"/>
                <a:gd name="T12" fmla="*/ 48 w 631"/>
                <a:gd name="T13" fmla="*/ 9 h 912"/>
                <a:gd name="T14" fmla="*/ 61 w 631"/>
                <a:gd name="T15" fmla="*/ 5 h 912"/>
                <a:gd name="T16" fmla="*/ 76 w 631"/>
                <a:gd name="T17" fmla="*/ 2 h 912"/>
                <a:gd name="T18" fmla="*/ 90 w 631"/>
                <a:gd name="T19" fmla="*/ 0 h 912"/>
                <a:gd name="T20" fmla="*/ 105 w 631"/>
                <a:gd name="T21" fmla="*/ 0 h 912"/>
                <a:gd name="T22" fmla="*/ 119 w 631"/>
                <a:gd name="T23" fmla="*/ 0 h 912"/>
                <a:gd name="T24" fmla="*/ 135 w 631"/>
                <a:gd name="T25" fmla="*/ 2 h 912"/>
                <a:gd name="T26" fmla="*/ 149 w 631"/>
                <a:gd name="T27" fmla="*/ 5 h 912"/>
                <a:gd name="T28" fmla="*/ 162 w 631"/>
                <a:gd name="T29" fmla="*/ 9 h 912"/>
                <a:gd name="T30" fmla="*/ 176 w 631"/>
                <a:gd name="T31" fmla="*/ 15 h 912"/>
                <a:gd name="T32" fmla="*/ 188 w 631"/>
                <a:gd name="T33" fmla="*/ 21 h 912"/>
                <a:gd name="T34" fmla="*/ 200 w 631"/>
                <a:gd name="T35" fmla="*/ 30 h 912"/>
                <a:gd name="T36" fmla="*/ 210 w 631"/>
                <a:gd name="T37" fmla="*/ 39 h 912"/>
                <a:gd name="T38" fmla="*/ 315 w 631"/>
                <a:gd name="T39" fmla="*/ 315 h 912"/>
                <a:gd name="T40" fmla="*/ 421 w 631"/>
                <a:gd name="T41" fmla="*/ 421 h 912"/>
                <a:gd name="T42" fmla="*/ 631 w 631"/>
                <a:gd name="T43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2">
                  <a:moveTo>
                    <a:pt x="0" y="315"/>
                  </a:moveTo>
                  <a:lnTo>
                    <a:pt x="0" y="39"/>
                  </a:lnTo>
                  <a:lnTo>
                    <a:pt x="0" y="39"/>
                  </a:lnTo>
                  <a:lnTo>
                    <a:pt x="9" y="30"/>
                  </a:lnTo>
                  <a:lnTo>
                    <a:pt x="21" y="21"/>
                  </a:lnTo>
                  <a:lnTo>
                    <a:pt x="33" y="15"/>
                  </a:lnTo>
                  <a:lnTo>
                    <a:pt x="48" y="9"/>
                  </a:lnTo>
                  <a:lnTo>
                    <a:pt x="61" y="5"/>
                  </a:lnTo>
                  <a:lnTo>
                    <a:pt x="76" y="2"/>
                  </a:lnTo>
                  <a:lnTo>
                    <a:pt x="90" y="0"/>
                  </a:lnTo>
                  <a:lnTo>
                    <a:pt x="105" y="0"/>
                  </a:lnTo>
                  <a:lnTo>
                    <a:pt x="119" y="0"/>
                  </a:lnTo>
                  <a:lnTo>
                    <a:pt x="135" y="2"/>
                  </a:lnTo>
                  <a:lnTo>
                    <a:pt x="149" y="5"/>
                  </a:lnTo>
                  <a:lnTo>
                    <a:pt x="162" y="9"/>
                  </a:lnTo>
                  <a:lnTo>
                    <a:pt x="176" y="15"/>
                  </a:lnTo>
                  <a:lnTo>
                    <a:pt x="188" y="21"/>
                  </a:lnTo>
                  <a:lnTo>
                    <a:pt x="200" y="30"/>
                  </a:lnTo>
                  <a:lnTo>
                    <a:pt x="210" y="39"/>
                  </a:lnTo>
                  <a:lnTo>
                    <a:pt x="315" y="315"/>
                  </a:lnTo>
                  <a:lnTo>
                    <a:pt x="421" y="421"/>
                  </a:lnTo>
                  <a:lnTo>
                    <a:pt x="631" y="9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9" name="Freeform 10"/>
            <p:cNvSpPr>
              <a:spLocks/>
            </p:cNvSpPr>
            <p:nvPr/>
          </p:nvSpPr>
          <p:spPr bwMode="auto">
            <a:xfrm>
              <a:off x="2339975" y="1352550"/>
              <a:ext cx="111125" cy="26988"/>
            </a:xfrm>
            <a:custGeom>
              <a:avLst/>
              <a:gdLst>
                <a:gd name="T0" fmla="*/ 0 w 562"/>
                <a:gd name="T1" fmla="*/ 140 h 140"/>
                <a:gd name="T2" fmla="*/ 0 w 562"/>
                <a:gd name="T3" fmla="*/ 140 h 140"/>
                <a:gd name="T4" fmla="*/ 1 w 562"/>
                <a:gd name="T5" fmla="*/ 132 h 140"/>
                <a:gd name="T6" fmla="*/ 2 w 562"/>
                <a:gd name="T7" fmla="*/ 126 h 140"/>
                <a:gd name="T8" fmla="*/ 3 w 562"/>
                <a:gd name="T9" fmla="*/ 118 h 140"/>
                <a:gd name="T10" fmla="*/ 6 w 562"/>
                <a:gd name="T11" fmla="*/ 112 h 140"/>
                <a:gd name="T12" fmla="*/ 13 w 562"/>
                <a:gd name="T13" fmla="*/ 98 h 140"/>
                <a:gd name="T14" fmla="*/ 22 w 562"/>
                <a:gd name="T15" fmla="*/ 86 h 140"/>
                <a:gd name="T16" fmla="*/ 34 w 562"/>
                <a:gd name="T17" fmla="*/ 73 h 140"/>
                <a:gd name="T18" fmla="*/ 48 w 562"/>
                <a:gd name="T19" fmla="*/ 62 h 140"/>
                <a:gd name="T20" fmla="*/ 64 w 562"/>
                <a:gd name="T21" fmla="*/ 51 h 140"/>
                <a:gd name="T22" fmla="*/ 83 w 562"/>
                <a:gd name="T23" fmla="*/ 41 h 140"/>
                <a:gd name="T24" fmla="*/ 103 w 562"/>
                <a:gd name="T25" fmla="*/ 31 h 140"/>
                <a:gd name="T26" fmla="*/ 124 w 562"/>
                <a:gd name="T27" fmla="*/ 24 h 140"/>
                <a:gd name="T28" fmla="*/ 147 w 562"/>
                <a:gd name="T29" fmla="*/ 16 h 140"/>
                <a:gd name="T30" fmla="*/ 172 w 562"/>
                <a:gd name="T31" fmla="*/ 10 h 140"/>
                <a:gd name="T32" fmla="*/ 197 w 562"/>
                <a:gd name="T33" fmla="*/ 6 h 140"/>
                <a:gd name="T34" fmla="*/ 224 w 562"/>
                <a:gd name="T35" fmla="*/ 2 h 140"/>
                <a:gd name="T36" fmla="*/ 253 w 562"/>
                <a:gd name="T37" fmla="*/ 1 h 140"/>
                <a:gd name="T38" fmla="*/ 281 w 562"/>
                <a:gd name="T39" fmla="*/ 0 h 140"/>
                <a:gd name="T40" fmla="*/ 281 w 562"/>
                <a:gd name="T41" fmla="*/ 0 h 140"/>
                <a:gd name="T42" fmla="*/ 309 w 562"/>
                <a:gd name="T43" fmla="*/ 1 h 140"/>
                <a:gd name="T44" fmla="*/ 338 w 562"/>
                <a:gd name="T45" fmla="*/ 2 h 140"/>
                <a:gd name="T46" fmla="*/ 365 w 562"/>
                <a:gd name="T47" fmla="*/ 6 h 140"/>
                <a:gd name="T48" fmla="*/ 390 w 562"/>
                <a:gd name="T49" fmla="*/ 10 h 140"/>
                <a:gd name="T50" fmla="*/ 415 w 562"/>
                <a:gd name="T51" fmla="*/ 16 h 140"/>
                <a:gd name="T52" fmla="*/ 438 w 562"/>
                <a:gd name="T53" fmla="*/ 24 h 140"/>
                <a:gd name="T54" fmla="*/ 460 w 562"/>
                <a:gd name="T55" fmla="*/ 31 h 140"/>
                <a:gd name="T56" fmla="*/ 479 w 562"/>
                <a:gd name="T57" fmla="*/ 41 h 140"/>
                <a:gd name="T58" fmla="*/ 498 w 562"/>
                <a:gd name="T59" fmla="*/ 51 h 140"/>
                <a:gd name="T60" fmla="*/ 514 w 562"/>
                <a:gd name="T61" fmla="*/ 62 h 140"/>
                <a:gd name="T62" fmla="*/ 528 w 562"/>
                <a:gd name="T63" fmla="*/ 73 h 140"/>
                <a:gd name="T64" fmla="*/ 540 w 562"/>
                <a:gd name="T65" fmla="*/ 86 h 140"/>
                <a:gd name="T66" fmla="*/ 549 w 562"/>
                <a:gd name="T67" fmla="*/ 98 h 140"/>
                <a:gd name="T68" fmla="*/ 556 w 562"/>
                <a:gd name="T69" fmla="*/ 112 h 140"/>
                <a:gd name="T70" fmla="*/ 559 w 562"/>
                <a:gd name="T71" fmla="*/ 118 h 140"/>
                <a:gd name="T72" fmla="*/ 561 w 562"/>
                <a:gd name="T73" fmla="*/ 126 h 140"/>
                <a:gd name="T74" fmla="*/ 562 w 562"/>
                <a:gd name="T75" fmla="*/ 132 h 140"/>
                <a:gd name="T76" fmla="*/ 562 w 562"/>
                <a:gd name="T7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62" h="140">
                  <a:moveTo>
                    <a:pt x="0" y="140"/>
                  </a:moveTo>
                  <a:lnTo>
                    <a:pt x="0" y="140"/>
                  </a:lnTo>
                  <a:lnTo>
                    <a:pt x="1" y="132"/>
                  </a:lnTo>
                  <a:lnTo>
                    <a:pt x="2" y="126"/>
                  </a:lnTo>
                  <a:lnTo>
                    <a:pt x="3" y="118"/>
                  </a:lnTo>
                  <a:lnTo>
                    <a:pt x="6" y="112"/>
                  </a:lnTo>
                  <a:lnTo>
                    <a:pt x="13" y="98"/>
                  </a:lnTo>
                  <a:lnTo>
                    <a:pt x="22" y="86"/>
                  </a:lnTo>
                  <a:lnTo>
                    <a:pt x="34" y="73"/>
                  </a:lnTo>
                  <a:lnTo>
                    <a:pt x="48" y="62"/>
                  </a:lnTo>
                  <a:lnTo>
                    <a:pt x="64" y="51"/>
                  </a:lnTo>
                  <a:lnTo>
                    <a:pt x="83" y="41"/>
                  </a:lnTo>
                  <a:lnTo>
                    <a:pt x="103" y="31"/>
                  </a:lnTo>
                  <a:lnTo>
                    <a:pt x="124" y="24"/>
                  </a:lnTo>
                  <a:lnTo>
                    <a:pt x="147" y="16"/>
                  </a:lnTo>
                  <a:lnTo>
                    <a:pt x="172" y="10"/>
                  </a:lnTo>
                  <a:lnTo>
                    <a:pt x="197" y="6"/>
                  </a:lnTo>
                  <a:lnTo>
                    <a:pt x="224" y="2"/>
                  </a:lnTo>
                  <a:lnTo>
                    <a:pt x="253" y="1"/>
                  </a:lnTo>
                  <a:lnTo>
                    <a:pt x="281" y="0"/>
                  </a:lnTo>
                  <a:lnTo>
                    <a:pt x="281" y="0"/>
                  </a:lnTo>
                  <a:lnTo>
                    <a:pt x="309" y="1"/>
                  </a:lnTo>
                  <a:lnTo>
                    <a:pt x="338" y="2"/>
                  </a:lnTo>
                  <a:lnTo>
                    <a:pt x="365" y="6"/>
                  </a:lnTo>
                  <a:lnTo>
                    <a:pt x="390" y="10"/>
                  </a:lnTo>
                  <a:lnTo>
                    <a:pt x="415" y="16"/>
                  </a:lnTo>
                  <a:lnTo>
                    <a:pt x="438" y="24"/>
                  </a:lnTo>
                  <a:lnTo>
                    <a:pt x="460" y="31"/>
                  </a:lnTo>
                  <a:lnTo>
                    <a:pt x="479" y="41"/>
                  </a:lnTo>
                  <a:lnTo>
                    <a:pt x="498" y="51"/>
                  </a:lnTo>
                  <a:lnTo>
                    <a:pt x="514" y="62"/>
                  </a:lnTo>
                  <a:lnTo>
                    <a:pt x="528" y="73"/>
                  </a:lnTo>
                  <a:lnTo>
                    <a:pt x="540" y="86"/>
                  </a:lnTo>
                  <a:lnTo>
                    <a:pt x="549" y="98"/>
                  </a:lnTo>
                  <a:lnTo>
                    <a:pt x="556" y="112"/>
                  </a:lnTo>
                  <a:lnTo>
                    <a:pt x="559" y="118"/>
                  </a:lnTo>
                  <a:lnTo>
                    <a:pt x="561" y="126"/>
                  </a:lnTo>
                  <a:lnTo>
                    <a:pt x="562" y="132"/>
                  </a:lnTo>
                  <a:lnTo>
                    <a:pt x="562" y="1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0" name="Line 11"/>
            <p:cNvSpPr>
              <a:spLocks noChangeShapeType="1"/>
            </p:cNvSpPr>
            <p:nvPr/>
          </p:nvSpPr>
          <p:spPr bwMode="auto">
            <a:xfrm flipV="1">
              <a:off x="2374900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1" name="Line 12"/>
            <p:cNvSpPr>
              <a:spLocks noChangeShapeType="1"/>
            </p:cNvSpPr>
            <p:nvPr/>
          </p:nvSpPr>
          <p:spPr bwMode="auto">
            <a:xfrm flipV="1">
              <a:off x="2416175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2" name="Freeform 13"/>
            <p:cNvSpPr>
              <a:spLocks/>
            </p:cNvSpPr>
            <p:nvPr/>
          </p:nvSpPr>
          <p:spPr bwMode="auto">
            <a:xfrm>
              <a:off x="2263775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2 w 210"/>
                <a:gd name="T23" fmla="*/ 36 h 210"/>
                <a:gd name="T24" fmla="*/ 110 w 210"/>
                <a:gd name="T25" fmla="*/ 25 h 210"/>
                <a:gd name="T26" fmla="*/ 128 w 210"/>
                <a:gd name="T27" fmla="*/ 16 h 210"/>
                <a:gd name="T28" fmla="*/ 147 w 210"/>
                <a:gd name="T29" fmla="*/ 9 h 210"/>
                <a:gd name="T30" fmla="*/ 167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2" y="36"/>
                  </a:lnTo>
                  <a:lnTo>
                    <a:pt x="110" y="25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7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3" name="Freeform 14"/>
            <p:cNvSpPr>
              <a:spLocks/>
            </p:cNvSpPr>
            <p:nvPr/>
          </p:nvSpPr>
          <p:spPr bwMode="auto">
            <a:xfrm>
              <a:off x="2444750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3 w 210"/>
                <a:gd name="T23" fmla="*/ 36 h 210"/>
                <a:gd name="T24" fmla="*/ 110 w 210"/>
                <a:gd name="T25" fmla="*/ 25 h 210"/>
                <a:gd name="T26" fmla="*/ 129 w 210"/>
                <a:gd name="T27" fmla="*/ 16 h 210"/>
                <a:gd name="T28" fmla="*/ 148 w 210"/>
                <a:gd name="T29" fmla="*/ 9 h 210"/>
                <a:gd name="T30" fmla="*/ 168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3" y="36"/>
                  </a:lnTo>
                  <a:lnTo>
                    <a:pt x="110" y="25"/>
                  </a:lnTo>
                  <a:lnTo>
                    <a:pt x="129" y="16"/>
                  </a:lnTo>
                  <a:lnTo>
                    <a:pt x="148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4" name="Gruppieren 553"/>
          <p:cNvGrpSpPr/>
          <p:nvPr/>
        </p:nvGrpSpPr>
        <p:grpSpPr>
          <a:xfrm>
            <a:off x="9773704" y="1656239"/>
            <a:ext cx="270703" cy="270703"/>
            <a:chOff x="3255963" y="3380014"/>
            <a:chExt cx="290512" cy="290512"/>
          </a:xfrm>
        </p:grpSpPr>
        <p:sp>
          <p:nvSpPr>
            <p:cNvPr id="555" name="Freeform 15"/>
            <p:cNvSpPr>
              <a:spLocks/>
            </p:cNvSpPr>
            <p:nvPr/>
          </p:nvSpPr>
          <p:spPr bwMode="auto">
            <a:xfrm>
              <a:off x="3421063" y="3543526"/>
              <a:ext cx="95250" cy="96838"/>
            </a:xfrm>
            <a:custGeom>
              <a:avLst/>
              <a:gdLst>
                <a:gd name="T0" fmla="*/ 484 w 484"/>
                <a:gd name="T1" fmla="*/ 243 h 484"/>
                <a:gd name="T2" fmla="*/ 479 w 484"/>
                <a:gd name="T3" fmla="*/ 292 h 484"/>
                <a:gd name="T4" fmla="*/ 465 w 484"/>
                <a:gd name="T5" fmla="*/ 336 h 484"/>
                <a:gd name="T6" fmla="*/ 443 w 484"/>
                <a:gd name="T7" fmla="*/ 378 h 484"/>
                <a:gd name="T8" fmla="*/ 414 w 484"/>
                <a:gd name="T9" fmla="*/ 413 h 484"/>
                <a:gd name="T10" fmla="*/ 378 w 484"/>
                <a:gd name="T11" fmla="*/ 443 h 484"/>
                <a:gd name="T12" fmla="*/ 336 w 484"/>
                <a:gd name="T13" fmla="*/ 466 h 484"/>
                <a:gd name="T14" fmla="*/ 291 w 484"/>
                <a:gd name="T15" fmla="*/ 480 h 484"/>
                <a:gd name="T16" fmla="*/ 242 w 484"/>
                <a:gd name="T17" fmla="*/ 484 h 484"/>
                <a:gd name="T18" fmla="*/ 218 w 484"/>
                <a:gd name="T19" fmla="*/ 483 h 484"/>
                <a:gd name="T20" fmla="*/ 170 w 484"/>
                <a:gd name="T21" fmla="*/ 473 h 484"/>
                <a:gd name="T22" fmla="*/ 126 w 484"/>
                <a:gd name="T23" fmla="*/ 455 h 484"/>
                <a:gd name="T24" fmla="*/ 88 w 484"/>
                <a:gd name="T25" fmla="*/ 429 h 484"/>
                <a:gd name="T26" fmla="*/ 56 w 484"/>
                <a:gd name="T27" fmla="*/ 396 h 484"/>
                <a:gd name="T28" fmla="*/ 29 w 484"/>
                <a:gd name="T29" fmla="*/ 358 h 484"/>
                <a:gd name="T30" fmla="*/ 11 w 484"/>
                <a:gd name="T31" fmla="*/ 314 h 484"/>
                <a:gd name="T32" fmla="*/ 1 w 484"/>
                <a:gd name="T33" fmla="*/ 268 h 484"/>
                <a:gd name="T34" fmla="*/ 0 w 484"/>
                <a:gd name="T35" fmla="*/ 243 h 484"/>
                <a:gd name="T36" fmla="*/ 5 w 484"/>
                <a:gd name="T37" fmla="*/ 194 h 484"/>
                <a:gd name="T38" fmla="*/ 20 w 484"/>
                <a:gd name="T39" fmla="*/ 148 h 484"/>
                <a:gd name="T40" fmla="*/ 41 w 484"/>
                <a:gd name="T41" fmla="*/ 106 h 484"/>
                <a:gd name="T42" fmla="*/ 71 w 484"/>
                <a:gd name="T43" fmla="*/ 72 h 484"/>
                <a:gd name="T44" fmla="*/ 107 w 484"/>
                <a:gd name="T45" fmla="*/ 41 h 484"/>
                <a:gd name="T46" fmla="*/ 148 w 484"/>
                <a:gd name="T47" fmla="*/ 19 h 484"/>
                <a:gd name="T48" fmla="*/ 194 w 484"/>
                <a:gd name="T49" fmla="*/ 5 h 484"/>
                <a:gd name="T50" fmla="*/ 242 w 484"/>
                <a:gd name="T51" fmla="*/ 0 h 484"/>
                <a:gd name="T52" fmla="*/ 267 w 484"/>
                <a:gd name="T53" fmla="*/ 2 h 484"/>
                <a:gd name="T54" fmla="*/ 315 w 484"/>
                <a:gd name="T55" fmla="*/ 11 h 484"/>
                <a:gd name="T56" fmla="*/ 357 w 484"/>
                <a:gd name="T57" fmla="*/ 29 h 484"/>
                <a:gd name="T58" fmla="*/ 396 w 484"/>
                <a:gd name="T59" fmla="*/ 55 h 484"/>
                <a:gd name="T60" fmla="*/ 429 w 484"/>
                <a:gd name="T61" fmla="*/ 88 h 484"/>
                <a:gd name="T62" fmla="*/ 455 w 484"/>
                <a:gd name="T63" fmla="*/ 127 h 484"/>
                <a:gd name="T64" fmla="*/ 474 w 484"/>
                <a:gd name="T65" fmla="*/ 171 h 484"/>
                <a:gd name="T66" fmla="*/ 483 w 484"/>
                <a:gd name="T67" fmla="*/ 218 h 484"/>
                <a:gd name="T68" fmla="*/ 484 w 484"/>
                <a:gd name="T69" fmla="*/ 243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84" h="484">
                  <a:moveTo>
                    <a:pt x="484" y="243"/>
                  </a:moveTo>
                  <a:lnTo>
                    <a:pt x="484" y="243"/>
                  </a:lnTo>
                  <a:lnTo>
                    <a:pt x="483" y="268"/>
                  </a:lnTo>
                  <a:lnTo>
                    <a:pt x="479" y="292"/>
                  </a:lnTo>
                  <a:lnTo>
                    <a:pt x="474" y="314"/>
                  </a:lnTo>
                  <a:lnTo>
                    <a:pt x="465" y="336"/>
                  </a:lnTo>
                  <a:lnTo>
                    <a:pt x="455" y="358"/>
                  </a:lnTo>
                  <a:lnTo>
                    <a:pt x="443" y="378"/>
                  </a:lnTo>
                  <a:lnTo>
                    <a:pt x="429" y="396"/>
                  </a:lnTo>
                  <a:lnTo>
                    <a:pt x="414" y="413"/>
                  </a:lnTo>
                  <a:lnTo>
                    <a:pt x="396" y="429"/>
                  </a:lnTo>
                  <a:lnTo>
                    <a:pt x="378" y="443"/>
                  </a:lnTo>
                  <a:lnTo>
                    <a:pt x="357" y="455"/>
                  </a:lnTo>
                  <a:lnTo>
                    <a:pt x="336" y="466"/>
                  </a:lnTo>
                  <a:lnTo>
                    <a:pt x="315" y="473"/>
                  </a:lnTo>
                  <a:lnTo>
                    <a:pt x="291" y="480"/>
                  </a:lnTo>
                  <a:lnTo>
                    <a:pt x="267" y="483"/>
                  </a:lnTo>
                  <a:lnTo>
                    <a:pt x="242" y="484"/>
                  </a:lnTo>
                  <a:lnTo>
                    <a:pt x="242" y="484"/>
                  </a:lnTo>
                  <a:lnTo>
                    <a:pt x="218" y="483"/>
                  </a:lnTo>
                  <a:lnTo>
                    <a:pt x="194" y="480"/>
                  </a:lnTo>
                  <a:lnTo>
                    <a:pt x="170" y="473"/>
                  </a:lnTo>
                  <a:lnTo>
                    <a:pt x="148" y="466"/>
                  </a:lnTo>
                  <a:lnTo>
                    <a:pt x="126" y="455"/>
                  </a:lnTo>
                  <a:lnTo>
                    <a:pt x="107" y="443"/>
                  </a:lnTo>
                  <a:lnTo>
                    <a:pt x="88" y="429"/>
                  </a:lnTo>
                  <a:lnTo>
                    <a:pt x="71" y="413"/>
                  </a:lnTo>
                  <a:lnTo>
                    <a:pt x="56" y="396"/>
                  </a:lnTo>
                  <a:lnTo>
                    <a:pt x="41" y="378"/>
                  </a:lnTo>
                  <a:lnTo>
                    <a:pt x="29" y="358"/>
                  </a:lnTo>
                  <a:lnTo>
                    <a:pt x="20" y="336"/>
                  </a:lnTo>
                  <a:lnTo>
                    <a:pt x="11" y="314"/>
                  </a:lnTo>
                  <a:lnTo>
                    <a:pt x="5" y="292"/>
                  </a:lnTo>
                  <a:lnTo>
                    <a:pt x="1" y="268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1" y="218"/>
                  </a:lnTo>
                  <a:lnTo>
                    <a:pt x="5" y="194"/>
                  </a:lnTo>
                  <a:lnTo>
                    <a:pt x="11" y="171"/>
                  </a:lnTo>
                  <a:lnTo>
                    <a:pt x="20" y="148"/>
                  </a:lnTo>
                  <a:lnTo>
                    <a:pt x="29" y="127"/>
                  </a:lnTo>
                  <a:lnTo>
                    <a:pt x="41" y="106"/>
                  </a:lnTo>
                  <a:lnTo>
                    <a:pt x="56" y="88"/>
                  </a:lnTo>
                  <a:lnTo>
                    <a:pt x="71" y="72"/>
                  </a:lnTo>
                  <a:lnTo>
                    <a:pt x="88" y="55"/>
                  </a:lnTo>
                  <a:lnTo>
                    <a:pt x="107" y="41"/>
                  </a:lnTo>
                  <a:lnTo>
                    <a:pt x="126" y="29"/>
                  </a:lnTo>
                  <a:lnTo>
                    <a:pt x="148" y="19"/>
                  </a:lnTo>
                  <a:lnTo>
                    <a:pt x="170" y="11"/>
                  </a:lnTo>
                  <a:lnTo>
                    <a:pt x="194" y="5"/>
                  </a:lnTo>
                  <a:lnTo>
                    <a:pt x="218" y="2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2"/>
                  </a:lnTo>
                  <a:lnTo>
                    <a:pt x="291" y="5"/>
                  </a:lnTo>
                  <a:lnTo>
                    <a:pt x="315" y="11"/>
                  </a:lnTo>
                  <a:lnTo>
                    <a:pt x="336" y="19"/>
                  </a:lnTo>
                  <a:lnTo>
                    <a:pt x="357" y="29"/>
                  </a:lnTo>
                  <a:lnTo>
                    <a:pt x="378" y="41"/>
                  </a:lnTo>
                  <a:lnTo>
                    <a:pt x="396" y="55"/>
                  </a:lnTo>
                  <a:lnTo>
                    <a:pt x="414" y="72"/>
                  </a:lnTo>
                  <a:lnTo>
                    <a:pt x="429" y="88"/>
                  </a:lnTo>
                  <a:lnTo>
                    <a:pt x="443" y="106"/>
                  </a:lnTo>
                  <a:lnTo>
                    <a:pt x="455" y="127"/>
                  </a:lnTo>
                  <a:lnTo>
                    <a:pt x="465" y="148"/>
                  </a:lnTo>
                  <a:lnTo>
                    <a:pt x="474" y="171"/>
                  </a:lnTo>
                  <a:lnTo>
                    <a:pt x="479" y="194"/>
                  </a:lnTo>
                  <a:lnTo>
                    <a:pt x="483" y="218"/>
                  </a:lnTo>
                  <a:lnTo>
                    <a:pt x="484" y="243"/>
                  </a:lnTo>
                  <a:lnTo>
                    <a:pt x="484" y="2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6" name="Line 16"/>
            <p:cNvSpPr>
              <a:spLocks noChangeShapeType="1"/>
            </p:cNvSpPr>
            <p:nvPr/>
          </p:nvSpPr>
          <p:spPr bwMode="auto">
            <a:xfrm>
              <a:off x="3502025" y="3626076"/>
              <a:ext cx="44450" cy="44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7" name="Freeform 17"/>
            <p:cNvSpPr>
              <a:spLocks/>
            </p:cNvSpPr>
            <p:nvPr/>
          </p:nvSpPr>
          <p:spPr bwMode="auto">
            <a:xfrm>
              <a:off x="3255963" y="3380014"/>
              <a:ext cx="241300" cy="101600"/>
            </a:xfrm>
            <a:custGeom>
              <a:avLst/>
              <a:gdLst>
                <a:gd name="T0" fmla="*/ 1209 w 1209"/>
                <a:gd name="T1" fmla="*/ 254 h 508"/>
                <a:gd name="T2" fmla="*/ 1206 w 1209"/>
                <a:gd name="T3" fmla="*/ 279 h 508"/>
                <a:gd name="T4" fmla="*/ 1196 w 1209"/>
                <a:gd name="T5" fmla="*/ 306 h 508"/>
                <a:gd name="T6" fmla="*/ 1182 w 1209"/>
                <a:gd name="T7" fmla="*/ 330 h 508"/>
                <a:gd name="T8" fmla="*/ 1161 w 1209"/>
                <a:gd name="T9" fmla="*/ 353 h 508"/>
                <a:gd name="T10" fmla="*/ 1136 w 1209"/>
                <a:gd name="T11" fmla="*/ 375 h 508"/>
                <a:gd name="T12" fmla="*/ 1106 w 1209"/>
                <a:gd name="T13" fmla="*/ 396 h 508"/>
                <a:gd name="T14" fmla="*/ 1071 w 1209"/>
                <a:gd name="T15" fmla="*/ 415 h 508"/>
                <a:gd name="T16" fmla="*/ 1032 w 1209"/>
                <a:gd name="T17" fmla="*/ 434 h 508"/>
                <a:gd name="T18" fmla="*/ 989 w 1209"/>
                <a:gd name="T19" fmla="*/ 450 h 508"/>
                <a:gd name="T20" fmla="*/ 942 w 1209"/>
                <a:gd name="T21" fmla="*/ 464 h 508"/>
                <a:gd name="T22" fmla="*/ 892 w 1209"/>
                <a:gd name="T23" fmla="*/ 478 h 508"/>
                <a:gd name="T24" fmla="*/ 840 w 1209"/>
                <a:gd name="T25" fmla="*/ 488 h 508"/>
                <a:gd name="T26" fmla="*/ 726 w 1209"/>
                <a:gd name="T27" fmla="*/ 504 h 508"/>
                <a:gd name="T28" fmla="*/ 666 w 1209"/>
                <a:gd name="T29" fmla="*/ 507 h 508"/>
                <a:gd name="T30" fmla="*/ 605 w 1209"/>
                <a:gd name="T31" fmla="*/ 508 h 508"/>
                <a:gd name="T32" fmla="*/ 573 w 1209"/>
                <a:gd name="T33" fmla="*/ 508 h 508"/>
                <a:gd name="T34" fmla="*/ 512 w 1209"/>
                <a:gd name="T35" fmla="*/ 506 h 508"/>
                <a:gd name="T36" fmla="*/ 424 w 1209"/>
                <a:gd name="T37" fmla="*/ 497 h 508"/>
                <a:gd name="T38" fmla="*/ 343 w 1209"/>
                <a:gd name="T39" fmla="*/ 483 h 508"/>
                <a:gd name="T40" fmla="*/ 291 w 1209"/>
                <a:gd name="T41" fmla="*/ 471 h 508"/>
                <a:gd name="T42" fmla="*/ 242 w 1209"/>
                <a:gd name="T43" fmla="*/ 458 h 508"/>
                <a:gd name="T44" fmla="*/ 198 w 1209"/>
                <a:gd name="T45" fmla="*/ 443 h 508"/>
                <a:gd name="T46" fmla="*/ 158 w 1209"/>
                <a:gd name="T47" fmla="*/ 425 h 508"/>
                <a:gd name="T48" fmla="*/ 121 w 1209"/>
                <a:gd name="T49" fmla="*/ 406 h 508"/>
                <a:gd name="T50" fmla="*/ 88 w 1209"/>
                <a:gd name="T51" fmla="*/ 386 h 508"/>
                <a:gd name="T52" fmla="*/ 60 w 1209"/>
                <a:gd name="T53" fmla="*/ 364 h 508"/>
                <a:gd name="T54" fmla="*/ 37 w 1209"/>
                <a:gd name="T55" fmla="*/ 341 h 508"/>
                <a:gd name="T56" fmla="*/ 19 w 1209"/>
                <a:gd name="T57" fmla="*/ 318 h 508"/>
                <a:gd name="T58" fmla="*/ 7 w 1209"/>
                <a:gd name="T59" fmla="*/ 292 h 508"/>
                <a:gd name="T60" fmla="*/ 1 w 1209"/>
                <a:gd name="T61" fmla="*/ 267 h 508"/>
                <a:gd name="T62" fmla="*/ 0 w 1209"/>
                <a:gd name="T63" fmla="*/ 254 h 508"/>
                <a:gd name="T64" fmla="*/ 3 w 1209"/>
                <a:gd name="T65" fmla="*/ 228 h 508"/>
                <a:gd name="T66" fmla="*/ 13 w 1209"/>
                <a:gd name="T67" fmla="*/ 202 h 508"/>
                <a:gd name="T68" fmla="*/ 27 w 1209"/>
                <a:gd name="T69" fmla="*/ 178 h 508"/>
                <a:gd name="T70" fmla="*/ 48 w 1209"/>
                <a:gd name="T71" fmla="*/ 155 h 508"/>
                <a:gd name="T72" fmla="*/ 73 w 1209"/>
                <a:gd name="T73" fmla="*/ 132 h 508"/>
                <a:gd name="T74" fmla="*/ 103 w 1209"/>
                <a:gd name="T75" fmla="*/ 112 h 508"/>
                <a:gd name="T76" fmla="*/ 138 w 1209"/>
                <a:gd name="T77" fmla="*/ 92 h 508"/>
                <a:gd name="T78" fmla="*/ 177 w 1209"/>
                <a:gd name="T79" fmla="*/ 74 h 508"/>
                <a:gd name="T80" fmla="*/ 220 w 1209"/>
                <a:gd name="T81" fmla="*/ 57 h 508"/>
                <a:gd name="T82" fmla="*/ 266 w 1209"/>
                <a:gd name="T83" fmla="*/ 43 h 508"/>
                <a:gd name="T84" fmla="*/ 316 w 1209"/>
                <a:gd name="T85" fmla="*/ 30 h 508"/>
                <a:gd name="T86" fmla="*/ 369 w 1209"/>
                <a:gd name="T87" fmla="*/ 19 h 508"/>
                <a:gd name="T88" fmla="*/ 483 w 1209"/>
                <a:gd name="T89" fmla="*/ 5 h 508"/>
                <a:gd name="T90" fmla="*/ 543 w 1209"/>
                <a:gd name="T91" fmla="*/ 1 h 508"/>
                <a:gd name="T92" fmla="*/ 605 w 1209"/>
                <a:gd name="T93" fmla="*/ 0 h 508"/>
                <a:gd name="T94" fmla="*/ 635 w 1209"/>
                <a:gd name="T95" fmla="*/ 0 h 508"/>
                <a:gd name="T96" fmla="*/ 696 w 1209"/>
                <a:gd name="T97" fmla="*/ 3 h 508"/>
                <a:gd name="T98" fmla="*/ 785 w 1209"/>
                <a:gd name="T99" fmla="*/ 11 h 508"/>
                <a:gd name="T100" fmla="*/ 866 w 1209"/>
                <a:gd name="T101" fmla="*/ 25 h 508"/>
                <a:gd name="T102" fmla="*/ 917 w 1209"/>
                <a:gd name="T103" fmla="*/ 37 h 508"/>
                <a:gd name="T104" fmla="*/ 966 w 1209"/>
                <a:gd name="T105" fmla="*/ 50 h 508"/>
                <a:gd name="T106" fmla="*/ 1011 w 1209"/>
                <a:gd name="T107" fmla="*/ 66 h 508"/>
                <a:gd name="T108" fmla="*/ 1051 w 1209"/>
                <a:gd name="T109" fmla="*/ 82 h 508"/>
                <a:gd name="T110" fmla="*/ 1088 w 1209"/>
                <a:gd name="T111" fmla="*/ 102 h 508"/>
                <a:gd name="T112" fmla="*/ 1121 w 1209"/>
                <a:gd name="T113" fmla="*/ 122 h 508"/>
                <a:gd name="T114" fmla="*/ 1149 w 1209"/>
                <a:gd name="T115" fmla="*/ 143 h 508"/>
                <a:gd name="T116" fmla="*/ 1172 w 1209"/>
                <a:gd name="T117" fmla="*/ 166 h 508"/>
                <a:gd name="T118" fmla="*/ 1190 w 1209"/>
                <a:gd name="T119" fmla="*/ 190 h 508"/>
                <a:gd name="T120" fmla="*/ 1201 w 1209"/>
                <a:gd name="T121" fmla="*/ 215 h 508"/>
                <a:gd name="T122" fmla="*/ 1208 w 1209"/>
                <a:gd name="T123" fmla="*/ 241 h 508"/>
                <a:gd name="T124" fmla="*/ 1209 w 1209"/>
                <a:gd name="T125" fmla="*/ 25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09" h="508">
                  <a:moveTo>
                    <a:pt x="1209" y="254"/>
                  </a:moveTo>
                  <a:lnTo>
                    <a:pt x="1209" y="254"/>
                  </a:lnTo>
                  <a:lnTo>
                    <a:pt x="1208" y="267"/>
                  </a:lnTo>
                  <a:lnTo>
                    <a:pt x="1206" y="279"/>
                  </a:lnTo>
                  <a:lnTo>
                    <a:pt x="1201" y="292"/>
                  </a:lnTo>
                  <a:lnTo>
                    <a:pt x="1196" y="306"/>
                  </a:lnTo>
                  <a:lnTo>
                    <a:pt x="1190" y="318"/>
                  </a:lnTo>
                  <a:lnTo>
                    <a:pt x="1182" y="330"/>
                  </a:lnTo>
                  <a:lnTo>
                    <a:pt x="1172" y="341"/>
                  </a:lnTo>
                  <a:lnTo>
                    <a:pt x="1161" y="353"/>
                  </a:lnTo>
                  <a:lnTo>
                    <a:pt x="1149" y="364"/>
                  </a:lnTo>
                  <a:lnTo>
                    <a:pt x="1136" y="375"/>
                  </a:lnTo>
                  <a:lnTo>
                    <a:pt x="1121" y="386"/>
                  </a:lnTo>
                  <a:lnTo>
                    <a:pt x="1106" y="396"/>
                  </a:lnTo>
                  <a:lnTo>
                    <a:pt x="1088" y="406"/>
                  </a:lnTo>
                  <a:lnTo>
                    <a:pt x="1071" y="415"/>
                  </a:lnTo>
                  <a:lnTo>
                    <a:pt x="1051" y="425"/>
                  </a:lnTo>
                  <a:lnTo>
                    <a:pt x="1032" y="434"/>
                  </a:lnTo>
                  <a:lnTo>
                    <a:pt x="1011" y="443"/>
                  </a:lnTo>
                  <a:lnTo>
                    <a:pt x="989" y="450"/>
                  </a:lnTo>
                  <a:lnTo>
                    <a:pt x="966" y="458"/>
                  </a:lnTo>
                  <a:lnTo>
                    <a:pt x="942" y="464"/>
                  </a:lnTo>
                  <a:lnTo>
                    <a:pt x="917" y="471"/>
                  </a:lnTo>
                  <a:lnTo>
                    <a:pt x="892" y="478"/>
                  </a:lnTo>
                  <a:lnTo>
                    <a:pt x="866" y="483"/>
                  </a:lnTo>
                  <a:lnTo>
                    <a:pt x="840" y="488"/>
                  </a:lnTo>
                  <a:lnTo>
                    <a:pt x="785" y="497"/>
                  </a:lnTo>
                  <a:lnTo>
                    <a:pt x="726" y="504"/>
                  </a:lnTo>
                  <a:lnTo>
                    <a:pt x="696" y="506"/>
                  </a:lnTo>
                  <a:lnTo>
                    <a:pt x="666" y="507"/>
                  </a:lnTo>
                  <a:lnTo>
                    <a:pt x="635" y="508"/>
                  </a:lnTo>
                  <a:lnTo>
                    <a:pt x="605" y="508"/>
                  </a:lnTo>
                  <a:lnTo>
                    <a:pt x="605" y="508"/>
                  </a:lnTo>
                  <a:lnTo>
                    <a:pt x="573" y="508"/>
                  </a:lnTo>
                  <a:lnTo>
                    <a:pt x="543" y="507"/>
                  </a:lnTo>
                  <a:lnTo>
                    <a:pt x="512" y="506"/>
                  </a:lnTo>
                  <a:lnTo>
                    <a:pt x="483" y="504"/>
                  </a:lnTo>
                  <a:lnTo>
                    <a:pt x="424" y="497"/>
                  </a:lnTo>
                  <a:lnTo>
                    <a:pt x="369" y="488"/>
                  </a:lnTo>
                  <a:lnTo>
                    <a:pt x="343" y="483"/>
                  </a:lnTo>
                  <a:lnTo>
                    <a:pt x="316" y="478"/>
                  </a:lnTo>
                  <a:lnTo>
                    <a:pt x="291" y="471"/>
                  </a:lnTo>
                  <a:lnTo>
                    <a:pt x="266" y="464"/>
                  </a:lnTo>
                  <a:lnTo>
                    <a:pt x="242" y="458"/>
                  </a:lnTo>
                  <a:lnTo>
                    <a:pt x="220" y="450"/>
                  </a:lnTo>
                  <a:lnTo>
                    <a:pt x="198" y="443"/>
                  </a:lnTo>
                  <a:lnTo>
                    <a:pt x="177" y="434"/>
                  </a:lnTo>
                  <a:lnTo>
                    <a:pt x="158" y="425"/>
                  </a:lnTo>
                  <a:lnTo>
                    <a:pt x="138" y="415"/>
                  </a:lnTo>
                  <a:lnTo>
                    <a:pt x="121" y="406"/>
                  </a:lnTo>
                  <a:lnTo>
                    <a:pt x="103" y="396"/>
                  </a:lnTo>
                  <a:lnTo>
                    <a:pt x="88" y="386"/>
                  </a:lnTo>
                  <a:lnTo>
                    <a:pt x="73" y="375"/>
                  </a:lnTo>
                  <a:lnTo>
                    <a:pt x="60" y="364"/>
                  </a:lnTo>
                  <a:lnTo>
                    <a:pt x="48" y="353"/>
                  </a:lnTo>
                  <a:lnTo>
                    <a:pt x="37" y="341"/>
                  </a:lnTo>
                  <a:lnTo>
                    <a:pt x="27" y="330"/>
                  </a:lnTo>
                  <a:lnTo>
                    <a:pt x="19" y="318"/>
                  </a:lnTo>
                  <a:lnTo>
                    <a:pt x="13" y="306"/>
                  </a:lnTo>
                  <a:lnTo>
                    <a:pt x="7" y="292"/>
                  </a:lnTo>
                  <a:lnTo>
                    <a:pt x="3" y="279"/>
                  </a:lnTo>
                  <a:lnTo>
                    <a:pt x="1" y="267"/>
                  </a:lnTo>
                  <a:lnTo>
                    <a:pt x="0" y="254"/>
                  </a:lnTo>
                  <a:lnTo>
                    <a:pt x="0" y="254"/>
                  </a:lnTo>
                  <a:lnTo>
                    <a:pt x="1" y="241"/>
                  </a:lnTo>
                  <a:lnTo>
                    <a:pt x="3" y="228"/>
                  </a:lnTo>
                  <a:lnTo>
                    <a:pt x="7" y="215"/>
                  </a:lnTo>
                  <a:lnTo>
                    <a:pt x="13" y="202"/>
                  </a:lnTo>
                  <a:lnTo>
                    <a:pt x="19" y="190"/>
                  </a:lnTo>
                  <a:lnTo>
                    <a:pt x="27" y="178"/>
                  </a:lnTo>
                  <a:lnTo>
                    <a:pt x="37" y="166"/>
                  </a:lnTo>
                  <a:lnTo>
                    <a:pt x="48" y="155"/>
                  </a:lnTo>
                  <a:lnTo>
                    <a:pt x="60" y="143"/>
                  </a:lnTo>
                  <a:lnTo>
                    <a:pt x="73" y="132"/>
                  </a:lnTo>
                  <a:lnTo>
                    <a:pt x="88" y="122"/>
                  </a:lnTo>
                  <a:lnTo>
                    <a:pt x="103" y="112"/>
                  </a:lnTo>
                  <a:lnTo>
                    <a:pt x="121" y="102"/>
                  </a:lnTo>
                  <a:lnTo>
                    <a:pt x="138" y="92"/>
                  </a:lnTo>
                  <a:lnTo>
                    <a:pt x="158" y="82"/>
                  </a:lnTo>
                  <a:lnTo>
                    <a:pt x="177" y="74"/>
                  </a:lnTo>
                  <a:lnTo>
                    <a:pt x="198" y="66"/>
                  </a:lnTo>
                  <a:lnTo>
                    <a:pt x="220" y="57"/>
                  </a:lnTo>
                  <a:lnTo>
                    <a:pt x="242" y="50"/>
                  </a:lnTo>
                  <a:lnTo>
                    <a:pt x="266" y="43"/>
                  </a:lnTo>
                  <a:lnTo>
                    <a:pt x="291" y="37"/>
                  </a:lnTo>
                  <a:lnTo>
                    <a:pt x="316" y="30"/>
                  </a:lnTo>
                  <a:lnTo>
                    <a:pt x="343" y="25"/>
                  </a:lnTo>
                  <a:lnTo>
                    <a:pt x="369" y="19"/>
                  </a:lnTo>
                  <a:lnTo>
                    <a:pt x="424" y="11"/>
                  </a:lnTo>
                  <a:lnTo>
                    <a:pt x="483" y="5"/>
                  </a:lnTo>
                  <a:lnTo>
                    <a:pt x="512" y="3"/>
                  </a:lnTo>
                  <a:lnTo>
                    <a:pt x="543" y="1"/>
                  </a:lnTo>
                  <a:lnTo>
                    <a:pt x="573" y="0"/>
                  </a:lnTo>
                  <a:lnTo>
                    <a:pt x="605" y="0"/>
                  </a:lnTo>
                  <a:lnTo>
                    <a:pt x="605" y="0"/>
                  </a:lnTo>
                  <a:lnTo>
                    <a:pt x="635" y="0"/>
                  </a:lnTo>
                  <a:lnTo>
                    <a:pt x="666" y="1"/>
                  </a:lnTo>
                  <a:lnTo>
                    <a:pt x="696" y="3"/>
                  </a:lnTo>
                  <a:lnTo>
                    <a:pt x="726" y="5"/>
                  </a:lnTo>
                  <a:lnTo>
                    <a:pt x="785" y="11"/>
                  </a:lnTo>
                  <a:lnTo>
                    <a:pt x="840" y="19"/>
                  </a:lnTo>
                  <a:lnTo>
                    <a:pt x="866" y="25"/>
                  </a:lnTo>
                  <a:lnTo>
                    <a:pt x="892" y="30"/>
                  </a:lnTo>
                  <a:lnTo>
                    <a:pt x="917" y="37"/>
                  </a:lnTo>
                  <a:lnTo>
                    <a:pt x="942" y="43"/>
                  </a:lnTo>
                  <a:lnTo>
                    <a:pt x="966" y="50"/>
                  </a:lnTo>
                  <a:lnTo>
                    <a:pt x="989" y="57"/>
                  </a:lnTo>
                  <a:lnTo>
                    <a:pt x="1011" y="66"/>
                  </a:lnTo>
                  <a:lnTo>
                    <a:pt x="1032" y="74"/>
                  </a:lnTo>
                  <a:lnTo>
                    <a:pt x="1051" y="82"/>
                  </a:lnTo>
                  <a:lnTo>
                    <a:pt x="1071" y="92"/>
                  </a:lnTo>
                  <a:lnTo>
                    <a:pt x="1088" y="102"/>
                  </a:lnTo>
                  <a:lnTo>
                    <a:pt x="1106" y="112"/>
                  </a:lnTo>
                  <a:lnTo>
                    <a:pt x="1121" y="122"/>
                  </a:lnTo>
                  <a:lnTo>
                    <a:pt x="1136" y="132"/>
                  </a:lnTo>
                  <a:lnTo>
                    <a:pt x="1149" y="143"/>
                  </a:lnTo>
                  <a:lnTo>
                    <a:pt x="1161" y="155"/>
                  </a:lnTo>
                  <a:lnTo>
                    <a:pt x="1172" y="166"/>
                  </a:lnTo>
                  <a:lnTo>
                    <a:pt x="1182" y="178"/>
                  </a:lnTo>
                  <a:lnTo>
                    <a:pt x="1190" y="190"/>
                  </a:lnTo>
                  <a:lnTo>
                    <a:pt x="1196" y="202"/>
                  </a:lnTo>
                  <a:lnTo>
                    <a:pt x="1201" y="215"/>
                  </a:lnTo>
                  <a:lnTo>
                    <a:pt x="1206" y="228"/>
                  </a:lnTo>
                  <a:lnTo>
                    <a:pt x="1208" y="241"/>
                  </a:lnTo>
                  <a:lnTo>
                    <a:pt x="1209" y="254"/>
                  </a:lnTo>
                  <a:lnTo>
                    <a:pt x="1209" y="2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8" name="Freeform 18"/>
            <p:cNvSpPr>
              <a:spLocks/>
            </p:cNvSpPr>
            <p:nvPr/>
          </p:nvSpPr>
          <p:spPr bwMode="auto">
            <a:xfrm>
              <a:off x="3255963" y="3481614"/>
              <a:ext cx="139700" cy="49213"/>
            </a:xfrm>
            <a:custGeom>
              <a:avLst/>
              <a:gdLst>
                <a:gd name="T0" fmla="*/ 700 w 700"/>
                <a:gd name="T1" fmla="*/ 251 h 255"/>
                <a:gd name="T2" fmla="*/ 700 w 700"/>
                <a:gd name="T3" fmla="*/ 251 h 255"/>
                <a:gd name="T4" fmla="*/ 653 w 700"/>
                <a:gd name="T5" fmla="*/ 254 h 255"/>
                <a:gd name="T6" fmla="*/ 605 w 700"/>
                <a:gd name="T7" fmla="*/ 255 h 255"/>
                <a:gd name="T8" fmla="*/ 605 w 700"/>
                <a:gd name="T9" fmla="*/ 255 h 255"/>
                <a:gd name="T10" fmla="*/ 573 w 700"/>
                <a:gd name="T11" fmla="*/ 255 h 255"/>
                <a:gd name="T12" fmla="*/ 543 w 700"/>
                <a:gd name="T13" fmla="*/ 254 h 255"/>
                <a:gd name="T14" fmla="*/ 512 w 700"/>
                <a:gd name="T15" fmla="*/ 251 h 255"/>
                <a:gd name="T16" fmla="*/ 483 w 700"/>
                <a:gd name="T17" fmla="*/ 249 h 255"/>
                <a:gd name="T18" fmla="*/ 424 w 700"/>
                <a:gd name="T19" fmla="*/ 244 h 255"/>
                <a:gd name="T20" fmla="*/ 369 w 700"/>
                <a:gd name="T21" fmla="*/ 235 h 255"/>
                <a:gd name="T22" fmla="*/ 343 w 700"/>
                <a:gd name="T23" fmla="*/ 230 h 255"/>
                <a:gd name="T24" fmla="*/ 316 w 700"/>
                <a:gd name="T25" fmla="*/ 224 h 255"/>
                <a:gd name="T26" fmla="*/ 291 w 700"/>
                <a:gd name="T27" fmla="*/ 218 h 255"/>
                <a:gd name="T28" fmla="*/ 266 w 700"/>
                <a:gd name="T29" fmla="*/ 211 h 255"/>
                <a:gd name="T30" fmla="*/ 242 w 700"/>
                <a:gd name="T31" fmla="*/ 205 h 255"/>
                <a:gd name="T32" fmla="*/ 220 w 700"/>
                <a:gd name="T33" fmla="*/ 197 h 255"/>
                <a:gd name="T34" fmla="*/ 198 w 700"/>
                <a:gd name="T35" fmla="*/ 188 h 255"/>
                <a:gd name="T36" fmla="*/ 177 w 700"/>
                <a:gd name="T37" fmla="*/ 181 h 255"/>
                <a:gd name="T38" fmla="*/ 158 w 700"/>
                <a:gd name="T39" fmla="*/ 171 h 255"/>
                <a:gd name="T40" fmla="*/ 138 w 700"/>
                <a:gd name="T41" fmla="*/ 162 h 255"/>
                <a:gd name="T42" fmla="*/ 121 w 700"/>
                <a:gd name="T43" fmla="*/ 152 h 255"/>
                <a:gd name="T44" fmla="*/ 103 w 700"/>
                <a:gd name="T45" fmla="*/ 143 h 255"/>
                <a:gd name="T46" fmla="*/ 88 w 700"/>
                <a:gd name="T47" fmla="*/ 132 h 255"/>
                <a:gd name="T48" fmla="*/ 73 w 700"/>
                <a:gd name="T49" fmla="*/ 122 h 255"/>
                <a:gd name="T50" fmla="*/ 60 w 700"/>
                <a:gd name="T51" fmla="*/ 111 h 255"/>
                <a:gd name="T52" fmla="*/ 48 w 700"/>
                <a:gd name="T53" fmla="*/ 99 h 255"/>
                <a:gd name="T54" fmla="*/ 37 w 700"/>
                <a:gd name="T55" fmla="*/ 88 h 255"/>
                <a:gd name="T56" fmla="*/ 27 w 700"/>
                <a:gd name="T57" fmla="*/ 76 h 255"/>
                <a:gd name="T58" fmla="*/ 19 w 700"/>
                <a:gd name="T59" fmla="*/ 64 h 255"/>
                <a:gd name="T60" fmla="*/ 13 w 700"/>
                <a:gd name="T61" fmla="*/ 51 h 255"/>
                <a:gd name="T62" fmla="*/ 7 w 700"/>
                <a:gd name="T63" fmla="*/ 39 h 255"/>
                <a:gd name="T64" fmla="*/ 3 w 700"/>
                <a:gd name="T65" fmla="*/ 26 h 255"/>
                <a:gd name="T66" fmla="*/ 1 w 700"/>
                <a:gd name="T67" fmla="*/ 13 h 255"/>
                <a:gd name="T68" fmla="*/ 0 w 700"/>
                <a:gd name="T6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0" h="255">
                  <a:moveTo>
                    <a:pt x="700" y="251"/>
                  </a:moveTo>
                  <a:lnTo>
                    <a:pt x="700" y="251"/>
                  </a:lnTo>
                  <a:lnTo>
                    <a:pt x="653" y="254"/>
                  </a:lnTo>
                  <a:lnTo>
                    <a:pt x="605" y="255"/>
                  </a:ln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1"/>
                  </a:lnTo>
                  <a:lnTo>
                    <a:pt x="483" y="249"/>
                  </a:lnTo>
                  <a:lnTo>
                    <a:pt x="424" y="244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8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2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9" name="Freeform 19"/>
            <p:cNvSpPr>
              <a:spLocks/>
            </p:cNvSpPr>
            <p:nvPr/>
          </p:nvSpPr>
          <p:spPr bwMode="auto">
            <a:xfrm>
              <a:off x="3255963" y="3537176"/>
              <a:ext cx="120650" cy="50800"/>
            </a:xfrm>
            <a:custGeom>
              <a:avLst/>
              <a:gdLst>
                <a:gd name="T0" fmla="*/ 605 w 605"/>
                <a:gd name="T1" fmla="*/ 255 h 255"/>
                <a:gd name="T2" fmla="*/ 605 w 605"/>
                <a:gd name="T3" fmla="*/ 255 h 255"/>
                <a:gd name="T4" fmla="*/ 573 w 605"/>
                <a:gd name="T5" fmla="*/ 255 h 255"/>
                <a:gd name="T6" fmla="*/ 543 w 605"/>
                <a:gd name="T7" fmla="*/ 254 h 255"/>
                <a:gd name="T8" fmla="*/ 512 w 605"/>
                <a:gd name="T9" fmla="*/ 252 h 255"/>
                <a:gd name="T10" fmla="*/ 483 w 605"/>
                <a:gd name="T11" fmla="*/ 250 h 255"/>
                <a:gd name="T12" fmla="*/ 424 w 605"/>
                <a:gd name="T13" fmla="*/ 243 h 255"/>
                <a:gd name="T14" fmla="*/ 369 w 605"/>
                <a:gd name="T15" fmla="*/ 235 h 255"/>
                <a:gd name="T16" fmla="*/ 343 w 605"/>
                <a:gd name="T17" fmla="*/ 230 h 255"/>
                <a:gd name="T18" fmla="*/ 316 w 605"/>
                <a:gd name="T19" fmla="*/ 224 h 255"/>
                <a:gd name="T20" fmla="*/ 291 w 605"/>
                <a:gd name="T21" fmla="*/ 218 h 255"/>
                <a:gd name="T22" fmla="*/ 266 w 605"/>
                <a:gd name="T23" fmla="*/ 211 h 255"/>
                <a:gd name="T24" fmla="*/ 242 w 605"/>
                <a:gd name="T25" fmla="*/ 205 h 255"/>
                <a:gd name="T26" fmla="*/ 220 w 605"/>
                <a:gd name="T27" fmla="*/ 197 h 255"/>
                <a:gd name="T28" fmla="*/ 198 w 605"/>
                <a:gd name="T29" fmla="*/ 189 h 255"/>
                <a:gd name="T30" fmla="*/ 177 w 605"/>
                <a:gd name="T31" fmla="*/ 181 h 255"/>
                <a:gd name="T32" fmla="*/ 158 w 605"/>
                <a:gd name="T33" fmla="*/ 171 h 255"/>
                <a:gd name="T34" fmla="*/ 138 w 605"/>
                <a:gd name="T35" fmla="*/ 162 h 255"/>
                <a:gd name="T36" fmla="*/ 121 w 605"/>
                <a:gd name="T37" fmla="*/ 153 h 255"/>
                <a:gd name="T38" fmla="*/ 103 w 605"/>
                <a:gd name="T39" fmla="*/ 143 h 255"/>
                <a:gd name="T40" fmla="*/ 88 w 605"/>
                <a:gd name="T41" fmla="*/ 132 h 255"/>
                <a:gd name="T42" fmla="*/ 73 w 605"/>
                <a:gd name="T43" fmla="*/ 122 h 255"/>
                <a:gd name="T44" fmla="*/ 60 w 605"/>
                <a:gd name="T45" fmla="*/ 111 h 255"/>
                <a:gd name="T46" fmla="*/ 48 w 605"/>
                <a:gd name="T47" fmla="*/ 99 h 255"/>
                <a:gd name="T48" fmla="*/ 37 w 605"/>
                <a:gd name="T49" fmla="*/ 88 h 255"/>
                <a:gd name="T50" fmla="*/ 27 w 605"/>
                <a:gd name="T51" fmla="*/ 76 h 255"/>
                <a:gd name="T52" fmla="*/ 19 w 605"/>
                <a:gd name="T53" fmla="*/ 64 h 255"/>
                <a:gd name="T54" fmla="*/ 13 w 605"/>
                <a:gd name="T55" fmla="*/ 51 h 255"/>
                <a:gd name="T56" fmla="*/ 7 w 605"/>
                <a:gd name="T57" fmla="*/ 39 h 255"/>
                <a:gd name="T58" fmla="*/ 3 w 605"/>
                <a:gd name="T59" fmla="*/ 26 h 255"/>
                <a:gd name="T60" fmla="*/ 1 w 605"/>
                <a:gd name="T61" fmla="*/ 13 h 255"/>
                <a:gd name="T62" fmla="*/ 0 w 605"/>
                <a:gd name="T6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5" h="255">
                  <a:moveTo>
                    <a:pt x="605" y="255"/>
                  </a:move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2"/>
                  </a:lnTo>
                  <a:lnTo>
                    <a:pt x="483" y="250"/>
                  </a:lnTo>
                  <a:lnTo>
                    <a:pt x="424" y="243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9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3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0" name="Freeform 20"/>
            <p:cNvSpPr>
              <a:spLocks/>
            </p:cNvSpPr>
            <p:nvPr/>
          </p:nvSpPr>
          <p:spPr bwMode="auto">
            <a:xfrm>
              <a:off x="3255963" y="3430814"/>
              <a:ext cx="120650" cy="214313"/>
            </a:xfrm>
            <a:custGeom>
              <a:avLst/>
              <a:gdLst>
                <a:gd name="T0" fmla="*/ 605 w 605"/>
                <a:gd name="T1" fmla="*/ 1081 h 1081"/>
                <a:gd name="T2" fmla="*/ 605 w 605"/>
                <a:gd name="T3" fmla="*/ 1081 h 1081"/>
                <a:gd name="T4" fmla="*/ 573 w 605"/>
                <a:gd name="T5" fmla="*/ 1081 h 1081"/>
                <a:gd name="T6" fmla="*/ 543 w 605"/>
                <a:gd name="T7" fmla="*/ 1080 h 1081"/>
                <a:gd name="T8" fmla="*/ 512 w 605"/>
                <a:gd name="T9" fmla="*/ 1078 h 1081"/>
                <a:gd name="T10" fmla="*/ 483 w 605"/>
                <a:gd name="T11" fmla="*/ 1076 h 1081"/>
                <a:gd name="T12" fmla="*/ 424 w 605"/>
                <a:gd name="T13" fmla="*/ 1069 h 1081"/>
                <a:gd name="T14" fmla="*/ 369 w 605"/>
                <a:gd name="T15" fmla="*/ 1062 h 1081"/>
                <a:gd name="T16" fmla="*/ 343 w 605"/>
                <a:gd name="T17" fmla="*/ 1056 h 1081"/>
                <a:gd name="T18" fmla="*/ 316 w 605"/>
                <a:gd name="T19" fmla="*/ 1051 h 1081"/>
                <a:gd name="T20" fmla="*/ 291 w 605"/>
                <a:gd name="T21" fmla="*/ 1044 h 1081"/>
                <a:gd name="T22" fmla="*/ 266 w 605"/>
                <a:gd name="T23" fmla="*/ 1038 h 1081"/>
                <a:gd name="T24" fmla="*/ 242 w 605"/>
                <a:gd name="T25" fmla="*/ 1031 h 1081"/>
                <a:gd name="T26" fmla="*/ 220 w 605"/>
                <a:gd name="T27" fmla="*/ 1024 h 1081"/>
                <a:gd name="T28" fmla="*/ 198 w 605"/>
                <a:gd name="T29" fmla="*/ 1015 h 1081"/>
                <a:gd name="T30" fmla="*/ 177 w 605"/>
                <a:gd name="T31" fmla="*/ 1006 h 1081"/>
                <a:gd name="T32" fmla="*/ 158 w 605"/>
                <a:gd name="T33" fmla="*/ 997 h 1081"/>
                <a:gd name="T34" fmla="*/ 138 w 605"/>
                <a:gd name="T35" fmla="*/ 989 h 1081"/>
                <a:gd name="T36" fmla="*/ 121 w 605"/>
                <a:gd name="T37" fmla="*/ 979 h 1081"/>
                <a:gd name="T38" fmla="*/ 103 w 605"/>
                <a:gd name="T39" fmla="*/ 969 h 1081"/>
                <a:gd name="T40" fmla="*/ 88 w 605"/>
                <a:gd name="T41" fmla="*/ 958 h 1081"/>
                <a:gd name="T42" fmla="*/ 73 w 605"/>
                <a:gd name="T43" fmla="*/ 948 h 1081"/>
                <a:gd name="T44" fmla="*/ 60 w 605"/>
                <a:gd name="T45" fmla="*/ 938 h 1081"/>
                <a:gd name="T46" fmla="*/ 48 w 605"/>
                <a:gd name="T47" fmla="*/ 926 h 1081"/>
                <a:gd name="T48" fmla="*/ 37 w 605"/>
                <a:gd name="T49" fmla="*/ 915 h 1081"/>
                <a:gd name="T50" fmla="*/ 27 w 605"/>
                <a:gd name="T51" fmla="*/ 903 h 1081"/>
                <a:gd name="T52" fmla="*/ 19 w 605"/>
                <a:gd name="T53" fmla="*/ 891 h 1081"/>
                <a:gd name="T54" fmla="*/ 13 w 605"/>
                <a:gd name="T55" fmla="*/ 878 h 1081"/>
                <a:gd name="T56" fmla="*/ 7 w 605"/>
                <a:gd name="T57" fmla="*/ 866 h 1081"/>
                <a:gd name="T58" fmla="*/ 3 w 605"/>
                <a:gd name="T59" fmla="*/ 853 h 1081"/>
                <a:gd name="T60" fmla="*/ 1 w 605"/>
                <a:gd name="T61" fmla="*/ 840 h 1081"/>
                <a:gd name="T62" fmla="*/ 0 w 605"/>
                <a:gd name="T63" fmla="*/ 827 h 1081"/>
                <a:gd name="T64" fmla="*/ 0 w 605"/>
                <a:gd name="T65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5" h="1081">
                  <a:moveTo>
                    <a:pt x="605" y="1081"/>
                  </a:moveTo>
                  <a:lnTo>
                    <a:pt x="605" y="1081"/>
                  </a:lnTo>
                  <a:lnTo>
                    <a:pt x="573" y="1081"/>
                  </a:lnTo>
                  <a:lnTo>
                    <a:pt x="543" y="1080"/>
                  </a:lnTo>
                  <a:lnTo>
                    <a:pt x="512" y="1078"/>
                  </a:lnTo>
                  <a:lnTo>
                    <a:pt x="483" y="1076"/>
                  </a:lnTo>
                  <a:lnTo>
                    <a:pt x="424" y="1069"/>
                  </a:lnTo>
                  <a:lnTo>
                    <a:pt x="369" y="1062"/>
                  </a:lnTo>
                  <a:lnTo>
                    <a:pt x="343" y="1056"/>
                  </a:lnTo>
                  <a:lnTo>
                    <a:pt x="316" y="1051"/>
                  </a:lnTo>
                  <a:lnTo>
                    <a:pt x="291" y="1044"/>
                  </a:lnTo>
                  <a:lnTo>
                    <a:pt x="266" y="1038"/>
                  </a:lnTo>
                  <a:lnTo>
                    <a:pt x="242" y="1031"/>
                  </a:lnTo>
                  <a:lnTo>
                    <a:pt x="220" y="1024"/>
                  </a:lnTo>
                  <a:lnTo>
                    <a:pt x="198" y="1015"/>
                  </a:lnTo>
                  <a:lnTo>
                    <a:pt x="177" y="1006"/>
                  </a:lnTo>
                  <a:lnTo>
                    <a:pt x="158" y="997"/>
                  </a:lnTo>
                  <a:lnTo>
                    <a:pt x="138" y="989"/>
                  </a:lnTo>
                  <a:lnTo>
                    <a:pt x="121" y="979"/>
                  </a:lnTo>
                  <a:lnTo>
                    <a:pt x="103" y="969"/>
                  </a:lnTo>
                  <a:lnTo>
                    <a:pt x="88" y="958"/>
                  </a:lnTo>
                  <a:lnTo>
                    <a:pt x="73" y="948"/>
                  </a:lnTo>
                  <a:lnTo>
                    <a:pt x="60" y="938"/>
                  </a:lnTo>
                  <a:lnTo>
                    <a:pt x="48" y="926"/>
                  </a:lnTo>
                  <a:lnTo>
                    <a:pt x="37" y="915"/>
                  </a:lnTo>
                  <a:lnTo>
                    <a:pt x="27" y="903"/>
                  </a:lnTo>
                  <a:lnTo>
                    <a:pt x="19" y="891"/>
                  </a:lnTo>
                  <a:lnTo>
                    <a:pt x="13" y="878"/>
                  </a:lnTo>
                  <a:lnTo>
                    <a:pt x="7" y="866"/>
                  </a:lnTo>
                  <a:lnTo>
                    <a:pt x="3" y="853"/>
                  </a:lnTo>
                  <a:lnTo>
                    <a:pt x="1" y="840"/>
                  </a:lnTo>
                  <a:lnTo>
                    <a:pt x="0" y="82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1" name="Line 21"/>
            <p:cNvSpPr>
              <a:spLocks noChangeShapeType="1"/>
            </p:cNvSpPr>
            <p:nvPr/>
          </p:nvSpPr>
          <p:spPr bwMode="auto">
            <a:xfrm>
              <a:off x="3497263" y="3430814"/>
              <a:ext cx="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2" name="Gruppieren 561"/>
          <p:cNvGrpSpPr/>
          <p:nvPr/>
        </p:nvGrpSpPr>
        <p:grpSpPr>
          <a:xfrm>
            <a:off x="9347014" y="1654759"/>
            <a:ext cx="273662" cy="273663"/>
            <a:chOff x="3595688" y="3381601"/>
            <a:chExt cx="312737" cy="312738"/>
          </a:xfrm>
        </p:grpSpPr>
        <p:sp>
          <p:nvSpPr>
            <p:cNvPr id="563" name="Freeform 22"/>
            <p:cNvSpPr>
              <a:spLocks/>
            </p:cNvSpPr>
            <p:nvPr/>
          </p:nvSpPr>
          <p:spPr bwMode="auto">
            <a:xfrm>
              <a:off x="3595688" y="3381601"/>
              <a:ext cx="217488" cy="285750"/>
            </a:xfrm>
            <a:custGeom>
              <a:avLst/>
              <a:gdLst>
                <a:gd name="T0" fmla="*/ 719 w 1096"/>
                <a:gd name="T1" fmla="*/ 1439 h 1439"/>
                <a:gd name="T2" fmla="*/ 0 w 1096"/>
                <a:gd name="T3" fmla="*/ 1439 h 1439"/>
                <a:gd name="T4" fmla="*/ 0 w 1096"/>
                <a:gd name="T5" fmla="*/ 0 h 1439"/>
                <a:gd name="T6" fmla="*/ 753 w 1096"/>
                <a:gd name="T7" fmla="*/ 0 h 1439"/>
                <a:gd name="T8" fmla="*/ 1096 w 1096"/>
                <a:gd name="T9" fmla="*/ 342 h 1439"/>
                <a:gd name="T10" fmla="*/ 1096 w 1096"/>
                <a:gd name="T11" fmla="*/ 65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6" h="1439">
                  <a:moveTo>
                    <a:pt x="719" y="1439"/>
                  </a:moveTo>
                  <a:lnTo>
                    <a:pt x="0" y="1439"/>
                  </a:lnTo>
                  <a:lnTo>
                    <a:pt x="0" y="0"/>
                  </a:lnTo>
                  <a:lnTo>
                    <a:pt x="753" y="0"/>
                  </a:lnTo>
                  <a:lnTo>
                    <a:pt x="1096" y="342"/>
                  </a:lnTo>
                  <a:lnTo>
                    <a:pt x="1096" y="6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4" name="Freeform 23"/>
            <p:cNvSpPr>
              <a:spLocks/>
            </p:cNvSpPr>
            <p:nvPr/>
          </p:nvSpPr>
          <p:spPr bwMode="auto">
            <a:xfrm>
              <a:off x="3744913" y="3381601"/>
              <a:ext cx="68263" cy="68263"/>
            </a:xfrm>
            <a:custGeom>
              <a:avLst/>
              <a:gdLst>
                <a:gd name="T0" fmla="*/ 0 w 343"/>
                <a:gd name="T1" fmla="*/ 0 h 342"/>
                <a:gd name="T2" fmla="*/ 0 w 343"/>
                <a:gd name="T3" fmla="*/ 342 h 342"/>
                <a:gd name="T4" fmla="*/ 343 w 343"/>
                <a:gd name="T5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3" h="342">
                  <a:moveTo>
                    <a:pt x="0" y="0"/>
                  </a:moveTo>
                  <a:lnTo>
                    <a:pt x="0" y="342"/>
                  </a:lnTo>
                  <a:lnTo>
                    <a:pt x="343" y="34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5" name="Freeform 24"/>
            <p:cNvSpPr>
              <a:spLocks/>
            </p:cNvSpPr>
            <p:nvPr/>
          </p:nvSpPr>
          <p:spPr bwMode="auto">
            <a:xfrm>
              <a:off x="3771900" y="3559401"/>
              <a:ext cx="103188" cy="103188"/>
            </a:xfrm>
            <a:custGeom>
              <a:avLst/>
              <a:gdLst>
                <a:gd name="T0" fmla="*/ 522 w 522"/>
                <a:gd name="T1" fmla="*/ 261 h 521"/>
                <a:gd name="T2" fmla="*/ 520 w 522"/>
                <a:gd name="T3" fmla="*/ 287 h 521"/>
                <a:gd name="T4" fmla="*/ 516 w 522"/>
                <a:gd name="T5" fmla="*/ 313 h 521"/>
                <a:gd name="T6" fmla="*/ 501 w 522"/>
                <a:gd name="T7" fmla="*/ 362 h 521"/>
                <a:gd name="T8" fmla="*/ 477 w 522"/>
                <a:gd name="T9" fmla="*/ 407 h 521"/>
                <a:gd name="T10" fmla="*/ 445 w 522"/>
                <a:gd name="T11" fmla="*/ 445 h 521"/>
                <a:gd name="T12" fmla="*/ 406 w 522"/>
                <a:gd name="T13" fmla="*/ 477 h 521"/>
                <a:gd name="T14" fmla="*/ 363 w 522"/>
                <a:gd name="T15" fmla="*/ 502 h 521"/>
                <a:gd name="T16" fmla="*/ 314 w 522"/>
                <a:gd name="T17" fmla="*/ 517 h 521"/>
                <a:gd name="T18" fmla="*/ 287 w 522"/>
                <a:gd name="T19" fmla="*/ 520 h 521"/>
                <a:gd name="T20" fmla="*/ 260 w 522"/>
                <a:gd name="T21" fmla="*/ 521 h 521"/>
                <a:gd name="T22" fmla="*/ 247 w 522"/>
                <a:gd name="T23" fmla="*/ 521 h 521"/>
                <a:gd name="T24" fmla="*/ 221 w 522"/>
                <a:gd name="T25" fmla="*/ 519 h 521"/>
                <a:gd name="T26" fmla="*/ 183 w 522"/>
                <a:gd name="T27" fmla="*/ 510 h 521"/>
                <a:gd name="T28" fmla="*/ 136 w 522"/>
                <a:gd name="T29" fmla="*/ 490 h 521"/>
                <a:gd name="T30" fmla="*/ 95 w 522"/>
                <a:gd name="T31" fmla="*/ 463 h 521"/>
                <a:gd name="T32" fmla="*/ 60 w 522"/>
                <a:gd name="T33" fmla="*/ 427 h 521"/>
                <a:gd name="T34" fmla="*/ 32 w 522"/>
                <a:gd name="T35" fmla="*/ 385 h 521"/>
                <a:gd name="T36" fmla="*/ 12 w 522"/>
                <a:gd name="T37" fmla="*/ 338 h 521"/>
                <a:gd name="T38" fmla="*/ 3 w 522"/>
                <a:gd name="T39" fmla="*/ 300 h 521"/>
                <a:gd name="T40" fmla="*/ 0 w 522"/>
                <a:gd name="T41" fmla="*/ 274 h 521"/>
                <a:gd name="T42" fmla="*/ 0 w 522"/>
                <a:gd name="T43" fmla="*/ 261 h 521"/>
                <a:gd name="T44" fmla="*/ 1 w 522"/>
                <a:gd name="T45" fmla="*/ 234 h 521"/>
                <a:gd name="T46" fmla="*/ 6 w 522"/>
                <a:gd name="T47" fmla="*/ 209 h 521"/>
                <a:gd name="T48" fmla="*/ 21 w 522"/>
                <a:gd name="T49" fmla="*/ 160 h 521"/>
                <a:gd name="T50" fmla="*/ 45 w 522"/>
                <a:gd name="T51" fmla="*/ 115 h 521"/>
                <a:gd name="T52" fmla="*/ 76 w 522"/>
                <a:gd name="T53" fmla="*/ 76 h 521"/>
                <a:gd name="T54" fmla="*/ 116 w 522"/>
                <a:gd name="T55" fmla="*/ 45 h 521"/>
                <a:gd name="T56" fmla="*/ 159 w 522"/>
                <a:gd name="T57" fmla="*/ 21 h 521"/>
                <a:gd name="T58" fmla="*/ 208 w 522"/>
                <a:gd name="T59" fmla="*/ 5 h 521"/>
                <a:gd name="T60" fmla="*/ 234 w 522"/>
                <a:gd name="T61" fmla="*/ 2 h 521"/>
                <a:gd name="T62" fmla="*/ 260 w 522"/>
                <a:gd name="T63" fmla="*/ 0 h 521"/>
                <a:gd name="T64" fmla="*/ 274 w 522"/>
                <a:gd name="T65" fmla="*/ 1 h 521"/>
                <a:gd name="T66" fmla="*/ 301 w 522"/>
                <a:gd name="T67" fmla="*/ 3 h 521"/>
                <a:gd name="T68" fmla="*/ 339 w 522"/>
                <a:gd name="T69" fmla="*/ 12 h 521"/>
                <a:gd name="T70" fmla="*/ 385 w 522"/>
                <a:gd name="T71" fmla="*/ 31 h 521"/>
                <a:gd name="T72" fmla="*/ 427 w 522"/>
                <a:gd name="T73" fmla="*/ 60 h 521"/>
                <a:gd name="T74" fmla="*/ 462 w 522"/>
                <a:gd name="T75" fmla="*/ 95 h 521"/>
                <a:gd name="T76" fmla="*/ 490 w 522"/>
                <a:gd name="T77" fmla="*/ 137 h 521"/>
                <a:gd name="T78" fmla="*/ 510 w 522"/>
                <a:gd name="T79" fmla="*/ 184 h 521"/>
                <a:gd name="T80" fmla="*/ 518 w 522"/>
                <a:gd name="T81" fmla="*/ 221 h 521"/>
                <a:gd name="T82" fmla="*/ 522 w 522"/>
                <a:gd name="T83" fmla="*/ 248 h 521"/>
                <a:gd name="T84" fmla="*/ 522 w 522"/>
                <a:gd name="T85" fmla="*/ 26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22" h="521">
                  <a:moveTo>
                    <a:pt x="522" y="261"/>
                  </a:moveTo>
                  <a:lnTo>
                    <a:pt x="522" y="261"/>
                  </a:lnTo>
                  <a:lnTo>
                    <a:pt x="522" y="274"/>
                  </a:lnTo>
                  <a:lnTo>
                    <a:pt x="520" y="287"/>
                  </a:lnTo>
                  <a:lnTo>
                    <a:pt x="518" y="300"/>
                  </a:lnTo>
                  <a:lnTo>
                    <a:pt x="516" y="313"/>
                  </a:lnTo>
                  <a:lnTo>
                    <a:pt x="510" y="338"/>
                  </a:lnTo>
                  <a:lnTo>
                    <a:pt x="501" y="362"/>
                  </a:lnTo>
                  <a:lnTo>
                    <a:pt x="490" y="385"/>
                  </a:lnTo>
                  <a:lnTo>
                    <a:pt x="477" y="407"/>
                  </a:lnTo>
                  <a:lnTo>
                    <a:pt x="462" y="427"/>
                  </a:lnTo>
                  <a:lnTo>
                    <a:pt x="445" y="445"/>
                  </a:lnTo>
                  <a:lnTo>
                    <a:pt x="427" y="463"/>
                  </a:lnTo>
                  <a:lnTo>
                    <a:pt x="406" y="477"/>
                  </a:lnTo>
                  <a:lnTo>
                    <a:pt x="385" y="490"/>
                  </a:lnTo>
                  <a:lnTo>
                    <a:pt x="363" y="502"/>
                  </a:lnTo>
                  <a:lnTo>
                    <a:pt x="339" y="510"/>
                  </a:lnTo>
                  <a:lnTo>
                    <a:pt x="314" y="517"/>
                  </a:lnTo>
                  <a:lnTo>
                    <a:pt x="301" y="519"/>
                  </a:lnTo>
                  <a:lnTo>
                    <a:pt x="287" y="520"/>
                  </a:lnTo>
                  <a:lnTo>
                    <a:pt x="274" y="521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47" y="521"/>
                  </a:lnTo>
                  <a:lnTo>
                    <a:pt x="234" y="520"/>
                  </a:lnTo>
                  <a:lnTo>
                    <a:pt x="221" y="519"/>
                  </a:lnTo>
                  <a:lnTo>
                    <a:pt x="208" y="517"/>
                  </a:lnTo>
                  <a:lnTo>
                    <a:pt x="183" y="510"/>
                  </a:lnTo>
                  <a:lnTo>
                    <a:pt x="159" y="502"/>
                  </a:lnTo>
                  <a:lnTo>
                    <a:pt x="136" y="490"/>
                  </a:lnTo>
                  <a:lnTo>
                    <a:pt x="116" y="477"/>
                  </a:lnTo>
                  <a:lnTo>
                    <a:pt x="95" y="463"/>
                  </a:lnTo>
                  <a:lnTo>
                    <a:pt x="76" y="445"/>
                  </a:lnTo>
                  <a:lnTo>
                    <a:pt x="60" y="427"/>
                  </a:lnTo>
                  <a:lnTo>
                    <a:pt x="45" y="407"/>
                  </a:lnTo>
                  <a:lnTo>
                    <a:pt x="32" y="385"/>
                  </a:lnTo>
                  <a:lnTo>
                    <a:pt x="21" y="362"/>
                  </a:lnTo>
                  <a:lnTo>
                    <a:pt x="12" y="338"/>
                  </a:lnTo>
                  <a:lnTo>
                    <a:pt x="6" y="313"/>
                  </a:lnTo>
                  <a:lnTo>
                    <a:pt x="3" y="300"/>
                  </a:lnTo>
                  <a:lnTo>
                    <a:pt x="1" y="287"/>
                  </a:lnTo>
                  <a:lnTo>
                    <a:pt x="0" y="274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8"/>
                  </a:lnTo>
                  <a:lnTo>
                    <a:pt x="1" y="234"/>
                  </a:lnTo>
                  <a:lnTo>
                    <a:pt x="3" y="221"/>
                  </a:lnTo>
                  <a:lnTo>
                    <a:pt x="6" y="209"/>
                  </a:lnTo>
                  <a:lnTo>
                    <a:pt x="12" y="184"/>
                  </a:lnTo>
                  <a:lnTo>
                    <a:pt x="21" y="160"/>
                  </a:lnTo>
                  <a:lnTo>
                    <a:pt x="32" y="137"/>
                  </a:lnTo>
                  <a:lnTo>
                    <a:pt x="45" y="115"/>
                  </a:lnTo>
                  <a:lnTo>
                    <a:pt x="60" y="95"/>
                  </a:lnTo>
                  <a:lnTo>
                    <a:pt x="76" y="76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6" y="31"/>
                  </a:lnTo>
                  <a:lnTo>
                    <a:pt x="159" y="21"/>
                  </a:lnTo>
                  <a:lnTo>
                    <a:pt x="183" y="12"/>
                  </a:lnTo>
                  <a:lnTo>
                    <a:pt x="208" y="5"/>
                  </a:lnTo>
                  <a:lnTo>
                    <a:pt x="221" y="3"/>
                  </a:lnTo>
                  <a:lnTo>
                    <a:pt x="234" y="2"/>
                  </a:lnTo>
                  <a:lnTo>
                    <a:pt x="247" y="1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4" y="1"/>
                  </a:lnTo>
                  <a:lnTo>
                    <a:pt x="287" y="2"/>
                  </a:lnTo>
                  <a:lnTo>
                    <a:pt x="301" y="3"/>
                  </a:lnTo>
                  <a:lnTo>
                    <a:pt x="314" y="5"/>
                  </a:lnTo>
                  <a:lnTo>
                    <a:pt x="339" y="12"/>
                  </a:lnTo>
                  <a:lnTo>
                    <a:pt x="363" y="21"/>
                  </a:lnTo>
                  <a:lnTo>
                    <a:pt x="385" y="31"/>
                  </a:lnTo>
                  <a:lnTo>
                    <a:pt x="406" y="45"/>
                  </a:lnTo>
                  <a:lnTo>
                    <a:pt x="427" y="60"/>
                  </a:lnTo>
                  <a:lnTo>
                    <a:pt x="445" y="76"/>
                  </a:lnTo>
                  <a:lnTo>
                    <a:pt x="462" y="95"/>
                  </a:lnTo>
                  <a:lnTo>
                    <a:pt x="477" y="115"/>
                  </a:lnTo>
                  <a:lnTo>
                    <a:pt x="490" y="137"/>
                  </a:lnTo>
                  <a:lnTo>
                    <a:pt x="501" y="160"/>
                  </a:lnTo>
                  <a:lnTo>
                    <a:pt x="510" y="184"/>
                  </a:lnTo>
                  <a:lnTo>
                    <a:pt x="516" y="209"/>
                  </a:lnTo>
                  <a:lnTo>
                    <a:pt x="518" y="221"/>
                  </a:lnTo>
                  <a:lnTo>
                    <a:pt x="520" y="234"/>
                  </a:lnTo>
                  <a:lnTo>
                    <a:pt x="522" y="248"/>
                  </a:lnTo>
                  <a:lnTo>
                    <a:pt x="522" y="261"/>
                  </a:lnTo>
                  <a:lnTo>
                    <a:pt x="522" y="2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6" name="Line 25"/>
            <p:cNvSpPr>
              <a:spLocks noChangeShapeType="1"/>
            </p:cNvSpPr>
            <p:nvPr/>
          </p:nvSpPr>
          <p:spPr bwMode="auto">
            <a:xfrm>
              <a:off x="3860800" y="3646714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567" name="Freeform 26"/>
          <p:cNvSpPr>
            <a:spLocks/>
          </p:cNvSpPr>
          <p:nvPr/>
        </p:nvSpPr>
        <p:spPr bwMode="auto">
          <a:xfrm>
            <a:off x="10197434" y="1647460"/>
            <a:ext cx="288262" cy="288262"/>
          </a:xfrm>
          <a:custGeom>
            <a:avLst/>
            <a:gdLst>
              <a:gd name="T0" fmla="*/ 1422 w 1422"/>
              <a:gd name="T1" fmla="*/ 0 h 1424"/>
              <a:gd name="T2" fmla="*/ 0 w 1422"/>
              <a:gd name="T3" fmla="*/ 0 h 1424"/>
              <a:gd name="T4" fmla="*/ 618 w 1422"/>
              <a:gd name="T5" fmla="*/ 749 h 1424"/>
              <a:gd name="T6" fmla="*/ 618 w 1422"/>
              <a:gd name="T7" fmla="*/ 1424 h 1424"/>
              <a:gd name="T8" fmla="*/ 804 w 1422"/>
              <a:gd name="T9" fmla="*/ 1238 h 1424"/>
              <a:gd name="T10" fmla="*/ 804 w 1422"/>
              <a:gd name="T11" fmla="*/ 749 h 1424"/>
              <a:gd name="T12" fmla="*/ 1422 w 1422"/>
              <a:gd name="T13" fmla="*/ 0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22" h="1424">
                <a:moveTo>
                  <a:pt x="1422" y="0"/>
                </a:moveTo>
                <a:lnTo>
                  <a:pt x="0" y="0"/>
                </a:lnTo>
                <a:lnTo>
                  <a:pt x="618" y="749"/>
                </a:lnTo>
                <a:lnTo>
                  <a:pt x="618" y="1424"/>
                </a:lnTo>
                <a:lnTo>
                  <a:pt x="804" y="1238"/>
                </a:lnTo>
                <a:lnTo>
                  <a:pt x="804" y="749"/>
                </a:lnTo>
                <a:lnTo>
                  <a:pt x="1422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568" name="Gruppieren 567"/>
          <p:cNvGrpSpPr/>
          <p:nvPr/>
        </p:nvGrpSpPr>
        <p:grpSpPr>
          <a:xfrm>
            <a:off x="11009280" y="1645145"/>
            <a:ext cx="217529" cy="292893"/>
            <a:chOff x="3617913" y="3751489"/>
            <a:chExt cx="201613" cy="271462"/>
          </a:xfrm>
        </p:grpSpPr>
        <p:sp>
          <p:nvSpPr>
            <p:cNvPr id="569" name="Freeform 31"/>
            <p:cNvSpPr>
              <a:spLocks/>
            </p:cNvSpPr>
            <p:nvPr/>
          </p:nvSpPr>
          <p:spPr bwMode="auto">
            <a:xfrm>
              <a:off x="3713163" y="3916589"/>
              <a:ext cx="11113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60 w 60"/>
                <a:gd name="T5" fmla="*/ 36 h 60"/>
                <a:gd name="T6" fmla="*/ 57 w 60"/>
                <a:gd name="T7" fmla="*/ 42 h 60"/>
                <a:gd name="T8" fmla="*/ 54 w 60"/>
                <a:gd name="T9" fmla="*/ 47 h 60"/>
                <a:gd name="T10" fmla="*/ 51 w 60"/>
                <a:gd name="T11" fmla="*/ 51 h 60"/>
                <a:gd name="T12" fmla="*/ 46 w 60"/>
                <a:gd name="T13" fmla="*/ 55 h 60"/>
                <a:gd name="T14" fmla="*/ 41 w 60"/>
                <a:gd name="T15" fmla="*/ 58 h 60"/>
                <a:gd name="T16" fmla="*/ 36 w 60"/>
                <a:gd name="T17" fmla="*/ 60 h 60"/>
                <a:gd name="T18" fmla="*/ 30 w 60"/>
                <a:gd name="T19" fmla="*/ 60 h 60"/>
                <a:gd name="T20" fmla="*/ 30 w 60"/>
                <a:gd name="T21" fmla="*/ 60 h 60"/>
                <a:gd name="T22" fmla="*/ 24 w 60"/>
                <a:gd name="T23" fmla="*/ 60 h 60"/>
                <a:gd name="T24" fmla="*/ 18 w 60"/>
                <a:gd name="T25" fmla="*/ 58 h 60"/>
                <a:gd name="T26" fmla="*/ 13 w 60"/>
                <a:gd name="T27" fmla="*/ 55 h 60"/>
                <a:gd name="T28" fmla="*/ 8 w 60"/>
                <a:gd name="T29" fmla="*/ 51 h 60"/>
                <a:gd name="T30" fmla="*/ 5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5 w 60"/>
                <a:gd name="T45" fmla="*/ 13 h 60"/>
                <a:gd name="T46" fmla="*/ 8 w 60"/>
                <a:gd name="T47" fmla="*/ 9 h 60"/>
                <a:gd name="T48" fmla="*/ 13 w 60"/>
                <a:gd name="T49" fmla="*/ 6 h 60"/>
                <a:gd name="T50" fmla="*/ 18 w 60"/>
                <a:gd name="T51" fmla="*/ 2 h 60"/>
                <a:gd name="T52" fmla="*/ 24 w 60"/>
                <a:gd name="T53" fmla="*/ 1 h 60"/>
                <a:gd name="T54" fmla="*/ 30 w 60"/>
                <a:gd name="T55" fmla="*/ 0 h 60"/>
                <a:gd name="T56" fmla="*/ 30 w 60"/>
                <a:gd name="T57" fmla="*/ 0 h 60"/>
                <a:gd name="T58" fmla="*/ 36 w 60"/>
                <a:gd name="T59" fmla="*/ 1 h 60"/>
                <a:gd name="T60" fmla="*/ 41 w 60"/>
                <a:gd name="T61" fmla="*/ 2 h 60"/>
                <a:gd name="T62" fmla="*/ 46 w 60"/>
                <a:gd name="T63" fmla="*/ 6 h 60"/>
                <a:gd name="T64" fmla="*/ 51 w 60"/>
                <a:gd name="T65" fmla="*/ 9 h 60"/>
                <a:gd name="T66" fmla="*/ 54 w 60"/>
                <a:gd name="T67" fmla="*/ 13 h 60"/>
                <a:gd name="T68" fmla="*/ 57 w 60"/>
                <a:gd name="T69" fmla="*/ 19 h 60"/>
                <a:gd name="T70" fmla="*/ 60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60" y="36"/>
                  </a:lnTo>
                  <a:lnTo>
                    <a:pt x="57" y="42"/>
                  </a:lnTo>
                  <a:lnTo>
                    <a:pt x="54" y="47"/>
                  </a:lnTo>
                  <a:lnTo>
                    <a:pt x="51" y="51"/>
                  </a:lnTo>
                  <a:lnTo>
                    <a:pt x="46" y="55"/>
                  </a:lnTo>
                  <a:lnTo>
                    <a:pt x="41" y="58"/>
                  </a:lnTo>
                  <a:lnTo>
                    <a:pt x="36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18" y="58"/>
                  </a:lnTo>
                  <a:lnTo>
                    <a:pt x="13" y="55"/>
                  </a:lnTo>
                  <a:lnTo>
                    <a:pt x="8" y="51"/>
                  </a:lnTo>
                  <a:lnTo>
                    <a:pt x="5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5" y="13"/>
                  </a:lnTo>
                  <a:lnTo>
                    <a:pt x="8" y="9"/>
                  </a:lnTo>
                  <a:lnTo>
                    <a:pt x="13" y="6"/>
                  </a:lnTo>
                  <a:lnTo>
                    <a:pt x="18" y="2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1" y="2"/>
                  </a:lnTo>
                  <a:lnTo>
                    <a:pt x="46" y="6"/>
                  </a:lnTo>
                  <a:lnTo>
                    <a:pt x="51" y="9"/>
                  </a:lnTo>
                  <a:lnTo>
                    <a:pt x="54" y="13"/>
                  </a:lnTo>
                  <a:lnTo>
                    <a:pt x="57" y="19"/>
                  </a:lnTo>
                  <a:lnTo>
                    <a:pt x="60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0" name="Line 32"/>
            <p:cNvSpPr>
              <a:spLocks noChangeShapeType="1"/>
            </p:cNvSpPr>
            <p:nvPr/>
          </p:nvSpPr>
          <p:spPr bwMode="auto">
            <a:xfrm>
              <a:off x="37179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1" name="Rectangle 33"/>
            <p:cNvSpPr>
              <a:spLocks noChangeArrowheads="1"/>
            </p:cNvSpPr>
            <p:nvPr/>
          </p:nvSpPr>
          <p:spPr bwMode="auto">
            <a:xfrm>
              <a:off x="36179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2" name="Freeform 34"/>
            <p:cNvSpPr>
              <a:spLocks/>
            </p:cNvSpPr>
            <p:nvPr/>
          </p:nvSpPr>
          <p:spPr bwMode="auto">
            <a:xfrm>
              <a:off x="3652838" y="3751489"/>
              <a:ext cx="130175" cy="106363"/>
            </a:xfrm>
            <a:custGeom>
              <a:avLst/>
              <a:gdLst>
                <a:gd name="T0" fmla="*/ 0 w 657"/>
                <a:gd name="T1" fmla="*/ 328 h 537"/>
                <a:gd name="T2" fmla="*/ 3 w 657"/>
                <a:gd name="T3" fmla="*/ 294 h 537"/>
                <a:gd name="T4" fmla="*/ 7 w 657"/>
                <a:gd name="T5" fmla="*/ 262 h 537"/>
                <a:gd name="T6" fmla="*/ 16 w 657"/>
                <a:gd name="T7" fmla="*/ 231 h 537"/>
                <a:gd name="T8" fmla="*/ 27 w 657"/>
                <a:gd name="T9" fmla="*/ 201 h 537"/>
                <a:gd name="T10" fmla="*/ 41 w 657"/>
                <a:gd name="T11" fmla="*/ 172 h 537"/>
                <a:gd name="T12" fmla="*/ 57 w 657"/>
                <a:gd name="T13" fmla="*/ 145 h 537"/>
                <a:gd name="T14" fmla="*/ 76 w 657"/>
                <a:gd name="T15" fmla="*/ 119 h 537"/>
                <a:gd name="T16" fmla="*/ 96 w 657"/>
                <a:gd name="T17" fmla="*/ 96 h 537"/>
                <a:gd name="T18" fmla="*/ 120 w 657"/>
                <a:gd name="T19" fmla="*/ 76 h 537"/>
                <a:gd name="T20" fmla="*/ 145 w 657"/>
                <a:gd name="T21" fmla="*/ 56 h 537"/>
                <a:gd name="T22" fmla="*/ 172 w 657"/>
                <a:gd name="T23" fmla="*/ 40 h 537"/>
                <a:gd name="T24" fmla="*/ 201 w 657"/>
                <a:gd name="T25" fmla="*/ 25 h 537"/>
                <a:gd name="T26" fmla="*/ 231 w 657"/>
                <a:gd name="T27" fmla="*/ 15 h 537"/>
                <a:gd name="T28" fmla="*/ 263 w 657"/>
                <a:gd name="T29" fmla="*/ 7 h 537"/>
                <a:gd name="T30" fmla="*/ 295 w 657"/>
                <a:gd name="T31" fmla="*/ 2 h 537"/>
                <a:gd name="T32" fmla="*/ 329 w 657"/>
                <a:gd name="T33" fmla="*/ 0 h 537"/>
                <a:gd name="T34" fmla="*/ 345 w 657"/>
                <a:gd name="T35" fmla="*/ 0 h 537"/>
                <a:gd name="T36" fmla="*/ 379 w 657"/>
                <a:gd name="T37" fmla="*/ 4 h 537"/>
                <a:gd name="T38" fmla="*/ 411 w 657"/>
                <a:gd name="T39" fmla="*/ 10 h 537"/>
                <a:gd name="T40" fmla="*/ 441 w 657"/>
                <a:gd name="T41" fmla="*/ 20 h 537"/>
                <a:gd name="T42" fmla="*/ 471 w 657"/>
                <a:gd name="T43" fmla="*/ 32 h 537"/>
                <a:gd name="T44" fmla="*/ 499 w 657"/>
                <a:gd name="T45" fmla="*/ 47 h 537"/>
                <a:gd name="T46" fmla="*/ 525 w 657"/>
                <a:gd name="T47" fmla="*/ 66 h 537"/>
                <a:gd name="T48" fmla="*/ 549 w 657"/>
                <a:gd name="T49" fmla="*/ 85 h 537"/>
                <a:gd name="T50" fmla="*/ 572 w 657"/>
                <a:gd name="T51" fmla="*/ 107 h 537"/>
                <a:gd name="T52" fmla="*/ 591 w 657"/>
                <a:gd name="T53" fmla="*/ 132 h 537"/>
                <a:gd name="T54" fmla="*/ 610 w 657"/>
                <a:gd name="T55" fmla="*/ 158 h 537"/>
                <a:gd name="T56" fmla="*/ 625 w 657"/>
                <a:gd name="T57" fmla="*/ 187 h 537"/>
                <a:gd name="T58" fmla="*/ 637 w 657"/>
                <a:gd name="T59" fmla="*/ 216 h 537"/>
                <a:gd name="T60" fmla="*/ 647 w 657"/>
                <a:gd name="T61" fmla="*/ 246 h 537"/>
                <a:gd name="T62" fmla="*/ 654 w 657"/>
                <a:gd name="T63" fmla="*/ 278 h 537"/>
                <a:gd name="T64" fmla="*/ 657 w 657"/>
                <a:gd name="T65" fmla="*/ 312 h 537"/>
                <a:gd name="T66" fmla="*/ 657 w 657"/>
                <a:gd name="T67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57" h="537">
                  <a:moveTo>
                    <a:pt x="0" y="328"/>
                  </a:moveTo>
                  <a:lnTo>
                    <a:pt x="0" y="328"/>
                  </a:lnTo>
                  <a:lnTo>
                    <a:pt x="1" y="312"/>
                  </a:lnTo>
                  <a:lnTo>
                    <a:pt x="3" y="294"/>
                  </a:lnTo>
                  <a:lnTo>
                    <a:pt x="5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6" y="231"/>
                  </a:lnTo>
                  <a:lnTo>
                    <a:pt x="20" y="216"/>
                  </a:lnTo>
                  <a:lnTo>
                    <a:pt x="27" y="201"/>
                  </a:lnTo>
                  <a:lnTo>
                    <a:pt x="33" y="187"/>
                  </a:lnTo>
                  <a:lnTo>
                    <a:pt x="41" y="172"/>
                  </a:lnTo>
                  <a:lnTo>
                    <a:pt x="48" y="158"/>
                  </a:lnTo>
                  <a:lnTo>
                    <a:pt x="57" y="145"/>
                  </a:lnTo>
                  <a:lnTo>
                    <a:pt x="66" y="132"/>
                  </a:lnTo>
                  <a:lnTo>
                    <a:pt x="76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7" y="32"/>
                  </a:lnTo>
                  <a:lnTo>
                    <a:pt x="201" y="25"/>
                  </a:lnTo>
                  <a:lnTo>
                    <a:pt x="216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3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2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3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1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7" y="25"/>
                  </a:lnTo>
                  <a:lnTo>
                    <a:pt x="471" y="32"/>
                  </a:lnTo>
                  <a:lnTo>
                    <a:pt x="485" y="40"/>
                  </a:lnTo>
                  <a:lnTo>
                    <a:pt x="499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8" y="76"/>
                  </a:lnTo>
                  <a:lnTo>
                    <a:pt x="549" y="85"/>
                  </a:lnTo>
                  <a:lnTo>
                    <a:pt x="561" y="96"/>
                  </a:lnTo>
                  <a:lnTo>
                    <a:pt x="572" y="107"/>
                  </a:lnTo>
                  <a:lnTo>
                    <a:pt x="582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10" y="158"/>
                  </a:lnTo>
                  <a:lnTo>
                    <a:pt x="618" y="172"/>
                  </a:lnTo>
                  <a:lnTo>
                    <a:pt x="625" y="187"/>
                  </a:lnTo>
                  <a:lnTo>
                    <a:pt x="632" y="201"/>
                  </a:lnTo>
                  <a:lnTo>
                    <a:pt x="637" y="216"/>
                  </a:lnTo>
                  <a:lnTo>
                    <a:pt x="643" y="231"/>
                  </a:lnTo>
                  <a:lnTo>
                    <a:pt x="647" y="246"/>
                  </a:lnTo>
                  <a:lnTo>
                    <a:pt x="650" y="262"/>
                  </a:lnTo>
                  <a:lnTo>
                    <a:pt x="654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7" y="328"/>
                  </a:lnTo>
                  <a:lnTo>
                    <a:pt x="657" y="53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3" name="Gruppieren 572"/>
          <p:cNvGrpSpPr/>
          <p:nvPr/>
        </p:nvGrpSpPr>
        <p:grpSpPr>
          <a:xfrm>
            <a:off x="11379838" y="1659198"/>
            <a:ext cx="264787" cy="264787"/>
            <a:chOff x="2867025" y="4142014"/>
            <a:chExt cx="284163" cy="284163"/>
          </a:xfrm>
        </p:grpSpPr>
        <p:sp>
          <p:nvSpPr>
            <p:cNvPr id="574" name="Freeform 35"/>
            <p:cNvSpPr>
              <a:spLocks/>
            </p:cNvSpPr>
            <p:nvPr/>
          </p:nvSpPr>
          <p:spPr bwMode="auto">
            <a:xfrm>
              <a:off x="2867025" y="4142014"/>
              <a:ext cx="284163" cy="284163"/>
            </a:xfrm>
            <a:custGeom>
              <a:avLst/>
              <a:gdLst>
                <a:gd name="T0" fmla="*/ 637 w 1434"/>
                <a:gd name="T1" fmla="*/ 610 h 1434"/>
                <a:gd name="T2" fmla="*/ 566 w 1434"/>
                <a:gd name="T3" fmla="*/ 580 h 1434"/>
                <a:gd name="T4" fmla="*/ 490 w 1434"/>
                <a:gd name="T5" fmla="*/ 564 h 1434"/>
                <a:gd name="T6" fmla="*/ 437 w 1434"/>
                <a:gd name="T7" fmla="*/ 561 h 1434"/>
                <a:gd name="T8" fmla="*/ 370 w 1434"/>
                <a:gd name="T9" fmla="*/ 566 h 1434"/>
                <a:gd name="T10" fmla="*/ 306 w 1434"/>
                <a:gd name="T11" fmla="*/ 580 h 1434"/>
                <a:gd name="T12" fmla="*/ 247 w 1434"/>
                <a:gd name="T13" fmla="*/ 604 h 1434"/>
                <a:gd name="T14" fmla="*/ 193 w 1434"/>
                <a:gd name="T15" fmla="*/ 635 h 1434"/>
                <a:gd name="T16" fmla="*/ 143 w 1434"/>
                <a:gd name="T17" fmla="*/ 674 h 1434"/>
                <a:gd name="T18" fmla="*/ 99 w 1434"/>
                <a:gd name="T19" fmla="*/ 720 h 1434"/>
                <a:gd name="T20" fmla="*/ 63 w 1434"/>
                <a:gd name="T21" fmla="*/ 771 h 1434"/>
                <a:gd name="T22" fmla="*/ 34 w 1434"/>
                <a:gd name="T23" fmla="*/ 828 h 1434"/>
                <a:gd name="T24" fmla="*/ 13 w 1434"/>
                <a:gd name="T25" fmla="*/ 889 h 1434"/>
                <a:gd name="T26" fmla="*/ 2 w 1434"/>
                <a:gd name="T27" fmla="*/ 953 h 1434"/>
                <a:gd name="T28" fmla="*/ 0 w 1434"/>
                <a:gd name="T29" fmla="*/ 997 h 1434"/>
                <a:gd name="T30" fmla="*/ 5 w 1434"/>
                <a:gd name="T31" fmla="*/ 1064 h 1434"/>
                <a:gd name="T32" fmla="*/ 20 w 1434"/>
                <a:gd name="T33" fmla="*/ 1127 h 1434"/>
                <a:gd name="T34" fmla="*/ 43 w 1434"/>
                <a:gd name="T35" fmla="*/ 1187 h 1434"/>
                <a:gd name="T36" fmla="*/ 74 w 1434"/>
                <a:gd name="T37" fmla="*/ 1241 h 1434"/>
                <a:gd name="T38" fmla="*/ 113 w 1434"/>
                <a:gd name="T39" fmla="*/ 1290 h 1434"/>
                <a:gd name="T40" fmla="*/ 159 w 1434"/>
                <a:gd name="T41" fmla="*/ 1334 h 1434"/>
                <a:gd name="T42" fmla="*/ 210 w 1434"/>
                <a:gd name="T43" fmla="*/ 1371 h 1434"/>
                <a:gd name="T44" fmla="*/ 267 w 1434"/>
                <a:gd name="T45" fmla="*/ 1399 h 1434"/>
                <a:gd name="T46" fmla="*/ 328 w 1434"/>
                <a:gd name="T47" fmla="*/ 1420 h 1434"/>
                <a:gd name="T48" fmla="*/ 392 w 1434"/>
                <a:gd name="T49" fmla="*/ 1432 h 1434"/>
                <a:gd name="T50" fmla="*/ 437 w 1434"/>
                <a:gd name="T51" fmla="*/ 1434 h 1434"/>
                <a:gd name="T52" fmla="*/ 503 w 1434"/>
                <a:gd name="T53" fmla="*/ 1428 h 1434"/>
                <a:gd name="T54" fmla="*/ 566 w 1434"/>
                <a:gd name="T55" fmla="*/ 1414 h 1434"/>
                <a:gd name="T56" fmla="*/ 625 w 1434"/>
                <a:gd name="T57" fmla="*/ 1390 h 1434"/>
                <a:gd name="T58" fmla="*/ 681 w 1434"/>
                <a:gd name="T59" fmla="*/ 1359 h 1434"/>
                <a:gd name="T60" fmla="*/ 730 w 1434"/>
                <a:gd name="T61" fmla="*/ 1321 h 1434"/>
                <a:gd name="T62" fmla="*/ 773 w 1434"/>
                <a:gd name="T63" fmla="*/ 1275 h 1434"/>
                <a:gd name="T64" fmla="*/ 810 w 1434"/>
                <a:gd name="T65" fmla="*/ 1224 h 1434"/>
                <a:gd name="T66" fmla="*/ 838 w 1434"/>
                <a:gd name="T67" fmla="*/ 1167 h 1434"/>
                <a:gd name="T68" fmla="*/ 859 w 1434"/>
                <a:gd name="T69" fmla="*/ 1106 h 1434"/>
                <a:gd name="T70" fmla="*/ 870 w 1434"/>
                <a:gd name="T71" fmla="*/ 1042 h 1434"/>
                <a:gd name="T72" fmla="*/ 873 w 1434"/>
                <a:gd name="T73" fmla="*/ 997 h 1434"/>
                <a:gd name="T74" fmla="*/ 866 w 1434"/>
                <a:gd name="T75" fmla="*/ 918 h 1434"/>
                <a:gd name="T76" fmla="*/ 845 w 1434"/>
                <a:gd name="T77" fmla="*/ 843 h 1434"/>
                <a:gd name="T78" fmla="*/ 1029 w 1434"/>
                <a:gd name="T79" fmla="*/ 592 h 1434"/>
                <a:gd name="T80" fmla="*/ 1153 w 1434"/>
                <a:gd name="T81" fmla="*/ 467 h 1434"/>
                <a:gd name="T82" fmla="*/ 1278 w 1434"/>
                <a:gd name="T83" fmla="*/ 343 h 1434"/>
                <a:gd name="T84" fmla="*/ 1434 w 1434"/>
                <a:gd name="T85" fmla="*/ 186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34" h="1434">
                  <a:moveTo>
                    <a:pt x="1247" y="0"/>
                  </a:moveTo>
                  <a:lnTo>
                    <a:pt x="637" y="610"/>
                  </a:lnTo>
                  <a:lnTo>
                    <a:pt x="637" y="610"/>
                  </a:lnTo>
                  <a:lnTo>
                    <a:pt x="614" y="599"/>
                  </a:lnTo>
                  <a:lnTo>
                    <a:pt x="590" y="589"/>
                  </a:lnTo>
                  <a:lnTo>
                    <a:pt x="566" y="580"/>
                  </a:lnTo>
                  <a:lnTo>
                    <a:pt x="541" y="574"/>
                  </a:lnTo>
                  <a:lnTo>
                    <a:pt x="516" y="569"/>
                  </a:lnTo>
                  <a:lnTo>
                    <a:pt x="490" y="564"/>
                  </a:lnTo>
                  <a:lnTo>
                    <a:pt x="463" y="562"/>
                  </a:lnTo>
                  <a:lnTo>
                    <a:pt x="437" y="561"/>
                  </a:lnTo>
                  <a:lnTo>
                    <a:pt x="437" y="561"/>
                  </a:lnTo>
                  <a:lnTo>
                    <a:pt x="414" y="562"/>
                  </a:lnTo>
                  <a:lnTo>
                    <a:pt x="392" y="563"/>
                  </a:lnTo>
                  <a:lnTo>
                    <a:pt x="370" y="566"/>
                  </a:lnTo>
                  <a:lnTo>
                    <a:pt x="349" y="570"/>
                  </a:lnTo>
                  <a:lnTo>
                    <a:pt x="328" y="575"/>
                  </a:lnTo>
                  <a:lnTo>
                    <a:pt x="306" y="580"/>
                  </a:lnTo>
                  <a:lnTo>
                    <a:pt x="286" y="587"/>
                  </a:lnTo>
                  <a:lnTo>
                    <a:pt x="267" y="595"/>
                  </a:lnTo>
                  <a:lnTo>
                    <a:pt x="247" y="604"/>
                  </a:lnTo>
                  <a:lnTo>
                    <a:pt x="229" y="613"/>
                  </a:lnTo>
                  <a:lnTo>
                    <a:pt x="210" y="624"/>
                  </a:lnTo>
                  <a:lnTo>
                    <a:pt x="193" y="635"/>
                  </a:lnTo>
                  <a:lnTo>
                    <a:pt x="175" y="648"/>
                  </a:lnTo>
                  <a:lnTo>
                    <a:pt x="159" y="661"/>
                  </a:lnTo>
                  <a:lnTo>
                    <a:pt x="143" y="674"/>
                  </a:lnTo>
                  <a:lnTo>
                    <a:pt x="128" y="688"/>
                  </a:lnTo>
                  <a:lnTo>
                    <a:pt x="113" y="703"/>
                  </a:lnTo>
                  <a:lnTo>
                    <a:pt x="99" y="720"/>
                  </a:lnTo>
                  <a:lnTo>
                    <a:pt x="86" y="736"/>
                  </a:lnTo>
                  <a:lnTo>
                    <a:pt x="74" y="754"/>
                  </a:lnTo>
                  <a:lnTo>
                    <a:pt x="63" y="771"/>
                  </a:lnTo>
                  <a:lnTo>
                    <a:pt x="52" y="789"/>
                  </a:lnTo>
                  <a:lnTo>
                    <a:pt x="43" y="808"/>
                  </a:lnTo>
                  <a:lnTo>
                    <a:pt x="34" y="828"/>
                  </a:lnTo>
                  <a:lnTo>
                    <a:pt x="26" y="847"/>
                  </a:lnTo>
                  <a:lnTo>
                    <a:pt x="20" y="868"/>
                  </a:lnTo>
                  <a:lnTo>
                    <a:pt x="13" y="889"/>
                  </a:lnTo>
                  <a:lnTo>
                    <a:pt x="9" y="909"/>
                  </a:lnTo>
                  <a:lnTo>
                    <a:pt x="5" y="931"/>
                  </a:lnTo>
                  <a:lnTo>
                    <a:pt x="2" y="953"/>
                  </a:lnTo>
                  <a:lnTo>
                    <a:pt x="0" y="975"/>
                  </a:lnTo>
                  <a:lnTo>
                    <a:pt x="0" y="997"/>
                  </a:lnTo>
                  <a:lnTo>
                    <a:pt x="0" y="997"/>
                  </a:lnTo>
                  <a:lnTo>
                    <a:pt x="0" y="1019"/>
                  </a:lnTo>
                  <a:lnTo>
                    <a:pt x="2" y="1042"/>
                  </a:lnTo>
                  <a:lnTo>
                    <a:pt x="5" y="1064"/>
                  </a:lnTo>
                  <a:lnTo>
                    <a:pt x="9" y="1086"/>
                  </a:lnTo>
                  <a:lnTo>
                    <a:pt x="13" y="1106"/>
                  </a:lnTo>
                  <a:lnTo>
                    <a:pt x="20" y="1127"/>
                  </a:lnTo>
                  <a:lnTo>
                    <a:pt x="26" y="1148"/>
                  </a:lnTo>
                  <a:lnTo>
                    <a:pt x="34" y="1167"/>
                  </a:lnTo>
                  <a:lnTo>
                    <a:pt x="43" y="1187"/>
                  </a:lnTo>
                  <a:lnTo>
                    <a:pt x="52" y="1205"/>
                  </a:lnTo>
                  <a:lnTo>
                    <a:pt x="63" y="1224"/>
                  </a:lnTo>
                  <a:lnTo>
                    <a:pt x="74" y="1241"/>
                  </a:lnTo>
                  <a:lnTo>
                    <a:pt x="86" y="1259"/>
                  </a:lnTo>
                  <a:lnTo>
                    <a:pt x="99" y="1275"/>
                  </a:lnTo>
                  <a:lnTo>
                    <a:pt x="113" y="1290"/>
                  </a:lnTo>
                  <a:lnTo>
                    <a:pt x="128" y="1305"/>
                  </a:lnTo>
                  <a:lnTo>
                    <a:pt x="143" y="1321"/>
                  </a:lnTo>
                  <a:lnTo>
                    <a:pt x="159" y="1334"/>
                  </a:lnTo>
                  <a:lnTo>
                    <a:pt x="175" y="1347"/>
                  </a:lnTo>
                  <a:lnTo>
                    <a:pt x="193" y="1359"/>
                  </a:lnTo>
                  <a:lnTo>
                    <a:pt x="210" y="1371"/>
                  </a:lnTo>
                  <a:lnTo>
                    <a:pt x="229" y="1380"/>
                  </a:lnTo>
                  <a:lnTo>
                    <a:pt x="247" y="1390"/>
                  </a:lnTo>
                  <a:lnTo>
                    <a:pt x="267" y="1399"/>
                  </a:lnTo>
                  <a:lnTo>
                    <a:pt x="286" y="1407"/>
                  </a:lnTo>
                  <a:lnTo>
                    <a:pt x="306" y="1414"/>
                  </a:lnTo>
                  <a:lnTo>
                    <a:pt x="328" y="1420"/>
                  </a:lnTo>
                  <a:lnTo>
                    <a:pt x="349" y="1425"/>
                  </a:lnTo>
                  <a:lnTo>
                    <a:pt x="370" y="1428"/>
                  </a:lnTo>
                  <a:lnTo>
                    <a:pt x="392" y="1432"/>
                  </a:lnTo>
                  <a:lnTo>
                    <a:pt x="414" y="1433"/>
                  </a:lnTo>
                  <a:lnTo>
                    <a:pt x="437" y="1434"/>
                  </a:lnTo>
                  <a:lnTo>
                    <a:pt x="437" y="1434"/>
                  </a:lnTo>
                  <a:lnTo>
                    <a:pt x="458" y="1433"/>
                  </a:lnTo>
                  <a:lnTo>
                    <a:pt x="481" y="1432"/>
                  </a:lnTo>
                  <a:lnTo>
                    <a:pt x="503" y="1428"/>
                  </a:lnTo>
                  <a:lnTo>
                    <a:pt x="524" y="1425"/>
                  </a:lnTo>
                  <a:lnTo>
                    <a:pt x="546" y="1420"/>
                  </a:lnTo>
                  <a:lnTo>
                    <a:pt x="566" y="1414"/>
                  </a:lnTo>
                  <a:lnTo>
                    <a:pt x="587" y="1407"/>
                  </a:lnTo>
                  <a:lnTo>
                    <a:pt x="607" y="1399"/>
                  </a:lnTo>
                  <a:lnTo>
                    <a:pt x="625" y="1390"/>
                  </a:lnTo>
                  <a:lnTo>
                    <a:pt x="645" y="1380"/>
                  </a:lnTo>
                  <a:lnTo>
                    <a:pt x="663" y="1371"/>
                  </a:lnTo>
                  <a:lnTo>
                    <a:pt x="681" y="1359"/>
                  </a:lnTo>
                  <a:lnTo>
                    <a:pt x="698" y="1347"/>
                  </a:lnTo>
                  <a:lnTo>
                    <a:pt x="714" y="1334"/>
                  </a:lnTo>
                  <a:lnTo>
                    <a:pt x="730" y="1321"/>
                  </a:lnTo>
                  <a:lnTo>
                    <a:pt x="745" y="1305"/>
                  </a:lnTo>
                  <a:lnTo>
                    <a:pt x="759" y="1290"/>
                  </a:lnTo>
                  <a:lnTo>
                    <a:pt x="773" y="1275"/>
                  </a:lnTo>
                  <a:lnTo>
                    <a:pt x="786" y="1259"/>
                  </a:lnTo>
                  <a:lnTo>
                    <a:pt x="798" y="1241"/>
                  </a:lnTo>
                  <a:lnTo>
                    <a:pt x="810" y="1224"/>
                  </a:lnTo>
                  <a:lnTo>
                    <a:pt x="820" y="1205"/>
                  </a:lnTo>
                  <a:lnTo>
                    <a:pt x="830" y="1187"/>
                  </a:lnTo>
                  <a:lnTo>
                    <a:pt x="838" y="1167"/>
                  </a:lnTo>
                  <a:lnTo>
                    <a:pt x="846" y="1148"/>
                  </a:lnTo>
                  <a:lnTo>
                    <a:pt x="854" y="1127"/>
                  </a:lnTo>
                  <a:lnTo>
                    <a:pt x="859" y="1106"/>
                  </a:lnTo>
                  <a:lnTo>
                    <a:pt x="863" y="1086"/>
                  </a:lnTo>
                  <a:lnTo>
                    <a:pt x="868" y="1064"/>
                  </a:lnTo>
                  <a:lnTo>
                    <a:pt x="870" y="1042"/>
                  </a:lnTo>
                  <a:lnTo>
                    <a:pt x="872" y="1019"/>
                  </a:lnTo>
                  <a:lnTo>
                    <a:pt x="873" y="997"/>
                  </a:lnTo>
                  <a:lnTo>
                    <a:pt x="873" y="997"/>
                  </a:lnTo>
                  <a:lnTo>
                    <a:pt x="872" y="970"/>
                  </a:lnTo>
                  <a:lnTo>
                    <a:pt x="870" y="944"/>
                  </a:lnTo>
                  <a:lnTo>
                    <a:pt x="866" y="918"/>
                  </a:lnTo>
                  <a:lnTo>
                    <a:pt x="860" y="893"/>
                  </a:lnTo>
                  <a:lnTo>
                    <a:pt x="853" y="868"/>
                  </a:lnTo>
                  <a:lnTo>
                    <a:pt x="845" y="843"/>
                  </a:lnTo>
                  <a:lnTo>
                    <a:pt x="835" y="820"/>
                  </a:lnTo>
                  <a:lnTo>
                    <a:pt x="824" y="797"/>
                  </a:lnTo>
                  <a:lnTo>
                    <a:pt x="1029" y="592"/>
                  </a:lnTo>
                  <a:lnTo>
                    <a:pt x="1122" y="592"/>
                  </a:lnTo>
                  <a:lnTo>
                    <a:pt x="1122" y="499"/>
                  </a:lnTo>
                  <a:lnTo>
                    <a:pt x="1153" y="467"/>
                  </a:lnTo>
                  <a:lnTo>
                    <a:pt x="1247" y="467"/>
                  </a:lnTo>
                  <a:lnTo>
                    <a:pt x="1247" y="374"/>
                  </a:lnTo>
                  <a:lnTo>
                    <a:pt x="1278" y="343"/>
                  </a:lnTo>
                  <a:lnTo>
                    <a:pt x="1372" y="343"/>
                  </a:lnTo>
                  <a:lnTo>
                    <a:pt x="1372" y="250"/>
                  </a:lnTo>
                  <a:lnTo>
                    <a:pt x="1434" y="186"/>
                  </a:lnTo>
                  <a:lnTo>
                    <a:pt x="1434" y="0"/>
                  </a:lnTo>
                  <a:lnTo>
                    <a:pt x="124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5" name="Freeform 36"/>
            <p:cNvSpPr>
              <a:spLocks/>
            </p:cNvSpPr>
            <p:nvPr/>
          </p:nvSpPr>
          <p:spPr bwMode="auto">
            <a:xfrm>
              <a:off x="2909888" y="4345214"/>
              <a:ext cx="38100" cy="36513"/>
            </a:xfrm>
            <a:custGeom>
              <a:avLst/>
              <a:gdLst>
                <a:gd name="T0" fmla="*/ 187 w 187"/>
                <a:gd name="T1" fmla="*/ 93 h 187"/>
                <a:gd name="T2" fmla="*/ 185 w 187"/>
                <a:gd name="T3" fmla="*/ 113 h 187"/>
                <a:gd name="T4" fmla="*/ 180 w 187"/>
                <a:gd name="T5" fmla="*/ 130 h 187"/>
                <a:gd name="T6" fmla="*/ 171 w 187"/>
                <a:gd name="T7" fmla="*/ 146 h 187"/>
                <a:gd name="T8" fmla="*/ 160 w 187"/>
                <a:gd name="T9" fmla="*/ 160 h 187"/>
                <a:gd name="T10" fmla="*/ 146 w 187"/>
                <a:gd name="T11" fmla="*/ 172 h 187"/>
                <a:gd name="T12" fmla="*/ 131 w 187"/>
                <a:gd name="T13" fmla="*/ 181 h 187"/>
                <a:gd name="T14" fmla="*/ 112 w 187"/>
                <a:gd name="T15" fmla="*/ 186 h 187"/>
                <a:gd name="T16" fmla="*/ 94 w 187"/>
                <a:gd name="T17" fmla="*/ 187 h 187"/>
                <a:gd name="T18" fmla="*/ 84 w 187"/>
                <a:gd name="T19" fmla="*/ 187 h 187"/>
                <a:gd name="T20" fmla="*/ 66 w 187"/>
                <a:gd name="T21" fmla="*/ 183 h 187"/>
                <a:gd name="T22" fmla="*/ 49 w 187"/>
                <a:gd name="T23" fmla="*/ 176 h 187"/>
                <a:gd name="T24" fmla="*/ 35 w 187"/>
                <a:gd name="T25" fmla="*/ 166 h 187"/>
                <a:gd name="T26" fmla="*/ 22 w 187"/>
                <a:gd name="T27" fmla="*/ 153 h 187"/>
                <a:gd name="T28" fmla="*/ 12 w 187"/>
                <a:gd name="T29" fmla="*/ 138 h 187"/>
                <a:gd name="T30" fmla="*/ 4 w 187"/>
                <a:gd name="T31" fmla="*/ 122 h 187"/>
                <a:gd name="T32" fmla="*/ 1 w 187"/>
                <a:gd name="T33" fmla="*/ 103 h 187"/>
                <a:gd name="T34" fmla="*/ 0 w 187"/>
                <a:gd name="T35" fmla="*/ 93 h 187"/>
                <a:gd name="T36" fmla="*/ 2 w 187"/>
                <a:gd name="T37" fmla="*/ 75 h 187"/>
                <a:gd name="T38" fmla="*/ 8 w 187"/>
                <a:gd name="T39" fmla="*/ 58 h 187"/>
                <a:gd name="T40" fmla="*/ 16 w 187"/>
                <a:gd name="T41" fmla="*/ 41 h 187"/>
                <a:gd name="T42" fmla="*/ 27 w 187"/>
                <a:gd name="T43" fmla="*/ 28 h 187"/>
                <a:gd name="T44" fmla="*/ 41 w 187"/>
                <a:gd name="T45" fmla="*/ 16 h 187"/>
                <a:gd name="T46" fmla="*/ 58 w 187"/>
                <a:gd name="T47" fmla="*/ 7 h 187"/>
                <a:gd name="T48" fmla="*/ 75 w 187"/>
                <a:gd name="T49" fmla="*/ 2 h 187"/>
                <a:gd name="T50" fmla="*/ 94 w 187"/>
                <a:gd name="T51" fmla="*/ 0 h 187"/>
                <a:gd name="T52" fmla="*/ 103 w 187"/>
                <a:gd name="T53" fmla="*/ 1 h 187"/>
                <a:gd name="T54" fmla="*/ 122 w 187"/>
                <a:gd name="T55" fmla="*/ 4 h 187"/>
                <a:gd name="T56" fmla="*/ 138 w 187"/>
                <a:gd name="T57" fmla="*/ 12 h 187"/>
                <a:gd name="T58" fmla="*/ 153 w 187"/>
                <a:gd name="T59" fmla="*/ 22 h 187"/>
                <a:gd name="T60" fmla="*/ 165 w 187"/>
                <a:gd name="T61" fmla="*/ 35 h 187"/>
                <a:gd name="T62" fmla="*/ 176 w 187"/>
                <a:gd name="T63" fmla="*/ 49 h 187"/>
                <a:gd name="T64" fmla="*/ 183 w 187"/>
                <a:gd name="T65" fmla="*/ 66 h 187"/>
                <a:gd name="T66" fmla="*/ 187 w 187"/>
                <a:gd name="T67" fmla="*/ 85 h 187"/>
                <a:gd name="T68" fmla="*/ 187 w 187"/>
                <a:gd name="T69" fmla="*/ 9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7" h="187">
                  <a:moveTo>
                    <a:pt x="187" y="93"/>
                  </a:moveTo>
                  <a:lnTo>
                    <a:pt x="187" y="93"/>
                  </a:lnTo>
                  <a:lnTo>
                    <a:pt x="187" y="103"/>
                  </a:lnTo>
                  <a:lnTo>
                    <a:pt x="185" y="113"/>
                  </a:lnTo>
                  <a:lnTo>
                    <a:pt x="183" y="122"/>
                  </a:lnTo>
                  <a:lnTo>
                    <a:pt x="180" y="130"/>
                  </a:lnTo>
                  <a:lnTo>
                    <a:pt x="176" y="138"/>
                  </a:lnTo>
                  <a:lnTo>
                    <a:pt x="171" y="146"/>
                  </a:lnTo>
                  <a:lnTo>
                    <a:pt x="165" y="153"/>
                  </a:lnTo>
                  <a:lnTo>
                    <a:pt x="160" y="160"/>
                  </a:lnTo>
                  <a:lnTo>
                    <a:pt x="153" y="166"/>
                  </a:lnTo>
                  <a:lnTo>
                    <a:pt x="146" y="172"/>
                  </a:lnTo>
                  <a:lnTo>
                    <a:pt x="138" y="176"/>
                  </a:lnTo>
                  <a:lnTo>
                    <a:pt x="131" y="181"/>
                  </a:lnTo>
                  <a:lnTo>
                    <a:pt x="122" y="183"/>
                  </a:lnTo>
                  <a:lnTo>
                    <a:pt x="112" y="186"/>
                  </a:lnTo>
                  <a:lnTo>
                    <a:pt x="103" y="187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84" y="187"/>
                  </a:lnTo>
                  <a:lnTo>
                    <a:pt x="75" y="186"/>
                  </a:lnTo>
                  <a:lnTo>
                    <a:pt x="66" y="183"/>
                  </a:lnTo>
                  <a:lnTo>
                    <a:pt x="58" y="181"/>
                  </a:lnTo>
                  <a:lnTo>
                    <a:pt x="49" y="176"/>
                  </a:lnTo>
                  <a:lnTo>
                    <a:pt x="41" y="172"/>
                  </a:lnTo>
                  <a:lnTo>
                    <a:pt x="35" y="166"/>
                  </a:lnTo>
                  <a:lnTo>
                    <a:pt x="27" y="160"/>
                  </a:lnTo>
                  <a:lnTo>
                    <a:pt x="22" y="153"/>
                  </a:lnTo>
                  <a:lnTo>
                    <a:pt x="16" y="146"/>
                  </a:lnTo>
                  <a:lnTo>
                    <a:pt x="12" y="138"/>
                  </a:lnTo>
                  <a:lnTo>
                    <a:pt x="8" y="130"/>
                  </a:lnTo>
                  <a:lnTo>
                    <a:pt x="4" y="122"/>
                  </a:lnTo>
                  <a:lnTo>
                    <a:pt x="2" y="113"/>
                  </a:lnTo>
                  <a:lnTo>
                    <a:pt x="1" y="103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1" y="85"/>
                  </a:lnTo>
                  <a:lnTo>
                    <a:pt x="2" y="75"/>
                  </a:lnTo>
                  <a:lnTo>
                    <a:pt x="4" y="66"/>
                  </a:lnTo>
                  <a:lnTo>
                    <a:pt x="8" y="58"/>
                  </a:lnTo>
                  <a:lnTo>
                    <a:pt x="12" y="49"/>
                  </a:lnTo>
                  <a:lnTo>
                    <a:pt x="16" y="41"/>
                  </a:lnTo>
                  <a:lnTo>
                    <a:pt x="22" y="35"/>
                  </a:lnTo>
                  <a:lnTo>
                    <a:pt x="27" y="28"/>
                  </a:lnTo>
                  <a:lnTo>
                    <a:pt x="35" y="22"/>
                  </a:lnTo>
                  <a:lnTo>
                    <a:pt x="41" y="16"/>
                  </a:lnTo>
                  <a:lnTo>
                    <a:pt x="49" y="12"/>
                  </a:lnTo>
                  <a:lnTo>
                    <a:pt x="58" y="7"/>
                  </a:lnTo>
                  <a:lnTo>
                    <a:pt x="66" y="4"/>
                  </a:lnTo>
                  <a:lnTo>
                    <a:pt x="75" y="2"/>
                  </a:lnTo>
                  <a:lnTo>
                    <a:pt x="84" y="1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3" y="1"/>
                  </a:lnTo>
                  <a:lnTo>
                    <a:pt x="112" y="2"/>
                  </a:lnTo>
                  <a:lnTo>
                    <a:pt x="122" y="4"/>
                  </a:lnTo>
                  <a:lnTo>
                    <a:pt x="131" y="7"/>
                  </a:lnTo>
                  <a:lnTo>
                    <a:pt x="138" y="12"/>
                  </a:lnTo>
                  <a:lnTo>
                    <a:pt x="146" y="16"/>
                  </a:lnTo>
                  <a:lnTo>
                    <a:pt x="153" y="22"/>
                  </a:lnTo>
                  <a:lnTo>
                    <a:pt x="160" y="28"/>
                  </a:lnTo>
                  <a:lnTo>
                    <a:pt x="165" y="35"/>
                  </a:lnTo>
                  <a:lnTo>
                    <a:pt x="171" y="41"/>
                  </a:lnTo>
                  <a:lnTo>
                    <a:pt x="176" y="49"/>
                  </a:lnTo>
                  <a:lnTo>
                    <a:pt x="180" y="58"/>
                  </a:lnTo>
                  <a:lnTo>
                    <a:pt x="183" y="66"/>
                  </a:lnTo>
                  <a:lnTo>
                    <a:pt x="185" y="75"/>
                  </a:lnTo>
                  <a:lnTo>
                    <a:pt x="187" y="85"/>
                  </a:lnTo>
                  <a:lnTo>
                    <a:pt x="187" y="93"/>
                  </a:lnTo>
                  <a:lnTo>
                    <a:pt x="187" y="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6" name="Gruppieren 575"/>
          <p:cNvGrpSpPr/>
          <p:nvPr/>
        </p:nvGrpSpPr>
        <p:grpSpPr>
          <a:xfrm>
            <a:off x="10643260" y="2267303"/>
            <a:ext cx="353543" cy="266266"/>
            <a:chOff x="3255963" y="4138839"/>
            <a:chExt cx="379413" cy="285750"/>
          </a:xfrm>
        </p:grpSpPr>
        <p:sp>
          <p:nvSpPr>
            <p:cNvPr id="577" name="Freeform 37"/>
            <p:cNvSpPr>
              <a:spLocks/>
            </p:cNvSpPr>
            <p:nvPr/>
          </p:nvSpPr>
          <p:spPr bwMode="auto">
            <a:xfrm>
              <a:off x="3255963" y="4254726"/>
              <a:ext cx="101600" cy="69850"/>
            </a:xfrm>
            <a:custGeom>
              <a:avLst/>
              <a:gdLst>
                <a:gd name="T0" fmla="*/ 0 w 507"/>
                <a:gd name="T1" fmla="*/ 0 h 351"/>
                <a:gd name="T2" fmla="*/ 236 w 507"/>
                <a:gd name="T3" fmla="*/ 351 h 351"/>
                <a:gd name="T4" fmla="*/ 507 w 507"/>
                <a:gd name="T5" fmla="*/ 27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0" y="0"/>
                  </a:moveTo>
                  <a:lnTo>
                    <a:pt x="236" y="351"/>
                  </a:lnTo>
                  <a:lnTo>
                    <a:pt x="507" y="2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8" name="Freeform 38"/>
            <p:cNvSpPr>
              <a:spLocks/>
            </p:cNvSpPr>
            <p:nvPr/>
          </p:nvSpPr>
          <p:spPr bwMode="auto">
            <a:xfrm>
              <a:off x="3535363" y="4256314"/>
              <a:ext cx="100013" cy="69850"/>
            </a:xfrm>
            <a:custGeom>
              <a:avLst/>
              <a:gdLst>
                <a:gd name="T0" fmla="*/ 507 w 507"/>
                <a:gd name="T1" fmla="*/ 351 h 351"/>
                <a:gd name="T2" fmla="*/ 271 w 507"/>
                <a:gd name="T3" fmla="*/ 0 h 351"/>
                <a:gd name="T4" fmla="*/ 0 w 507"/>
                <a:gd name="T5" fmla="*/ 32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507" y="351"/>
                  </a:moveTo>
                  <a:lnTo>
                    <a:pt x="271" y="0"/>
                  </a:lnTo>
                  <a:lnTo>
                    <a:pt x="0" y="3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9" name="Freeform 39"/>
            <p:cNvSpPr>
              <a:spLocks/>
            </p:cNvSpPr>
            <p:nvPr/>
          </p:nvSpPr>
          <p:spPr bwMode="auto">
            <a:xfrm>
              <a:off x="3346450" y="4257901"/>
              <a:ext cx="244475" cy="166688"/>
            </a:xfrm>
            <a:custGeom>
              <a:avLst/>
              <a:gdLst>
                <a:gd name="T0" fmla="*/ 1223 w 1234"/>
                <a:gd name="T1" fmla="*/ 0 h 842"/>
                <a:gd name="T2" fmla="*/ 1231 w 1234"/>
                <a:gd name="T3" fmla="*/ 70 h 842"/>
                <a:gd name="T4" fmla="*/ 1234 w 1234"/>
                <a:gd name="T5" fmla="*/ 139 h 842"/>
                <a:gd name="T6" fmla="*/ 1228 w 1234"/>
                <a:gd name="T7" fmla="*/ 207 h 842"/>
                <a:gd name="T8" fmla="*/ 1216 w 1234"/>
                <a:gd name="T9" fmla="*/ 274 h 842"/>
                <a:gd name="T10" fmla="*/ 1198 w 1234"/>
                <a:gd name="T11" fmla="*/ 339 h 842"/>
                <a:gd name="T12" fmla="*/ 1174 w 1234"/>
                <a:gd name="T13" fmla="*/ 401 h 842"/>
                <a:gd name="T14" fmla="*/ 1143 w 1234"/>
                <a:gd name="T15" fmla="*/ 462 h 842"/>
                <a:gd name="T16" fmla="*/ 1107 w 1234"/>
                <a:gd name="T17" fmla="*/ 520 h 842"/>
                <a:gd name="T18" fmla="*/ 1067 w 1234"/>
                <a:gd name="T19" fmla="*/ 573 h 842"/>
                <a:gd name="T20" fmla="*/ 1021 w 1234"/>
                <a:gd name="T21" fmla="*/ 624 h 842"/>
                <a:gd name="T22" fmla="*/ 972 w 1234"/>
                <a:gd name="T23" fmla="*/ 669 h 842"/>
                <a:gd name="T24" fmla="*/ 919 w 1234"/>
                <a:gd name="T25" fmla="*/ 711 h 842"/>
                <a:gd name="T26" fmla="*/ 861 w 1234"/>
                <a:gd name="T27" fmla="*/ 748 h 842"/>
                <a:gd name="T28" fmla="*/ 801 w 1234"/>
                <a:gd name="T29" fmla="*/ 778 h 842"/>
                <a:gd name="T30" fmla="*/ 737 w 1234"/>
                <a:gd name="T31" fmla="*/ 804 h 842"/>
                <a:gd name="T32" fmla="*/ 672 w 1234"/>
                <a:gd name="T33" fmla="*/ 823 h 842"/>
                <a:gd name="T34" fmla="*/ 648 w 1234"/>
                <a:gd name="T35" fmla="*/ 828 h 842"/>
                <a:gd name="T36" fmla="*/ 601 w 1234"/>
                <a:gd name="T37" fmla="*/ 836 h 842"/>
                <a:gd name="T38" fmla="*/ 554 w 1234"/>
                <a:gd name="T39" fmla="*/ 841 h 842"/>
                <a:gd name="T40" fmla="*/ 509 w 1234"/>
                <a:gd name="T41" fmla="*/ 842 h 842"/>
                <a:gd name="T42" fmla="*/ 462 w 1234"/>
                <a:gd name="T43" fmla="*/ 841 h 842"/>
                <a:gd name="T44" fmla="*/ 417 w 1234"/>
                <a:gd name="T45" fmla="*/ 837 h 842"/>
                <a:gd name="T46" fmla="*/ 371 w 1234"/>
                <a:gd name="T47" fmla="*/ 830 h 842"/>
                <a:gd name="T48" fmla="*/ 328 w 1234"/>
                <a:gd name="T49" fmla="*/ 821 h 842"/>
                <a:gd name="T50" fmla="*/ 284 w 1234"/>
                <a:gd name="T51" fmla="*/ 807 h 842"/>
                <a:gd name="T52" fmla="*/ 243 w 1234"/>
                <a:gd name="T53" fmla="*/ 792 h 842"/>
                <a:gd name="T54" fmla="*/ 202 w 1234"/>
                <a:gd name="T55" fmla="*/ 775 h 842"/>
                <a:gd name="T56" fmla="*/ 161 w 1234"/>
                <a:gd name="T57" fmla="*/ 754 h 842"/>
                <a:gd name="T58" fmla="*/ 123 w 1234"/>
                <a:gd name="T59" fmla="*/ 731 h 842"/>
                <a:gd name="T60" fmla="*/ 86 w 1234"/>
                <a:gd name="T61" fmla="*/ 707 h 842"/>
                <a:gd name="T62" fmla="*/ 50 w 1234"/>
                <a:gd name="T63" fmla="*/ 680 h 842"/>
                <a:gd name="T64" fmla="*/ 17 w 1234"/>
                <a:gd name="T65" fmla="*/ 65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34" h="842">
                  <a:moveTo>
                    <a:pt x="1223" y="0"/>
                  </a:moveTo>
                  <a:lnTo>
                    <a:pt x="1223" y="0"/>
                  </a:lnTo>
                  <a:lnTo>
                    <a:pt x="1228" y="35"/>
                  </a:lnTo>
                  <a:lnTo>
                    <a:pt x="1231" y="70"/>
                  </a:lnTo>
                  <a:lnTo>
                    <a:pt x="1234" y="104"/>
                  </a:lnTo>
                  <a:lnTo>
                    <a:pt x="1234" y="139"/>
                  </a:lnTo>
                  <a:lnTo>
                    <a:pt x="1231" y="173"/>
                  </a:lnTo>
                  <a:lnTo>
                    <a:pt x="1228" y="207"/>
                  </a:lnTo>
                  <a:lnTo>
                    <a:pt x="1223" y="240"/>
                  </a:lnTo>
                  <a:lnTo>
                    <a:pt x="1216" y="274"/>
                  </a:lnTo>
                  <a:lnTo>
                    <a:pt x="1207" y="307"/>
                  </a:lnTo>
                  <a:lnTo>
                    <a:pt x="1198" y="339"/>
                  </a:lnTo>
                  <a:lnTo>
                    <a:pt x="1187" y="371"/>
                  </a:lnTo>
                  <a:lnTo>
                    <a:pt x="1174" y="401"/>
                  </a:lnTo>
                  <a:lnTo>
                    <a:pt x="1160" y="432"/>
                  </a:lnTo>
                  <a:lnTo>
                    <a:pt x="1143" y="462"/>
                  </a:lnTo>
                  <a:lnTo>
                    <a:pt x="1126" y="492"/>
                  </a:lnTo>
                  <a:lnTo>
                    <a:pt x="1107" y="520"/>
                  </a:lnTo>
                  <a:lnTo>
                    <a:pt x="1088" y="547"/>
                  </a:lnTo>
                  <a:lnTo>
                    <a:pt x="1067" y="573"/>
                  </a:lnTo>
                  <a:lnTo>
                    <a:pt x="1045" y="600"/>
                  </a:lnTo>
                  <a:lnTo>
                    <a:pt x="1021" y="624"/>
                  </a:lnTo>
                  <a:lnTo>
                    <a:pt x="997" y="647"/>
                  </a:lnTo>
                  <a:lnTo>
                    <a:pt x="972" y="669"/>
                  </a:lnTo>
                  <a:lnTo>
                    <a:pt x="946" y="691"/>
                  </a:lnTo>
                  <a:lnTo>
                    <a:pt x="919" y="711"/>
                  </a:lnTo>
                  <a:lnTo>
                    <a:pt x="891" y="730"/>
                  </a:lnTo>
                  <a:lnTo>
                    <a:pt x="861" y="748"/>
                  </a:lnTo>
                  <a:lnTo>
                    <a:pt x="832" y="764"/>
                  </a:lnTo>
                  <a:lnTo>
                    <a:pt x="801" y="778"/>
                  </a:lnTo>
                  <a:lnTo>
                    <a:pt x="770" y="792"/>
                  </a:lnTo>
                  <a:lnTo>
                    <a:pt x="737" y="804"/>
                  </a:lnTo>
                  <a:lnTo>
                    <a:pt x="705" y="814"/>
                  </a:lnTo>
                  <a:lnTo>
                    <a:pt x="672" y="823"/>
                  </a:lnTo>
                  <a:lnTo>
                    <a:pt x="672" y="823"/>
                  </a:lnTo>
                  <a:lnTo>
                    <a:pt x="648" y="828"/>
                  </a:lnTo>
                  <a:lnTo>
                    <a:pt x="625" y="832"/>
                  </a:lnTo>
                  <a:lnTo>
                    <a:pt x="601" y="836"/>
                  </a:lnTo>
                  <a:lnTo>
                    <a:pt x="578" y="839"/>
                  </a:lnTo>
                  <a:lnTo>
                    <a:pt x="554" y="841"/>
                  </a:lnTo>
                  <a:lnTo>
                    <a:pt x="531" y="842"/>
                  </a:lnTo>
                  <a:lnTo>
                    <a:pt x="509" y="842"/>
                  </a:lnTo>
                  <a:lnTo>
                    <a:pt x="485" y="842"/>
                  </a:lnTo>
                  <a:lnTo>
                    <a:pt x="462" y="841"/>
                  </a:lnTo>
                  <a:lnTo>
                    <a:pt x="439" y="839"/>
                  </a:lnTo>
                  <a:lnTo>
                    <a:pt x="417" y="837"/>
                  </a:lnTo>
                  <a:lnTo>
                    <a:pt x="394" y="834"/>
                  </a:lnTo>
                  <a:lnTo>
                    <a:pt x="371" y="830"/>
                  </a:lnTo>
                  <a:lnTo>
                    <a:pt x="350" y="825"/>
                  </a:lnTo>
                  <a:lnTo>
                    <a:pt x="328" y="821"/>
                  </a:lnTo>
                  <a:lnTo>
                    <a:pt x="306" y="814"/>
                  </a:lnTo>
                  <a:lnTo>
                    <a:pt x="284" y="807"/>
                  </a:lnTo>
                  <a:lnTo>
                    <a:pt x="264" y="800"/>
                  </a:lnTo>
                  <a:lnTo>
                    <a:pt x="243" y="792"/>
                  </a:lnTo>
                  <a:lnTo>
                    <a:pt x="222" y="784"/>
                  </a:lnTo>
                  <a:lnTo>
                    <a:pt x="202" y="775"/>
                  </a:lnTo>
                  <a:lnTo>
                    <a:pt x="181" y="765"/>
                  </a:lnTo>
                  <a:lnTo>
                    <a:pt x="161" y="754"/>
                  </a:lnTo>
                  <a:lnTo>
                    <a:pt x="142" y="743"/>
                  </a:lnTo>
                  <a:lnTo>
                    <a:pt x="123" y="731"/>
                  </a:lnTo>
                  <a:lnTo>
                    <a:pt x="105" y="719"/>
                  </a:lnTo>
                  <a:lnTo>
                    <a:pt x="86" y="707"/>
                  </a:lnTo>
                  <a:lnTo>
                    <a:pt x="68" y="693"/>
                  </a:lnTo>
                  <a:lnTo>
                    <a:pt x="50" y="680"/>
                  </a:lnTo>
                  <a:lnTo>
                    <a:pt x="33" y="665"/>
                  </a:lnTo>
                  <a:lnTo>
                    <a:pt x="17" y="651"/>
                  </a:lnTo>
                  <a:lnTo>
                    <a:pt x="0" y="6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0" name="Freeform 40"/>
            <p:cNvSpPr>
              <a:spLocks/>
            </p:cNvSpPr>
            <p:nvPr/>
          </p:nvSpPr>
          <p:spPr bwMode="auto">
            <a:xfrm>
              <a:off x="3298825" y="4138839"/>
              <a:ext cx="254000" cy="184150"/>
            </a:xfrm>
            <a:custGeom>
              <a:avLst/>
              <a:gdLst>
                <a:gd name="T0" fmla="*/ 24 w 1282"/>
                <a:gd name="T1" fmla="*/ 930 h 930"/>
                <a:gd name="T2" fmla="*/ 8 w 1282"/>
                <a:gd name="T3" fmla="*/ 853 h 930"/>
                <a:gd name="T4" fmla="*/ 0 w 1282"/>
                <a:gd name="T5" fmla="*/ 776 h 930"/>
                <a:gd name="T6" fmla="*/ 1 w 1282"/>
                <a:gd name="T7" fmla="*/ 700 h 930"/>
                <a:gd name="T8" fmla="*/ 10 w 1282"/>
                <a:gd name="T9" fmla="*/ 626 h 930"/>
                <a:gd name="T10" fmla="*/ 25 w 1282"/>
                <a:gd name="T11" fmla="*/ 554 h 930"/>
                <a:gd name="T12" fmla="*/ 49 w 1282"/>
                <a:gd name="T13" fmla="*/ 485 h 930"/>
                <a:gd name="T14" fmla="*/ 78 w 1282"/>
                <a:gd name="T15" fmla="*/ 418 h 930"/>
                <a:gd name="T16" fmla="*/ 114 w 1282"/>
                <a:gd name="T17" fmla="*/ 354 h 930"/>
                <a:gd name="T18" fmla="*/ 156 w 1282"/>
                <a:gd name="T19" fmla="*/ 295 h 930"/>
                <a:gd name="T20" fmla="*/ 204 w 1282"/>
                <a:gd name="T21" fmla="*/ 240 h 930"/>
                <a:gd name="T22" fmla="*/ 256 w 1282"/>
                <a:gd name="T23" fmla="*/ 189 h 930"/>
                <a:gd name="T24" fmla="*/ 312 w 1282"/>
                <a:gd name="T25" fmla="*/ 143 h 930"/>
                <a:gd name="T26" fmla="*/ 373 w 1282"/>
                <a:gd name="T27" fmla="*/ 103 h 930"/>
                <a:gd name="T28" fmla="*/ 439 w 1282"/>
                <a:gd name="T29" fmla="*/ 69 h 930"/>
                <a:gd name="T30" fmla="*/ 506 w 1282"/>
                <a:gd name="T31" fmla="*/ 41 h 930"/>
                <a:gd name="T32" fmla="*/ 578 w 1282"/>
                <a:gd name="T33" fmla="*/ 20 h 930"/>
                <a:gd name="T34" fmla="*/ 603 w 1282"/>
                <a:gd name="T35" fmla="*/ 15 h 930"/>
                <a:gd name="T36" fmla="*/ 653 w 1282"/>
                <a:gd name="T37" fmla="*/ 7 h 930"/>
                <a:gd name="T38" fmla="*/ 702 w 1282"/>
                <a:gd name="T39" fmla="*/ 3 h 930"/>
                <a:gd name="T40" fmla="*/ 752 w 1282"/>
                <a:gd name="T41" fmla="*/ 0 h 930"/>
                <a:gd name="T42" fmla="*/ 801 w 1282"/>
                <a:gd name="T43" fmla="*/ 4 h 930"/>
                <a:gd name="T44" fmla="*/ 849 w 1282"/>
                <a:gd name="T45" fmla="*/ 9 h 930"/>
                <a:gd name="T46" fmla="*/ 897 w 1282"/>
                <a:gd name="T47" fmla="*/ 18 h 930"/>
                <a:gd name="T48" fmla="*/ 944 w 1282"/>
                <a:gd name="T49" fmla="*/ 30 h 930"/>
                <a:gd name="T50" fmla="*/ 988 w 1282"/>
                <a:gd name="T51" fmla="*/ 44 h 930"/>
                <a:gd name="T52" fmla="*/ 1033 w 1282"/>
                <a:gd name="T53" fmla="*/ 62 h 930"/>
                <a:gd name="T54" fmla="*/ 1077 w 1282"/>
                <a:gd name="T55" fmla="*/ 83 h 930"/>
                <a:gd name="T56" fmla="*/ 1118 w 1282"/>
                <a:gd name="T57" fmla="*/ 106 h 930"/>
                <a:gd name="T58" fmla="*/ 1157 w 1282"/>
                <a:gd name="T59" fmla="*/ 132 h 930"/>
                <a:gd name="T60" fmla="*/ 1195 w 1282"/>
                <a:gd name="T61" fmla="*/ 161 h 930"/>
                <a:gd name="T62" fmla="*/ 1232 w 1282"/>
                <a:gd name="T63" fmla="*/ 192 h 930"/>
                <a:gd name="T64" fmla="*/ 1266 w 1282"/>
                <a:gd name="T65" fmla="*/ 226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2" h="930">
                  <a:moveTo>
                    <a:pt x="24" y="930"/>
                  </a:moveTo>
                  <a:lnTo>
                    <a:pt x="24" y="930"/>
                  </a:lnTo>
                  <a:lnTo>
                    <a:pt x="15" y="892"/>
                  </a:lnTo>
                  <a:lnTo>
                    <a:pt x="8" y="853"/>
                  </a:lnTo>
                  <a:lnTo>
                    <a:pt x="3" y="815"/>
                  </a:lnTo>
                  <a:lnTo>
                    <a:pt x="0" y="776"/>
                  </a:lnTo>
                  <a:lnTo>
                    <a:pt x="0" y="738"/>
                  </a:lnTo>
                  <a:lnTo>
                    <a:pt x="1" y="700"/>
                  </a:lnTo>
                  <a:lnTo>
                    <a:pt x="4" y="663"/>
                  </a:lnTo>
                  <a:lnTo>
                    <a:pt x="10" y="626"/>
                  </a:lnTo>
                  <a:lnTo>
                    <a:pt x="16" y="590"/>
                  </a:lnTo>
                  <a:lnTo>
                    <a:pt x="25" y="554"/>
                  </a:lnTo>
                  <a:lnTo>
                    <a:pt x="36" y="520"/>
                  </a:lnTo>
                  <a:lnTo>
                    <a:pt x="49" y="485"/>
                  </a:lnTo>
                  <a:lnTo>
                    <a:pt x="63" y="451"/>
                  </a:lnTo>
                  <a:lnTo>
                    <a:pt x="78" y="418"/>
                  </a:lnTo>
                  <a:lnTo>
                    <a:pt x="96" y="386"/>
                  </a:lnTo>
                  <a:lnTo>
                    <a:pt x="114" y="354"/>
                  </a:lnTo>
                  <a:lnTo>
                    <a:pt x="135" y="324"/>
                  </a:lnTo>
                  <a:lnTo>
                    <a:pt x="156" y="295"/>
                  </a:lnTo>
                  <a:lnTo>
                    <a:pt x="180" y="267"/>
                  </a:lnTo>
                  <a:lnTo>
                    <a:pt x="204" y="240"/>
                  </a:lnTo>
                  <a:lnTo>
                    <a:pt x="229" y="214"/>
                  </a:lnTo>
                  <a:lnTo>
                    <a:pt x="256" y="189"/>
                  </a:lnTo>
                  <a:lnTo>
                    <a:pt x="283" y="165"/>
                  </a:lnTo>
                  <a:lnTo>
                    <a:pt x="312" y="143"/>
                  </a:lnTo>
                  <a:lnTo>
                    <a:pt x="343" y="122"/>
                  </a:lnTo>
                  <a:lnTo>
                    <a:pt x="373" y="103"/>
                  </a:lnTo>
                  <a:lnTo>
                    <a:pt x="405" y="85"/>
                  </a:lnTo>
                  <a:lnTo>
                    <a:pt x="439" y="69"/>
                  </a:lnTo>
                  <a:lnTo>
                    <a:pt x="472" y="54"/>
                  </a:lnTo>
                  <a:lnTo>
                    <a:pt x="506" y="41"/>
                  </a:lnTo>
                  <a:lnTo>
                    <a:pt x="542" y="30"/>
                  </a:lnTo>
                  <a:lnTo>
                    <a:pt x="578" y="20"/>
                  </a:lnTo>
                  <a:lnTo>
                    <a:pt x="578" y="20"/>
                  </a:lnTo>
                  <a:lnTo>
                    <a:pt x="603" y="15"/>
                  </a:lnTo>
                  <a:lnTo>
                    <a:pt x="628" y="10"/>
                  </a:lnTo>
                  <a:lnTo>
                    <a:pt x="653" y="7"/>
                  </a:lnTo>
                  <a:lnTo>
                    <a:pt x="677" y="4"/>
                  </a:lnTo>
                  <a:lnTo>
                    <a:pt x="702" y="3"/>
                  </a:lnTo>
                  <a:lnTo>
                    <a:pt x="727" y="1"/>
                  </a:lnTo>
                  <a:lnTo>
                    <a:pt x="752" y="0"/>
                  </a:lnTo>
                  <a:lnTo>
                    <a:pt x="776" y="1"/>
                  </a:lnTo>
                  <a:lnTo>
                    <a:pt x="801" y="4"/>
                  </a:lnTo>
                  <a:lnTo>
                    <a:pt x="825" y="6"/>
                  </a:lnTo>
                  <a:lnTo>
                    <a:pt x="849" y="9"/>
                  </a:lnTo>
                  <a:lnTo>
                    <a:pt x="873" y="12"/>
                  </a:lnTo>
                  <a:lnTo>
                    <a:pt x="897" y="18"/>
                  </a:lnTo>
                  <a:lnTo>
                    <a:pt x="920" y="23"/>
                  </a:lnTo>
                  <a:lnTo>
                    <a:pt x="944" y="30"/>
                  </a:lnTo>
                  <a:lnTo>
                    <a:pt x="967" y="36"/>
                  </a:lnTo>
                  <a:lnTo>
                    <a:pt x="988" y="44"/>
                  </a:lnTo>
                  <a:lnTo>
                    <a:pt x="1011" y="53"/>
                  </a:lnTo>
                  <a:lnTo>
                    <a:pt x="1033" y="62"/>
                  </a:lnTo>
                  <a:lnTo>
                    <a:pt x="1055" y="72"/>
                  </a:lnTo>
                  <a:lnTo>
                    <a:pt x="1077" y="83"/>
                  </a:lnTo>
                  <a:lnTo>
                    <a:pt x="1097" y="94"/>
                  </a:lnTo>
                  <a:lnTo>
                    <a:pt x="1118" y="106"/>
                  </a:lnTo>
                  <a:lnTo>
                    <a:pt x="1138" y="119"/>
                  </a:lnTo>
                  <a:lnTo>
                    <a:pt x="1157" y="132"/>
                  </a:lnTo>
                  <a:lnTo>
                    <a:pt x="1177" y="146"/>
                  </a:lnTo>
                  <a:lnTo>
                    <a:pt x="1195" y="161"/>
                  </a:lnTo>
                  <a:lnTo>
                    <a:pt x="1214" y="177"/>
                  </a:lnTo>
                  <a:lnTo>
                    <a:pt x="1232" y="192"/>
                  </a:lnTo>
                  <a:lnTo>
                    <a:pt x="1249" y="209"/>
                  </a:lnTo>
                  <a:lnTo>
                    <a:pt x="1266" y="226"/>
                  </a:lnTo>
                  <a:lnTo>
                    <a:pt x="1282" y="2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1" name="Gruppieren 580"/>
          <p:cNvGrpSpPr/>
          <p:nvPr/>
        </p:nvGrpSpPr>
        <p:grpSpPr>
          <a:xfrm>
            <a:off x="10638723" y="1645145"/>
            <a:ext cx="217529" cy="292893"/>
            <a:chOff x="3287713" y="3751489"/>
            <a:chExt cx="201613" cy="271462"/>
          </a:xfrm>
        </p:grpSpPr>
        <p:sp>
          <p:nvSpPr>
            <p:cNvPr id="582" name="Freeform 27"/>
            <p:cNvSpPr>
              <a:spLocks/>
            </p:cNvSpPr>
            <p:nvPr/>
          </p:nvSpPr>
          <p:spPr bwMode="auto">
            <a:xfrm>
              <a:off x="3381375" y="3916589"/>
              <a:ext cx="12700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59 w 60"/>
                <a:gd name="T5" fmla="*/ 36 h 60"/>
                <a:gd name="T6" fmla="*/ 58 w 60"/>
                <a:gd name="T7" fmla="*/ 42 h 60"/>
                <a:gd name="T8" fmla="*/ 55 w 60"/>
                <a:gd name="T9" fmla="*/ 47 h 60"/>
                <a:gd name="T10" fmla="*/ 51 w 60"/>
                <a:gd name="T11" fmla="*/ 51 h 60"/>
                <a:gd name="T12" fmla="*/ 47 w 60"/>
                <a:gd name="T13" fmla="*/ 55 h 60"/>
                <a:gd name="T14" fmla="*/ 42 w 60"/>
                <a:gd name="T15" fmla="*/ 58 h 60"/>
                <a:gd name="T16" fmla="*/ 36 w 60"/>
                <a:gd name="T17" fmla="*/ 60 h 60"/>
                <a:gd name="T18" fmla="*/ 31 w 60"/>
                <a:gd name="T19" fmla="*/ 60 h 60"/>
                <a:gd name="T20" fmla="*/ 31 w 60"/>
                <a:gd name="T21" fmla="*/ 60 h 60"/>
                <a:gd name="T22" fmla="*/ 24 w 60"/>
                <a:gd name="T23" fmla="*/ 60 h 60"/>
                <a:gd name="T24" fmla="*/ 19 w 60"/>
                <a:gd name="T25" fmla="*/ 58 h 60"/>
                <a:gd name="T26" fmla="*/ 13 w 60"/>
                <a:gd name="T27" fmla="*/ 55 h 60"/>
                <a:gd name="T28" fmla="*/ 9 w 60"/>
                <a:gd name="T29" fmla="*/ 51 h 60"/>
                <a:gd name="T30" fmla="*/ 6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6 w 60"/>
                <a:gd name="T45" fmla="*/ 13 h 60"/>
                <a:gd name="T46" fmla="*/ 9 w 60"/>
                <a:gd name="T47" fmla="*/ 9 h 60"/>
                <a:gd name="T48" fmla="*/ 13 w 60"/>
                <a:gd name="T49" fmla="*/ 6 h 60"/>
                <a:gd name="T50" fmla="*/ 19 w 60"/>
                <a:gd name="T51" fmla="*/ 2 h 60"/>
                <a:gd name="T52" fmla="*/ 24 w 60"/>
                <a:gd name="T53" fmla="*/ 1 h 60"/>
                <a:gd name="T54" fmla="*/ 31 w 60"/>
                <a:gd name="T55" fmla="*/ 0 h 60"/>
                <a:gd name="T56" fmla="*/ 31 w 60"/>
                <a:gd name="T57" fmla="*/ 0 h 60"/>
                <a:gd name="T58" fmla="*/ 36 w 60"/>
                <a:gd name="T59" fmla="*/ 1 h 60"/>
                <a:gd name="T60" fmla="*/ 42 w 60"/>
                <a:gd name="T61" fmla="*/ 2 h 60"/>
                <a:gd name="T62" fmla="*/ 47 w 60"/>
                <a:gd name="T63" fmla="*/ 6 h 60"/>
                <a:gd name="T64" fmla="*/ 51 w 60"/>
                <a:gd name="T65" fmla="*/ 9 h 60"/>
                <a:gd name="T66" fmla="*/ 55 w 60"/>
                <a:gd name="T67" fmla="*/ 13 h 60"/>
                <a:gd name="T68" fmla="*/ 58 w 60"/>
                <a:gd name="T69" fmla="*/ 19 h 60"/>
                <a:gd name="T70" fmla="*/ 59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59" y="36"/>
                  </a:lnTo>
                  <a:lnTo>
                    <a:pt x="58" y="42"/>
                  </a:lnTo>
                  <a:lnTo>
                    <a:pt x="55" y="47"/>
                  </a:lnTo>
                  <a:lnTo>
                    <a:pt x="51" y="51"/>
                  </a:lnTo>
                  <a:lnTo>
                    <a:pt x="47" y="55"/>
                  </a:lnTo>
                  <a:lnTo>
                    <a:pt x="42" y="58"/>
                  </a:lnTo>
                  <a:lnTo>
                    <a:pt x="36" y="60"/>
                  </a:lnTo>
                  <a:lnTo>
                    <a:pt x="31" y="60"/>
                  </a:lnTo>
                  <a:lnTo>
                    <a:pt x="31" y="60"/>
                  </a:lnTo>
                  <a:lnTo>
                    <a:pt x="24" y="60"/>
                  </a:lnTo>
                  <a:lnTo>
                    <a:pt x="19" y="58"/>
                  </a:lnTo>
                  <a:lnTo>
                    <a:pt x="13" y="55"/>
                  </a:lnTo>
                  <a:lnTo>
                    <a:pt x="9" y="51"/>
                  </a:lnTo>
                  <a:lnTo>
                    <a:pt x="6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6" y="13"/>
                  </a:lnTo>
                  <a:lnTo>
                    <a:pt x="9" y="9"/>
                  </a:lnTo>
                  <a:lnTo>
                    <a:pt x="13" y="6"/>
                  </a:lnTo>
                  <a:lnTo>
                    <a:pt x="19" y="2"/>
                  </a:lnTo>
                  <a:lnTo>
                    <a:pt x="24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2" y="2"/>
                  </a:lnTo>
                  <a:lnTo>
                    <a:pt x="47" y="6"/>
                  </a:lnTo>
                  <a:lnTo>
                    <a:pt x="51" y="9"/>
                  </a:lnTo>
                  <a:lnTo>
                    <a:pt x="55" y="13"/>
                  </a:lnTo>
                  <a:lnTo>
                    <a:pt x="58" y="19"/>
                  </a:lnTo>
                  <a:lnTo>
                    <a:pt x="59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3" name="Line 28"/>
            <p:cNvSpPr>
              <a:spLocks noChangeShapeType="1"/>
            </p:cNvSpPr>
            <p:nvPr/>
          </p:nvSpPr>
          <p:spPr bwMode="auto">
            <a:xfrm>
              <a:off x="33877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4" name="Rectangle 29"/>
            <p:cNvSpPr>
              <a:spLocks noChangeArrowheads="1"/>
            </p:cNvSpPr>
            <p:nvPr/>
          </p:nvSpPr>
          <p:spPr bwMode="auto">
            <a:xfrm>
              <a:off x="32877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5" name="Freeform 30"/>
            <p:cNvSpPr>
              <a:spLocks/>
            </p:cNvSpPr>
            <p:nvPr/>
          </p:nvSpPr>
          <p:spPr bwMode="auto">
            <a:xfrm>
              <a:off x="3322638" y="3751489"/>
              <a:ext cx="130175" cy="106363"/>
            </a:xfrm>
            <a:custGeom>
              <a:avLst/>
              <a:gdLst>
                <a:gd name="T0" fmla="*/ 0 w 656"/>
                <a:gd name="T1" fmla="*/ 328 h 537"/>
                <a:gd name="T2" fmla="*/ 2 w 656"/>
                <a:gd name="T3" fmla="*/ 294 h 537"/>
                <a:gd name="T4" fmla="*/ 6 w 656"/>
                <a:gd name="T5" fmla="*/ 262 h 537"/>
                <a:gd name="T6" fmla="*/ 15 w 656"/>
                <a:gd name="T7" fmla="*/ 231 h 537"/>
                <a:gd name="T8" fmla="*/ 26 w 656"/>
                <a:gd name="T9" fmla="*/ 201 h 537"/>
                <a:gd name="T10" fmla="*/ 39 w 656"/>
                <a:gd name="T11" fmla="*/ 172 h 537"/>
                <a:gd name="T12" fmla="*/ 56 w 656"/>
                <a:gd name="T13" fmla="*/ 145 h 537"/>
                <a:gd name="T14" fmla="*/ 75 w 656"/>
                <a:gd name="T15" fmla="*/ 119 h 537"/>
                <a:gd name="T16" fmla="*/ 96 w 656"/>
                <a:gd name="T17" fmla="*/ 96 h 537"/>
                <a:gd name="T18" fmla="*/ 120 w 656"/>
                <a:gd name="T19" fmla="*/ 76 h 537"/>
                <a:gd name="T20" fmla="*/ 145 w 656"/>
                <a:gd name="T21" fmla="*/ 56 h 537"/>
                <a:gd name="T22" fmla="*/ 172 w 656"/>
                <a:gd name="T23" fmla="*/ 40 h 537"/>
                <a:gd name="T24" fmla="*/ 200 w 656"/>
                <a:gd name="T25" fmla="*/ 25 h 537"/>
                <a:gd name="T26" fmla="*/ 231 w 656"/>
                <a:gd name="T27" fmla="*/ 15 h 537"/>
                <a:gd name="T28" fmla="*/ 262 w 656"/>
                <a:gd name="T29" fmla="*/ 7 h 537"/>
                <a:gd name="T30" fmla="*/ 295 w 656"/>
                <a:gd name="T31" fmla="*/ 2 h 537"/>
                <a:gd name="T32" fmla="*/ 329 w 656"/>
                <a:gd name="T33" fmla="*/ 0 h 537"/>
                <a:gd name="T34" fmla="*/ 345 w 656"/>
                <a:gd name="T35" fmla="*/ 0 h 537"/>
                <a:gd name="T36" fmla="*/ 379 w 656"/>
                <a:gd name="T37" fmla="*/ 4 h 537"/>
                <a:gd name="T38" fmla="*/ 410 w 656"/>
                <a:gd name="T39" fmla="*/ 10 h 537"/>
                <a:gd name="T40" fmla="*/ 441 w 656"/>
                <a:gd name="T41" fmla="*/ 20 h 537"/>
                <a:gd name="T42" fmla="*/ 470 w 656"/>
                <a:gd name="T43" fmla="*/ 32 h 537"/>
                <a:gd name="T44" fmla="*/ 498 w 656"/>
                <a:gd name="T45" fmla="*/ 47 h 537"/>
                <a:gd name="T46" fmla="*/ 525 w 656"/>
                <a:gd name="T47" fmla="*/ 66 h 537"/>
                <a:gd name="T48" fmla="*/ 549 w 656"/>
                <a:gd name="T49" fmla="*/ 85 h 537"/>
                <a:gd name="T50" fmla="*/ 571 w 656"/>
                <a:gd name="T51" fmla="*/ 107 h 537"/>
                <a:gd name="T52" fmla="*/ 591 w 656"/>
                <a:gd name="T53" fmla="*/ 132 h 537"/>
                <a:gd name="T54" fmla="*/ 609 w 656"/>
                <a:gd name="T55" fmla="*/ 158 h 537"/>
                <a:gd name="T56" fmla="*/ 624 w 656"/>
                <a:gd name="T57" fmla="*/ 187 h 537"/>
                <a:gd name="T58" fmla="*/ 637 w 656"/>
                <a:gd name="T59" fmla="*/ 216 h 537"/>
                <a:gd name="T60" fmla="*/ 646 w 656"/>
                <a:gd name="T61" fmla="*/ 246 h 537"/>
                <a:gd name="T62" fmla="*/ 653 w 656"/>
                <a:gd name="T63" fmla="*/ 278 h 537"/>
                <a:gd name="T64" fmla="*/ 656 w 656"/>
                <a:gd name="T65" fmla="*/ 312 h 537"/>
                <a:gd name="T66" fmla="*/ 656 w 656"/>
                <a:gd name="T67" fmla="*/ 537 h 537"/>
                <a:gd name="T68" fmla="*/ 0 w 656"/>
                <a:gd name="T69" fmla="*/ 32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56" h="537">
                  <a:moveTo>
                    <a:pt x="0" y="328"/>
                  </a:move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6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19" y="216"/>
                  </a:lnTo>
                  <a:lnTo>
                    <a:pt x="26" y="201"/>
                  </a:lnTo>
                  <a:lnTo>
                    <a:pt x="33" y="187"/>
                  </a:lnTo>
                  <a:lnTo>
                    <a:pt x="39" y="172"/>
                  </a:lnTo>
                  <a:lnTo>
                    <a:pt x="48" y="158"/>
                  </a:lnTo>
                  <a:lnTo>
                    <a:pt x="56" y="145"/>
                  </a:lnTo>
                  <a:lnTo>
                    <a:pt x="65" y="132"/>
                  </a:lnTo>
                  <a:lnTo>
                    <a:pt x="75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6" y="32"/>
                  </a:lnTo>
                  <a:lnTo>
                    <a:pt x="200" y="25"/>
                  </a:lnTo>
                  <a:lnTo>
                    <a:pt x="215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2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1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0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6" y="25"/>
                  </a:lnTo>
                  <a:lnTo>
                    <a:pt x="470" y="32"/>
                  </a:lnTo>
                  <a:lnTo>
                    <a:pt x="484" y="40"/>
                  </a:lnTo>
                  <a:lnTo>
                    <a:pt x="498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7" y="76"/>
                  </a:lnTo>
                  <a:lnTo>
                    <a:pt x="549" y="85"/>
                  </a:lnTo>
                  <a:lnTo>
                    <a:pt x="560" y="96"/>
                  </a:lnTo>
                  <a:lnTo>
                    <a:pt x="571" y="107"/>
                  </a:lnTo>
                  <a:lnTo>
                    <a:pt x="581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09" y="158"/>
                  </a:lnTo>
                  <a:lnTo>
                    <a:pt x="617" y="172"/>
                  </a:lnTo>
                  <a:lnTo>
                    <a:pt x="624" y="187"/>
                  </a:lnTo>
                  <a:lnTo>
                    <a:pt x="630" y="201"/>
                  </a:lnTo>
                  <a:lnTo>
                    <a:pt x="637" y="216"/>
                  </a:lnTo>
                  <a:lnTo>
                    <a:pt x="642" y="231"/>
                  </a:lnTo>
                  <a:lnTo>
                    <a:pt x="646" y="246"/>
                  </a:lnTo>
                  <a:lnTo>
                    <a:pt x="650" y="262"/>
                  </a:lnTo>
                  <a:lnTo>
                    <a:pt x="653" y="278"/>
                  </a:lnTo>
                  <a:lnTo>
                    <a:pt x="655" y="294"/>
                  </a:lnTo>
                  <a:lnTo>
                    <a:pt x="656" y="312"/>
                  </a:lnTo>
                  <a:lnTo>
                    <a:pt x="656" y="328"/>
                  </a:lnTo>
                  <a:lnTo>
                    <a:pt x="656" y="537"/>
                  </a:lnTo>
                  <a:lnTo>
                    <a:pt x="0" y="537"/>
                  </a:lnTo>
                  <a:lnTo>
                    <a:pt x="0" y="32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6" name="Gruppieren 585"/>
          <p:cNvGrpSpPr/>
          <p:nvPr/>
        </p:nvGrpSpPr>
        <p:grpSpPr>
          <a:xfrm>
            <a:off x="8041457" y="2212222"/>
            <a:ext cx="305314" cy="337379"/>
            <a:chOff x="573282" y="1662002"/>
            <a:chExt cx="327655" cy="362066"/>
          </a:xfrm>
        </p:grpSpPr>
        <p:sp>
          <p:nvSpPr>
            <p:cNvPr id="587" name="Freeform 45"/>
            <p:cNvSpPr>
              <a:spLocks/>
            </p:cNvSpPr>
            <p:nvPr/>
          </p:nvSpPr>
          <p:spPr bwMode="auto">
            <a:xfrm>
              <a:off x="573282" y="1662002"/>
              <a:ext cx="327655" cy="137645"/>
            </a:xfrm>
            <a:custGeom>
              <a:avLst/>
              <a:gdLst>
                <a:gd name="T0" fmla="*/ 1095 w 1095"/>
                <a:gd name="T1" fmla="*/ 231 h 460"/>
                <a:gd name="T2" fmla="*/ 1092 w 1095"/>
                <a:gd name="T3" fmla="*/ 254 h 460"/>
                <a:gd name="T4" fmla="*/ 1084 w 1095"/>
                <a:gd name="T5" fmla="*/ 277 h 460"/>
                <a:gd name="T6" fmla="*/ 1070 w 1095"/>
                <a:gd name="T7" fmla="*/ 299 h 460"/>
                <a:gd name="T8" fmla="*/ 1052 w 1095"/>
                <a:gd name="T9" fmla="*/ 320 h 460"/>
                <a:gd name="T10" fmla="*/ 1029 w 1095"/>
                <a:gd name="T11" fmla="*/ 340 h 460"/>
                <a:gd name="T12" fmla="*/ 1001 w 1095"/>
                <a:gd name="T13" fmla="*/ 359 h 460"/>
                <a:gd name="T14" fmla="*/ 970 w 1095"/>
                <a:gd name="T15" fmla="*/ 377 h 460"/>
                <a:gd name="T16" fmla="*/ 935 w 1095"/>
                <a:gd name="T17" fmla="*/ 393 h 460"/>
                <a:gd name="T18" fmla="*/ 895 w 1095"/>
                <a:gd name="T19" fmla="*/ 409 h 460"/>
                <a:gd name="T20" fmla="*/ 808 w 1095"/>
                <a:gd name="T21" fmla="*/ 433 h 460"/>
                <a:gd name="T22" fmla="*/ 710 w 1095"/>
                <a:gd name="T23" fmla="*/ 451 h 460"/>
                <a:gd name="T24" fmla="*/ 604 w 1095"/>
                <a:gd name="T25" fmla="*/ 459 h 460"/>
                <a:gd name="T26" fmla="*/ 548 w 1095"/>
                <a:gd name="T27" fmla="*/ 460 h 460"/>
                <a:gd name="T28" fmla="*/ 437 w 1095"/>
                <a:gd name="T29" fmla="*/ 456 h 460"/>
                <a:gd name="T30" fmla="*/ 335 w 1095"/>
                <a:gd name="T31" fmla="*/ 443 h 460"/>
                <a:gd name="T32" fmla="*/ 242 w 1095"/>
                <a:gd name="T33" fmla="*/ 422 h 460"/>
                <a:gd name="T34" fmla="*/ 180 w 1095"/>
                <a:gd name="T35" fmla="*/ 401 h 460"/>
                <a:gd name="T36" fmla="*/ 143 w 1095"/>
                <a:gd name="T37" fmla="*/ 385 h 460"/>
                <a:gd name="T38" fmla="*/ 109 w 1095"/>
                <a:gd name="T39" fmla="*/ 368 h 460"/>
                <a:gd name="T40" fmla="*/ 80 w 1095"/>
                <a:gd name="T41" fmla="*/ 350 h 460"/>
                <a:gd name="T42" fmla="*/ 54 w 1095"/>
                <a:gd name="T43" fmla="*/ 330 h 460"/>
                <a:gd name="T44" fmla="*/ 34 w 1095"/>
                <a:gd name="T45" fmla="*/ 309 h 460"/>
                <a:gd name="T46" fmla="*/ 18 w 1095"/>
                <a:gd name="T47" fmla="*/ 288 h 460"/>
                <a:gd name="T48" fmla="*/ 7 w 1095"/>
                <a:gd name="T49" fmla="*/ 265 h 460"/>
                <a:gd name="T50" fmla="*/ 1 w 1095"/>
                <a:gd name="T51" fmla="*/ 242 h 460"/>
                <a:gd name="T52" fmla="*/ 0 w 1095"/>
                <a:gd name="T53" fmla="*/ 231 h 460"/>
                <a:gd name="T54" fmla="*/ 4 w 1095"/>
                <a:gd name="T55" fmla="*/ 207 h 460"/>
                <a:gd name="T56" fmla="*/ 12 w 1095"/>
                <a:gd name="T57" fmla="*/ 185 h 460"/>
                <a:gd name="T58" fmla="*/ 26 w 1095"/>
                <a:gd name="T59" fmla="*/ 162 h 460"/>
                <a:gd name="T60" fmla="*/ 43 w 1095"/>
                <a:gd name="T61" fmla="*/ 140 h 460"/>
                <a:gd name="T62" fmla="*/ 66 w 1095"/>
                <a:gd name="T63" fmla="*/ 121 h 460"/>
                <a:gd name="T64" fmla="*/ 94 w 1095"/>
                <a:gd name="T65" fmla="*/ 102 h 460"/>
                <a:gd name="T66" fmla="*/ 126 w 1095"/>
                <a:gd name="T67" fmla="*/ 84 h 460"/>
                <a:gd name="T68" fmla="*/ 161 w 1095"/>
                <a:gd name="T69" fmla="*/ 68 h 460"/>
                <a:gd name="T70" fmla="*/ 200 w 1095"/>
                <a:gd name="T71" fmla="*/ 53 h 460"/>
                <a:gd name="T72" fmla="*/ 287 w 1095"/>
                <a:gd name="T73" fmla="*/ 28 h 460"/>
                <a:gd name="T74" fmla="*/ 385 w 1095"/>
                <a:gd name="T75" fmla="*/ 10 h 460"/>
                <a:gd name="T76" fmla="*/ 491 w 1095"/>
                <a:gd name="T77" fmla="*/ 1 h 460"/>
                <a:gd name="T78" fmla="*/ 548 w 1095"/>
                <a:gd name="T79" fmla="*/ 0 h 460"/>
                <a:gd name="T80" fmla="*/ 658 w 1095"/>
                <a:gd name="T81" fmla="*/ 5 h 460"/>
                <a:gd name="T82" fmla="*/ 761 w 1095"/>
                <a:gd name="T83" fmla="*/ 18 h 460"/>
                <a:gd name="T84" fmla="*/ 853 w 1095"/>
                <a:gd name="T85" fmla="*/ 40 h 460"/>
                <a:gd name="T86" fmla="*/ 915 w 1095"/>
                <a:gd name="T87" fmla="*/ 60 h 460"/>
                <a:gd name="T88" fmla="*/ 953 w 1095"/>
                <a:gd name="T89" fmla="*/ 75 h 460"/>
                <a:gd name="T90" fmla="*/ 986 w 1095"/>
                <a:gd name="T91" fmla="*/ 93 h 460"/>
                <a:gd name="T92" fmla="*/ 1016 w 1095"/>
                <a:gd name="T93" fmla="*/ 111 h 460"/>
                <a:gd name="T94" fmla="*/ 1041 w 1095"/>
                <a:gd name="T95" fmla="*/ 130 h 460"/>
                <a:gd name="T96" fmla="*/ 1062 w 1095"/>
                <a:gd name="T97" fmla="*/ 151 h 460"/>
                <a:gd name="T98" fmla="*/ 1077 w 1095"/>
                <a:gd name="T99" fmla="*/ 172 h 460"/>
                <a:gd name="T100" fmla="*/ 1088 w 1095"/>
                <a:gd name="T101" fmla="*/ 196 h 460"/>
                <a:gd name="T102" fmla="*/ 1094 w 1095"/>
                <a:gd name="T103" fmla="*/ 219 h 460"/>
                <a:gd name="T104" fmla="*/ 1095 w 1095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0">
                  <a:moveTo>
                    <a:pt x="1095" y="231"/>
                  </a:moveTo>
                  <a:lnTo>
                    <a:pt x="1095" y="231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09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5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0"/>
                  </a:lnTo>
                  <a:lnTo>
                    <a:pt x="548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5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09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2"/>
                  </a:lnTo>
                  <a:lnTo>
                    <a:pt x="26" y="162"/>
                  </a:lnTo>
                  <a:lnTo>
                    <a:pt x="34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0"/>
                  </a:lnTo>
                  <a:lnTo>
                    <a:pt x="1052" y="140"/>
                  </a:lnTo>
                  <a:lnTo>
                    <a:pt x="1062" y="151"/>
                  </a:lnTo>
                  <a:lnTo>
                    <a:pt x="1070" y="162"/>
                  </a:lnTo>
                  <a:lnTo>
                    <a:pt x="1077" y="172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8" name="Freeform 46"/>
            <p:cNvSpPr>
              <a:spLocks/>
            </p:cNvSpPr>
            <p:nvPr/>
          </p:nvSpPr>
          <p:spPr bwMode="auto">
            <a:xfrm>
              <a:off x="573282" y="1799647"/>
              <a:ext cx="327655" cy="70319"/>
            </a:xfrm>
            <a:custGeom>
              <a:avLst/>
              <a:gdLst>
                <a:gd name="T0" fmla="*/ 1095 w 1095"/>
                <a:gd name="T1" fmla="*/ 0 h 231"/>
                <a:gd name="T2" fmla="*/ 1095 w 1095"/>
                <a:gd name="T3" fmla="*/ 0 h 231"/>
                <a:gd name="T4" fmla="*/ 1094 w 1095"/>
                <a:gd name="T5" fmla="*/ 13 h 231"/>
                <a:gd name="T6" fmla="*/ 1092 w 1095"/>
                <a:gd name="T7" fmla="*/ 25 h 231"/>
                <a:gd name="T8" fmla="*/ 1088 w 1095"/>
                <a:gd name="T9" fmla="*/ 36 h 231"/>
                <a:gd name="T10" fmla="*/ 1084 w 1095"/>
                <a:gd name="T11" fmla="*/ 47 h 231"/>
                <a:gd name="T12" fmla="*/ 1077 w 1095"/>
                <a:gd name="T13" fmla="*/ 58 h 231"/>
                <a:gd name="T14" fmla="*/ 1070 w 1095"/>
                <a:gd name="T15" fmla="*/ 69 h 231"/>
                <a:gd name="T16" fmla="*/ 1062 w 1095"/>
                <a:gd name="T17" fmla="*/ 80 h 231"/>
                <a:gd name="T18" fmla="*/ 1052 w 1095"/>
                <a:gd name="T19" fmla="*/ 91 h 231"/>
                <a:gd name="T20" fmla="*/ 1041 w 1095"/>
                <a:gd name="T21" fmla="*/ 101 h 231"/>
                <a:gd name="T22" fmla="*/ 1029 w 1095"/>
                <a:gd name="T23" fmla="*/ 111 h 231"/>
                <a:gd name="T24" fmla="*/ 1016 w 1095"/>
                <a:gd name="T25" fmla="*/ 121 h 231"/>
                <a:gd name="T26" fmla="*/ 1001 w 1095"/>
                <a:gd name="T27" fmla="*/ 130 h 231"/>
                <a:gd name="T28" fmla="*/ 986 w 1095"/>
                <a:gd name="T29" fmla="*/ 138 h 231"/>
                <a:gd name="T30" fmla="*/ 970 w 1095"/>
                <a:gd name="T31" fmla="*/ 147 h 231"/>
                <a:gd name="T32" fmla="*/ 953 w 1095"/>
                <a:gd name="T33" fmla="*/ 156 h 231"/>
                <a:gd name="T34" fmla="*/ 935 w 1095"/>
                <a:gd name="T35" fmla="*/ 164 h 231"/>
                <a:gd name="T36" fmla="*/ 915 w 1095"/>
                <a:gd name="T37" fmla="*/ 172 h 231"/>
                <a:gd name="T38" fmla="*/ 895 w 1095"/>
                <a:gd name="T39" fmla="*/ 178 h 231"/>
                <a:gd name="T40" fmla="*/ 853 w 1095"/>
                <a:gd name="T41" fmla="*/ 191 h 231"/>
                <a:gd name="T42" fmla="*/ 808 w 1095"/>
                <a:gd name="T43" fmla="*/ 204 h 231"/>
                <a:gd name="T44" fmla="*/ 761 w 1095"/>
                <a:gd name="T45" fmla="*/ 213 h 231"/>
                <a:gd name="T46" fmla="*/ 710 w 1095"/>
                <a:gd name="T47" fmla="*/ 221 h 231"/>
                <a:gd name="T48" fmla="*/ 658 w 1095"/>
                <a:gd name="T49" fmla="*/ 227 h 231"/>
                <a:gd name="T50" fmla="*/ 604 w 1095"/>
                <a:gd name="T51" fmla="*/ 230 h 231"/>
                <a:gd name="T52" fmla="*/ 548 w 1095"/>
                <a:gd name="T53" fmla="*/ 231 h 231"/>
                <a:gd name="T54" fmla="*/ 548 w 1095"/>
                <a:gd name="T55" fmla="*/ 231 h 231"/>
                <a:gd name="T56" fmla="*/ 491 w 1095"/>
                <a:gd name="T57" fmla="*/ 230 h 231"/>
                <a:gd name="T58" fmla="*/ 437 w 1095"/>
                <a:gd name="T59" fmla="*/ 227 h 231"/>
                <a:gd name="T60" fmla="*/ 385 w 1095"/>
                <a:gd name="T61" fmla="*/ 221 h 231"/>
                <a:gd name="T62" fmla="*/ 335 w 1095"/>
                <a:gd name="T63" fmla="*/ 213 h 231"/>
                <a:gd name="T64" fmla="*/ 287 w 1095"/>
                <a:gd name="T65" fmla="*/ 204 h 231"/>
                <a:gd name="T66" fmla="*/ 242 w 1095"/>
                <a:gd name="T67" fmla="*/ 191 h 231"/>
                <a:gd name="T68" fmla="*/ 200 w 1095"/>
                <a:gd name="T69" fmla="*/ 178 h 231"/>
                <a:gd name="T70" fmla="*/ 180 w 1095"/>
                <a:gd name="T71" fmla="*/ 172 h 231"/>
                <a:gd name="T72" fmla="*/ 161 w 1095"/>
                <a:gd name="T73" fmla="*/ 164 h 231"/>
                <a:gd name="T74" fmla="*/ 143 w 1095"/>
                <a:gd name="T75" fmla="*/ 156 h 231"/>
                <a:gd name="T76" fmla="*/ 126 w 1095"/>
                <a:gd name="T77" fmla="*/ 147 h 231"/>
                <a:gd name="T78" fmla="*/ 109 w 1095"/>
                <a:gd name="T79" fmla="*/ 138 h 231"/>
                <a:gd name="T80" fmla="*/ 94 w 1095"/>
                <a:gd name="T81" fmla="*/ 130 h 231"/>
                <a:gd name="T82" fmla="*/ 80 w 1095"/>
                <a:gd name="T83" fmla="*/ 121 h 231"/>
                <a:gd name="T84" fmla="*/ 66 w 1095"/>
                <a:gd name="T85" fmla="*/ 111 h 231"/>
                <a:gd name="T86" fmla="*/ 54 w 1095"/>
                <a:gd name="T87" fmla="*/ 101 h 231"/>
                <a:gd name="T88" fmla="*/ 43 w 1095"/>
                <a:gd name="T89" fmla="*/ 91 h 231"/>
                <a:gd name="T90" fmla="*/ 34 w 1095"/>
                <a:gd name="T91" fmla="*/ 80 h 231"/>
                <a:gd name="T92" fmla="*/ 26 w 1095"/>
                <a:gd name="T93" fmla="*/ 69 h 231"/>
                <a:gd name="T94" fmla="*/ 18 w 1095"/>
                <a:gd name="T95" fmla="*/ 58 h 231"/>
                <a:gd name="T96" fmla="*/ 12 w 1095"/>
                <a:gd name="T97" fmla="*/ 47 h 231"/>
                <a:gd name="T98" fmla="*/ 7 w 1095"/>
                <a:gd name="T99" fmla="*/ 36 h 231"/>
                <a:gd name="T100" fmla="*/ 4 w 1095"/>
                <a:gd name="T101" fmla="*/ 25 h 231"/>
                <a:gd name="T102" fmla="*/ 1 w 1095"/>
                <a:gd name="T103" fmla="*/ 13 h 231"/>
                <a:gd name="T104" fmla="*/ 0 w 1095"/>
                <a:gd name="T10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1">
                  <a:moveTo>
                    <a:pt x="1095" y="0"/>
                  </a:moveTo>
                  <a:lnTo>
                    <a:pt x="1095" y="0"/>
                  </a:lnTo>
                  <a:lnTo>
                    <a:pt x="1094" y="13"/>
                  </a:lnTo>
                  <a:lnTo>
                    <a:pt x="1092" y="25"/>
                  </a:lnTo>
                  <a:lnTo>
                    <a:pt x="1088" y="36"/>
                  </a:lnTo>
                  <a:lnTo>
                    <a:pt x="1084" y="47"/>
                  </a:lnTo>
                  <a:lnTo>
                    <a:pt x="1077" y="58"/>
                  </a:lnTo>
                  <a:lnTo>
                    <a:pt x="1070" y="69"/>
                  </a:lnTo>
                  <a:lnTo>
                    <a:pt x="1062" y="80"/>
                  </a:lnTo>
                  <a:lnTo>
                    <a:pt x="1052" y="91"/>
                  </a:lnTo>
                  <a:lnTo>
                    <a:pt x="1041" y="101"/>
                  </a:lnTo>
                  <a:lnTo>
                    <a:pt x="1029" y="111"/>
                  </a:lnTo>
                  <a:lnTo>
                    <a:pt x="1016" y="121"/>
                  </a:lnTo>
                  <a:lnTo>
                    <a:pt x="1001" y="130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6"/>
                  </a:lnTo>
                  <a:lnTo>
                    <a:pt x="935" y="164"/>
                  </a:lnTo>
                  <a:lnTo>
                    <a:pt x="915" y="172"/>
                  </a:lnTo>
                  <a:lnTo>
                    <a:pt x="895" y="178"/>
                  </a:lnTo>
                  <a:lnTo>
                    <a:pt x="853" y="191"/>
                  </a:lnTo>
                  <a:lnTo>
                    <a:pt x="808" y="204"/>
                  </a:lnTo>
                  <a:lnTo>
                    <a:pt x="761" y="213"/>
                  </a:lnTo>
                  <a:lnTo>
                    <a:pt x="710" y="221"/>
                  </a:lnTo>
                  <a:lnTo>
                    <a:pt x="658" y="227"/>
                  </a:lnTo>
                  <a:lnTo>
                    <a:pt x="604" y="230"/>
                  </a:lnTo>
                  <a:lnTo>
                    <a:pt x="548" y="231"/>
                  </a:lnTo>
                  <a:lnTo>
                    <a:pt x="548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4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2"/>
                  </a:lnTo>
                  <a:lnTo>
                    <a:pt x="161" y="164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30"/>
                  </a:lnTo>
                  <a:lnTo>
                    <a:pt x="80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4" y="80"/>
                  </a:lnTo>
                  <a:lnTo>
                    <a:pt x="26" y="69"/>
                  </a:lnTo>
                  <a:lnTo>
                    <a:pt x="18" y="58"/>
                  </a:lnTo>
                  <a:lnTo>
                    <a:pt x="12" y="47"/>
                  </a:lnTo>
                  <a:lnTo>
                    <a:pt x="7" y="36"/>
                  </a:lnTo>
                  <a:lnTo>
                    <a:pt x="4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9" name="Freeform 47"/>
            <p:cNvSpPr>
              <a:spLocks/>
            </p:cNvSpPr>
            <p:nvPr/>
          </p:nvSpPr>
          <p:spPr bwMode="auto">
            <a:xfrm>
              <a:off x="573282" y="1877446"/>
              <a:ext cx="327655" cy="68822"/>
            </a:xfrm>
            <a:custGeom>
              <a:avLst/>
              <a:gdLst>
                <a:gd name="T0" fmla="*/ 1095 w 1095"/>
                <a:gd name="T1" fmla="*/ 0 h 230"/>
                <a:gd name="T2" fmla="*/ 1095 w 1095"/>
                <a:gd name="T3" fmla="*/ 0 h 230"/>
                <a:gd name="T4" fmla="*/ 1094 w 1095"/>
                <a:gd name="T5" fmla="*/ 12 h 230"/>
                <a:gd name="T6" fmla="*/ 1092 w 1095"/>
                <a:gd name="T7" fmla="*/ 23 h 230"/>
                <a:gd name="T8" fmla="*/ 1088 w 1095"/>
                <a:gd name="T9" fmla="*/ 35 h 230"/>
                <a:gd name="T10" fmla="*/ 1084 w 1095"/>
                <a:gd name="T11" fmla="*/ 46 h 230"/>
                <a:gd name="T12" fmla="*/ 1077 w 1095"/>
                <a:gd name="T13" fmla="*/ 57 h 230"/>
                <a:gd name="T14" fmla="*/ 1070 w 1095"/>
                <a:gd name="T15" fmla="*/ 68 h 230"/>
                <a:gd name="T16" fmla="*/ 1062 w 1095"/>
                <a:gd name="T17" fmla="*/ 79 h 230"/>
                <a:gd name="T18" fmla="*/ 1052 w 1095"/>
                <a:gd name="T19" fmla="*/ 89 h 230"/>
                <a:gd name="T20" fmla="*/ 1041 w 1095"/>
                <a:gd name="T21" fmla="*/ 100 h 230"/>
                <a:gd name="T22" fmla="*/ 1029 w 1095"/>
                <a:gd name="T23" fmla="*/ 110 h 230"/>
                <a:gd name="T24" fmla="*/ 1016 w 1095"/>
                <a:gd name="T25" fmla="*/ 119 h 230"/>
                <a:gd name="T26" fmla="*/ 1001 w 1095"/>
                <a:gd name="T27" fmla="*/ 129 h 230"/>
                <a:gd name="T28" fmla="*/ 986 w 1095"/>
                <a:gd name="T29" fmla="*/ 138 h 230"/>
                <a:gd name="T30" fmla="*/ 970 w 1095"/>
                <a:gd name="T31" fmla="*/ 147 h 230"/>
                <a:gd name="T32" fmla="*/ 953 w 1095"/>
                <a:gd name="T33" fmla="*/ 154 h 230"/>
                <a:gd name="T34" fmla="*/ 935 w 1095"/>
                <a:gd name="T35" fmla="*/ 163 h 230"/>
                <a:gd name="T36" fmla="*/ 915 w 1095"/>
                <a:gd name="T37" fmla="*/ 171 h 230"/>
                <a:gd name="T38" fmla="*/ 895 w 1095"/>
                <a:gd name="T39" fmla="*/ 177 h 230"/>
                <a:gd name="T40" fmla="*/ 853 w 1095"/>
                <a:gd name="T41" fmla="*/ 191 h 230"/>
                <a:gd name="T42" fmla="*/ 808 w 1095"/>
                <a:gd name="T43" fmla="*/ 203 h 230"/>
                <a:gd name="T44" fmla="*/ 761 w 1095"/>
                <a:gd name="T45" fmla="*/ 212 h 230"/>
                <a:gd name="T46" fmla="*/ 710 w 1095"/>
                <a:gd name="T47" fmla="*/ 219 h 230"/>
                <a:gd name="T48" fmla="*/ 658 w 1095"/>
                <a:gd name="T49" fmla="*/ 226 h 230"/>
                <a:gd name="T50" fmla="*/ 604 w 1095"/>
                <a:gd name="T51" fmla="*/ 229 h 230"/>
                <a:gd name="T52" fmla="*/ 548 w 1095"/>
                <a:gd name="T53" fmla="*/ 230 h 230"/>
                <a:gd name="T54" fmla="*/ 548 w 1095"/>
                <a:gd name="T55" fmla="*/ 230 h 230"/>
                <a:gd name="T56" fmla="*/ 491 w 1095"/>
                <a:gd name="T57" fmla="*/ 229 h 230"/>
                <a:gd name="T58" fmla="*/ 437 w 1095"/>
                <a:gd name="T59" fmla="*/ 226 h 230"/>
                <a:gd name="T60" fmla="*/ 385 w 1095"/>
                <a:gd name="T61" fmla="*/ 219 h 230"/>
                <a:gd name="T62" fmla="*/ 335 w 1095"/>
                <a:gd name="T63" fmla="*/ 212 h 230"/>
                <a:gd name="T64" fmla="*/ 287 w 1095"/>
                <a:gd name="T65" fmla="*/ 203 h 230"/>
                <a:gd name="T66" fmla="*/ 242 w 1095"/>
                <a:gd name="T67" fmla="*/ 191 h 230"/>
                <a:gd name="T68" fmla="*/ 200 w 1095"/>
                <a:gd name="T69" fmla="*/ 177 h 230"/>
                <a:gd name="T70" fmla="*/ 180 w 1095"/>
                <a:gd name="T71" fmla="*/ 171 h 230"/>
                <a:gd name="T72" fmla="*/ 161 w 1095"/>
                <a:gd name="T73" fmla="*/ 163 h 230"/>
                <a:gd name="T74" fmla="*/ 143 w 1095"/>
                <a:gd name="T75" fmla="*/ 154 h 230"/>
                <a:gd name="T76" fmla="*/ 126 w 1095"/>
                <a:gd name="T77" fmla="*/ 147 h 230"/>
                <a:gd name="T78" fmla="*/ 109 w 1095"/>
                <a:gd name="T79" fmla="*/ 138 h 230"/>
                <a:gd name="T80" fmla="*/ 94 w 1095"/>
                <a:gd name="T81" fmla="*/ 129 h 230"/>
                <a:gd name="T82" fmla="*/ 80 w 1095"/>
                <a:gd name="T83" fmla="*/ 119 h 230"/>
                <a:gd name="T84" fmla="*/ 66 w 1095"/>
                <a:gd name="T85" fmla="*/ 110 h 230"/>
                <a:gd name="T86" fmla="*/ 54 w 1095"/>
                <a:gd name="T87" fmla="*/ 100 h 230"/>
                <a:gd name="T88" fmla="*/ 43 w 1095"/>
                <a:gd name="T89" fmla="*/ 89 h 230"/>
                <a:gd name="T90" fmla="*/ 34 w 1095"/>
                <a:gd name="T91" fmla="*/ 79 h 230"/>
                <a:gd name="T92" fmla="*/ 26 w 1095"/>
                <a:gd name="T93" fmla="*/ 68 h 230"/>
                <a:gd name="T94" fmla="*/ 18 w 1095"/>
                <a:gd name="T95" fmla="*/ 57 h 230"/>
                <a:gd name="T96" fmla="*/ 12 w 1095"/>
                <a:gd name="T97" fmla="*/ 46 h 230"/>
                <a:gd name="T98" fmla="*/ 7 w 1095"/>
                <a:gd name="T99" fmla="*/ 35 h 230"/>
                <a:gd name="T100" fmla="*/ 4 w 1095"/>
                <a:gd name="T101" fmla="*/ 23 h 230"/>
                <a:gd name="T102" fmla="*/ 1 w 1095"/>
                <a:gd name="T103" fmla="*/ 12 h 230"/>
                <a:gd name="T104" fmla="*/ 0 w 1095"/>
                <a:gd name="T105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0">
                  <a:moveTo>
                    <a:pt x="1095" y="0"/>
                  </a:moveTo>
                  <a:lnTo>
                    <a:pt x="1095" y="0"/>
                  </a:lnTo>
                  <a:lnTo>
                    <a:pt x="1094" y="12"/>
                  </a:lnTo>
                  <a:lnTo>
                    <a:pt x="1092" y="23"/>
                  </a:lnTo>
                  <a:lnTo>
                    <a:pt x="1088" y="35"/>
                  </a:lnTo>
                  <a:lnTo>
                    <a:pt x="1084" y="46"/>
                  </a:lnTo>
                  <a:lnTo>
                    <a:pt x="1077" y="57"/>
                  </a:lnTo>
                  <a:lnTo>
                    <a:pt x="1070" y="68"/>
                  </a:lnTo>
                  <a:lnTo>
                    <a:pt x="1062" y="79"/>
                  </a:lnTo>
                  <a:lnTo>
                    <a:pt x="1052" y="89"/>
                  </a:lnTo>
                  <a:lnTo>
                    <a:pt x="1041" y="100"/>
                  </a:lnTo>
                  <a:lnTo>
                    <a:pt x="1029" y="110"/>
                  </a:lnTo>
                  <a:lnTo>
                    <a:pt x="1016" y="119"/>
                  </a:lnTo>
                  <a:lnTo>
                    <a:pt x="1001" y="129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4"/>
                  </a:lnTo>
                  <a:lnTo>
                    <a:pt x="935" y="163"/>
                  </a:lnTo>
                  <a:lnTo>
                    <a:pt x="915" y="171"/>
                  </a:lnTo>
                  <a:lnTo>
                    <a:pt x="895" y="177"/>
                  </a:lnTo>
                  <a:lnTo>
                    <a:pt x="853" y="191"/>
                  </a:lnTo>
                  <a:lnTo>
                    <a:pt x="808" y="203"/>
                  </a:lnTo>
                  <a:lnTo>
                    <a:pt x="761" y="212"/>
                  </a:lnTo>
                  <a:lnTo>
                    <a:pt x="710" y="219"/>
                  </a:lnTo>
                  <a:lnTo>
                    <a:pt x="658" y="226"/>
                  </a:lnTo>
                  <a:lnTo>
                    <a:pt x="604" y="229"/>
                  </a:lnTo>
                  <a:lnTo>
                    <a:pt x="548" y="230"/>
                  </a:lnTo>
                  <a:lnTo>
                    <a:pt x="548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0" name="Freeform 48"/>
            <p:cNvSpPr>
              <a:spLocks/>
            </p:cNvSpPr>
            <p:nvPr/>
          </p:nvSpPr>
          <p:spPr bwMode="auto">
            <a:xfrm>
              <a:off x="573282" y="1732321"/>
              <a:ext cx="327655" cy="291747"/>
            </a:xfrm>
            <a:custGeom>
              <a:avLst/>
              <a:gdLst>
                <a:gd name="T0" fmla="*/ 0 w 1095"/>
                <a:gd name="T1" fmla="*/ 0 h 979"/>
                <a:gd name="T2" fmla="*/ 0 w 1095"/>
                <a:gd name="T3" fmla="*/ 748 h 979"/>
                <a:gd name="T4" fmla="*/ 0 w 1095"/>
                <a:gd name="T5" fmla="*/ 748 h 979"/>
                <a:gd name="T6" fmla="*/ 1 w 1095"/>
                <a:gd name="T7" fmla="*/ 760 h 979"/>
                <a:gd name="T8" fmla="*/ 4 w 1095"/>
                <a:gd name="T9" fmla="*/ 771 h 979"/>
                <a:gd name="T10" fmla="*/ 7 w 1095"/>
                <a:gd name="T11" fmla="*/ 783 h 979"/>
                <a:gd name="T12" fmla="*/ 12 w 1095"/>
                <a:gd name="T13" fmla="*/ 795 h 979"/>
                <a:gd name="T14" fmla="*/ 18 w 1095"/>
                <a:gd name="T15" fmla="*/ 806 h 979"/>
                <a:gd name="T16" fmla="*/ 26 w 1095"/>
                <a:gd name="T17" fmla="*/ 817 h 979"/>
                <a:gd name="T18" fmla="*/ 34 w 1095"/>
                <a:gd name="T19" fmla="*/ 828 h 979"/>
                <a:gd name="T20" fmla="*/ 43 w 1095"/>
                <a:gd name="T21" fmla="*/ 838 h 979"/>
                <a:gd name="T22" fmla="*/ 54 w 1095"/>
                <a:gd name="T23" fmla="*/ 847 h 979"/>
                <a:gd name="T24" fmla="*/ 66 w 1095"/>
                <a:gd name="T25" fmla="*/ 857 h 979"/>
                <a:gd name="T26" fmla="*/ 80 w 1095"/>
                <a:gd name="T27" fmla="*/ 867 h 979"/>
                <a:gd name="T28" fmla="*/ 94 w 1095"/>
                <a:gd name="T29" fmla="*/ 877 h 979"/>
                <a:gd name="T30" fmla="*/ 109 w 1095"/>
                <a:gd name="T31" fmla="*/ 886 h 979"/>
                <a:gd name="T32" fmla="*/ 126 w 1095"/>
                <a:gd name="T33" fmla="*/ 895 h 979"/>
                <a:gd name="T34" fmla="*/ 143 w 1095"/>
                <a:gd name="T35" fmla="*/ 903 h 979"/>
                <a:gd name="T36" fmla="*/ 161 w 1095"/>
                <a:gd name="T37" fmla="*/ 910 h 979"/>
                <a:gd name="T38" fmla="*/ 180 w 1095"/>
                <a:gd name="T39" fmla="*/ 918 h 979"/>
                <a:gd name="T40" fmla="*/ 200 w 1095"/>
                <a:gd name="T41" fmla="*/ 926 h 979"/>
                <a:gd name="T42" fmla="*/ 242 w 1095"/>
                <a:gd name="T43" fmla="*/ 939 h 979"/>
                <a:gd name="T44" fmla="*/ 287 w 1095"/>
                <a:gd name="T45" fmla="*/ 950 h 979"/>
                <a:gd name="T46" fmla="*/ 335 w 1095"/>
                <a:gd name="T47" fmla="*/ 960 h 979"/>
                <a:gd name="T48" fmla="*/ 385 w 1095"/>
                <a:gd name="T49" fmla="*/ 968 h 979"/>
                <a:gd name="T50" fmla="*/ 437 w 1095"/>
                <a:gd name="T51" fmla="*/ 973 h 979"/>
                <a:gd name="T52" fmla="*/ 491 w 1095"/>
                <a:gd name="T53" fmla="*/ 977 h 979"/>
                <a:gd name="T54" fmla="*/ 548 w 1095"/>
                <a:gd name="T55" fmla="*/ 979 h 979"/>
                <a:gd name="T56" fmla="*/ 548 w 1095"/>
                <a:gd name="T57" fmla="*/ 979 h 979"/>
                <a:gd name="T58" fmla="*/ 604 w 1095"/>
                <a:gd name="T59" fmla="*/ 977 h 979"/>
                <a:gd name="T60" fmla="*/ 658 w 1095"/>
                <a:gd name="T61" fmla="*/ 973 h 979"/>
                <a:gd name="T62" fmla="*/ 710 w 1095"/>
                <a:gd name="T63" fmla="*/ 968 h 979"/>
                <a:gd name="T64" fmla="*/ 761 w 1095"/>
                <a:gd name="T65" fmla="*/ 960 h 979"/>
                <a:gd name="T66" fmla="*/ 808 w 1095"/>
                <a:gd name="T67" fmla="*/ 950 h 979"/>
                <a:gd name="T68" fmla="*/ 853 w 1095"/>
                <a:gd name="T69" fmla="*/ 939 h 979"/>
                <a:gd name="T70" fmla="*/ 895 w 1095"/>
                <a:gd name="T71" fmla="*/ 926 h 979"/>
                <a:gd name="T72" fmla="*/ 915 w 1095"/>
                <a:gd name="T73" fmla="*/ 918 h 979"/>
                <a:gd name="T74" fmla="*/ 935 w 1095"/>
                <a:gd name="T75" fmla="*/ 910 h 979"/>
                <a:gd name="T76" fmla="*/ 953 w 1095"/>
                <a:gd name="T77" fmla="*/ 903 h 979"/>
                <a:gd name="T78" fmla="*/ 970 w 1095"/>
                <a:gd name="T79" fmla="*/ 895 h 979"/>
                <a:gd name="T80" fmla="*/ 986 w 1095"/>
                <a:gd name="T81" fmla="*/ 886 h 979"/>
                <a:gd name="T82" fmla="*/ 1001 w 1095"/>
                <a:gd name="T83" fmla="*/ 877 h 979"/>
                <a:gd name="T84" fmla="*/ 1016 w 1095"/>
                <a:gd name="T85" fmla="*/ 867 h 979"/>
                <a:gd name="T86" fmla="*/ 1029 w 1095"/>
                <a:gd name="T87" fmla="*/ 857 h 979"/>
                <a:gd name="T88" fmla="*/ 1041 w 1095"/>
                <a:gd name="T89" fmla="*/ 847 h 979"/>
                <a:gd name="T90" fmla="*/ 1052 w 1095"/>
                <a:gd name="T91" fmla="*/ 838 h 979"/>
                <a:gd name="T92" fmla="*/ 1062 w 1095"/>
                <a:gd name="T93" fmla="*/ 828 h 979"/>
                <a:gd name="T94" fmla="*/ 1070 w 1095"/>
                <a:gd name="T95" fmla="*/ 817 h 979"/>
                <a:gd name="T96" fmla="*/ 1077 w 1095"/>
                <a:gd name="T97" fmla="*/ 806 h 979"/>
                <a:gd name="T98" fmla="*/ 1084 w 1095"/>
                <a:gd name="T99" fmla="*/ 795 h 979"/>
                <a:gd name="T100" fmla="*/ 1088 w 1095"/>
                <a:gd name="T101" fmla="*/ 783 h 979"/>
                <a:gd name="T102" fmla="*/ 1092 w 1095"/>
                <a:gd name="T103" fmla="*/ 771 h 979"/>
                <a:gd name="T104" fmla="*/ 1094 w 1095"/>
                <a:gd name="T105" fmla="*/ 760 h 979"/>
                <a:gd name="T106" fmla="*/ 1095 w 1095"/>
                <a:gd name="T107" fmla="*/ 748 h 979"/>
                <a:gd name="T108" fmla="*/ 1095 w 1095"/>
                <a:gd name="T109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95" h="979">
                  <a:moveTo>
                    <a:pt x="0" y="0"/>
                  </a:moveTo>
                  <a:lnTo>
                    <a:pt x="0" y="748"/>
                  </a:lnTo>
                  <a:lnTo>
                    <a:pt x="0" y="748"/>
                  </a:lnTo>
                  <a:lnTo>
                    <a:pt x="1" y="760"/>
                  </a:lnTo>
                  <a:lnTo>
                    <a:pt x="4" y="771"/>
                  </a:lnTo>
                  <a:lnTo>
                    <a:pt x="7" y="783"/>
                  </a:lnTo>
                  <a:lnTo>
                    <a:pt x="12" y="795"/>
                  </a:lnTo>
                  <a:lnTo>
                    <a:pt x="18" y="806"/>
                  </a:lnTo>
                  <a:lnTo>
                    <a:pt x="26" y="817"/>
                  </a:lnTo>
                  <a:lnTo>
                    <a:pt x="34" y="828"/>
                  </a:lnTo>
                  <a:lnTo>
                    <a:pt x="43" y="838"/>
                  </a:lnTo>
                  <a:lnTo>
                    <a:pt x="54" y="847"/>
                  </a:lnTo>
                  <a:lnTo>
                    <a:pt x="66" y="857"/>
                  </a:lnTo>
                  <a:lnTo>
                    <a:pt x="80" y="867"/>
                  </a:lnTo>
                  <a:lnTo>
                    <a:pt x="94" y="877"/>
                  </a:lnTo>
                  <a:lnTo>
                    <a:pt x="109" y="886"/>
                  </a:lnTo>
                  <a:lnTo>
                    <a:pt x="126" y="895"/>
                  </a:lnTo>
                  <a:lnTo>
                    <a:pt x="143" y="903"/>
                  </a:lnTo>
                  <a:lnTo>
                    <a:pt x="161" y="910"/>
                  </a:lnTo>
                  <a:lnTo>
                    <a:pt x="180" y="918"/>
                  </a:lnTo>
                  <a:lnTo>
                    <a:pt x="200" y="926"/>
                  </a:lnTo>
                  <a:lnTo>
                    <a:pt x="242" y="939"/>
                  </a:lnTo>
                  <a:lnTo>
                    <a:pt x="287" y="950"/>
                  </a:lnTo>
                  <a:lnTo>
                    <a:pt x="335" y="960"/>
                  </a:lnTo>
                  <a:lnTo>
                    <a:pt x="385" y="968"/>
                  </a:lnTo>
                  <a:lnTo>
                    <a:pt x="437" y="973"/>
                  </a:lnTo>
                  <a:lnTo>
                    <a:pt x="491" y="977"/>
                  </a:lnTo>
                  <a:lnTo>
                    <a:pt x="548" y="979"/>
                  </a:lnTo>
                  <a:lnTo>
                    <a:pt x="548" y="979"/>
                  </a:lnTo>
                  <a:lnTo>
                    <a:pt x="604" y="977"/>
                  </a:lnTo>
                  <a:lnTo>
                    <a:pt x="658" y="973"/>
                  </a:lnTo>
                  <a:lnTo>
                    <a:pt x="710" y="968"/>
                  </a:lnTo>
                  <a:lnTo>
                    <a:pt x="761" y="960"/>
                  </a:lnTo>
                  <a:lnTo>
                    <a:pt x="808" y="950"/>
                  </a:lnTo>
                  <a:lnTo>
                    <a:pt x="853" y="939"/>
                  </a:lnTo>
                  <a:lnTo>
                    <a:pt x="895" y="926"/>
                  </a:lnTo>
                  <a:lnTo>
                    <a:pt x="915" y="918"/>
                  </a:lnTo>
                  <a:lnTo>
                    <a:pt x="935" y="910"/>
                  </a:lnTo>
                  <a:lnTo>
                    <a:pt x="953" y="903"/>
                  </a:lnTo>
                  <a:lnTo>
                    <a:pt x="970" y="895"/>
                  </a:lnTo>
                  <a:lnTo>
                    <a:pt x="986" y="886"/>
                  </a:lnTo>
                  <a:lnTo>
                    <a:pt x="1001" y="877"/>
                  </a:lnTo>
                  <a:lnTo>
                    <a:pt x="1016" y="867"/>
                  </a:lnTo>
                  <a:lnTo>
                    <a:pt x="1029" y="857"/>
                  </a:lnTo>
                  <a:lnTo>
                    <a:pt x="1041" y="847"/>
                  </a:lnTo>
                  <a:lnTo>
                    <a:pt x="1052" y="838"/>
                  </a:lnTo>
                  <a:lnTo>
                    <a:pt x="1062" y="828"/>
                  </a:lnTo>
                  <a:lnTo>
                    <a:pt x="1070" y="817"/>
                  </a:lnTo>
                  <a:lnTo>
                    <a:pt x="1077" y="806"/>
                  </a:lnTo>
                  <a:lnTo>
                    <a:pt x="1084" y="795"/>
                  </a:lnTo>
                  <a:lnTo>
                    <a:pt x="1088" y="783"/>
                  </a:lnTo>
                  <a:lnTo>
                    <a:pt x="1092" y="771"/>
                  </a:lnTo>
                  <a:lnTo>
                    <a:pt x="1094" y="760"/>
                  </a:lnTo>
                  <a:lnTo>
                    <a:pt x="1095" y="748"/>
                  </a:lnTo>
                  <a:lnTo>
                    <a:pt x="10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1" name="Gruppieren 590"/>
          <p:cNvGrpSpPr/>
          <p:nvPr/>
        </p:nvGrpSpPr>
        <p:grpSpPr>
          <a:xfrm>
            <a:off x="10110073" y="2196191"/>
            <a:ext cx="369443" cy="369442"/>
            <a:chOff x="573282" y="3047201"/>
            <a:chExt cx="396477" cy="396476"/>
          </a:xfrm>
        </p:grpSpPr>
        <p:sp>
          <p:nvSpPr>
            <p:cNvPr id="592" name="Freeform 56"/>
            <p:cNvSpPr>
              <a:spLocks/>
            </p:cNvSpPr>
            <p:nvPr/>
          </p:nvSpPr>
          <p:spPr bwMode="auto">
            <a:xfrm>
              <a:off x="573282" y="3047201"/>
              <a:ext cx="327655" cy="137645"/>
            </a:xfrm>
            <a:custGeom>
              <a:avLst/>
              <a:gdLst>
                <a:gd name="T0" fmla="*/ 1095 w 1095"/>
                <a:gd name="T1" fmla="*/ 231 h 462"/>
                <a:gd name="T2" fmla="*/ 1092 w 1095"/>
                <a:gd name="T3" fmla="*/ 254 h 462"/>
                <a:gd name="T4" fmla="*/ 1084 w 1095"/>
                <a:gd name="T5" fmla="*/ 277 h 462"/>
                <a:gd name="T6" fmla="*/ 1070 w 1095"/>
                <a:gd name="T7" fmla="*/ 299 h 462"/>
                <a:gd name="T8" fmla="*/ 1052 w 1095"/>
                <a:gd name="T9" fmla="*/ 320 h 462"/>
                <a:gd name="T10" fmla="*/ 1029 w 1095"/>
                <a:gd name="T11" fmla="*/ 340 h 462"/>
                <a:gd name="T12" fmla="*/ 1001 w 1095"/>
                <a:gd name="T13" fmla="*/ 360 h 462"/>
                <a:gd name="T14" fmla="*/ 970 w 1095"/>
                <a:gd name="T15" fmla="*/ 378 h 462"/>
                <a:gd name="T16" fmla="*/ 935 w 1095"/>
                <a:gd name="T17" fmla="*/ 393 h 462"/>
                <a:gd name="T18" fmla="*/ 895 w 1095"/>
                <a:gd name="T19" fmla="*/ 409 h 462"/>
                <a:gd name="T20" fmla="*/ 808 w 1095"/>
                <a:gd name="T21" fmla="*/ 433 h 462"/>
                <a:gd name="T22" fmla="*/ 710 w 1095"/>
                <a:gd name="T23" fmla="*/ 451 h 462"/>
                <a:gd name="T24" fmla="*/ 604 w 1095"/>
                <a:gd name="T25" fmla="*/ 460 h 462"/>
                <a:gd name="T26" fmla="*/ 548 w 1095"/>
                <a:gd name="T27" fmla="*/ 462 h 462"/>
                <a:gd name="T28" fmla="*/ 437 w 1095"/>
                <a:gd name="T29" fmla="*/ 456 h 462"/>
                <a:gd name="T30" fmla="*/ 335 w 1095"/>
                <a:gd name="T31" fmla="*/ 443 h 462"/>
                <a:gd name="T32" fmla="*/ 242 w 1095"/>
                <a:gd name="T33" fmla="*/ 422 h 462"/>
                <a:gd name="T34" fmla="*/ 180 w 1095"/>
                <a:gd name="T35" fmla="*/ 401 h 462"/>
                <a:gd name="T36" fmla="*/ 143 w 1095"/>
                <a:gd name="T37" fmla="*/ 386 h 462"/>
                <a:gd name="T38" fmla="*/ 109 w 1095"/>
                <a:gd name="T39" fmla="*/ 369 h 462"/>
                <a:gd name="T40" fmla="*/ 80 w 1095"/>
                <a:gd name="T41" fmla="*/ 350 h 462"/>
                <a:gd name="T42" fmla="*/ 54 w 1095"/>
                <a:gd name="T43" fmla="*/ 330 h 462"/>
                <a:gd name="T44" fmla="*/ 34 w 1095"/>
                <a:gd name="T45" fmla="*/ 311 h 462"/>
                <a:gd name="T46" fmla="*/ 18 w 1095"/>
                <a:gd name="T47" fmla="*/ 288 h 462"/>
                <a:gd name="T48" fmla="*/ 7 w 1095"/>
                <a:gd name="T49" fmla="*/ 266 h 462"/>
                <a:gd name="T50" fmla="*/ 1 w 1095"/>
                <a:gd name="T51" fmla="*/ 243 h 462"/>
                <a:gd name="T52" fmla="*/ 0 w 1095"/>
                <a:gd name="T53" fmla="*/ 231 h 462"/>
                <a:gd name="T54" fmla="*/ 4 w 1095"/>
                <a:gd name="T55" fmla="*/ 208 h 462"/>
                <a:gd name="T56" fmla="*/ 12 w 1095"/>
                <a:gd name="T57" fmla="*/ 185 h 462"/>
                <a:gd name="T58" fmla="*/ 26 w 1095"/>
                <a:gd name="T59" fmla="*/ 163 h 462"/>
                <a:gd name="T60" fmla="*/ 43 w 1095"/>
                <a:gd name="T61" fmla="*/ 142 h 462"/>
                <a:gd name="T62" fmla="*/ 66 w 1095"/>
                <a:gd name="T63" fmla="*/ 121 h 462"/>
                <a:gd name="T64" fmla="*/ 94 w 1095"/>
                <a:gd name="T65" fmla="*/ 102 h 462"/>
                <a:gd name="T66" fmla="*/ 126 w 1095"/>
                <a:gd name="T67" fmla="*/ 84 h 462"/>
                <a:gd name="T68" fmla="*/ 161 w 1095"/>
                <a:gd name="T69" fmla="*/ 68 h 462"/>
                <a:gd name="T70" fmla="*/ 200 w 1095"/>
                <a:gd name="T71" fmla="*/ 53 h 462"/>
                <a:gd name="T72" fmla="*/ 287 w 1095"/>
                <a:gd name="T73" fmla="*/ 28 h 462"/>
                <a:gd name="T74" fmla="*/ 385 w 1095"/>
                <a:gd name="T75" fmla="*/ 11 h 462"/>
                <a:gd name="T76" fmla="*/ 491 w 1095"/>
                <a:gd name="T77" fmla="*/ 2 h 462"/>
                <a:gd name="T78" fmla="*/ 548 w 1095"/>
                <a:gd name="T79" fmla="*/ 0 h 462"/>
                <a:gd name="T80" fmla="*/ 658 w 1095"/>
                <a:gd name="T81" fmla="*/ 5 h 462"/>
                <a:gd name="T82" fmla="*/ 761 w 1095"/>
                <a:gd name="T83" fmla="*/ 19 h 462"/>
                <a:gd name="T84" fmla="*/ 853 w 1095"/>
                <a:gd name="T85" fmla="*/ 40 h 462"/>
                <a:gd name="T86" fmla="*/ 915 w 1095"/>
                <a:gd name="T87" fmla="*/ 60 h 462"/>
                <a:gd name="T88" fmla="*/ 953 w 1095"/>
                <a:gd name="T89" fmla="*/ 77 h 462"/>
                <a:gd name="T90" fmla="*/ 986 w 1095"/>
                <a:gd name="T91" fmla="*/ 93 h 462"/>
                <a:gd name="T92" fmla="*/ 1016 w 1095"/>
                <a:gd name="T93" fmla="*/ 112 h 462"/>
                <a:gd name="T94" fmla="*/ 1041 w 1095"/>
                <a:gd name="T95" fmla="*/ 131 h 462"/>
                <a:gd name="T96" fmla="*/ 1062 w 1095"/>
                <a:gd name="T97" fmla="*/ 152 h 462"/>
                <a:gd name="T98" fmla="*/ 1077 w 1095"/>
                <a:gd name="T99" fmla="*/ 174 h 462"/>
                <a:gd name="T100" fmla="*/ 1088 w 1095"/>
                <a:gd name="T101" fmla="*/ 196 h 462"/>
                <a:gd name="T102" fmla="*/ 1094 w 1095"/>
                <a:gd name="T103" fmla="*/ 219 h 462"/>
                <a:gd name="T104" fmla="*/ 1095 w 1095"/>
                <a:gd name="T105" fmla="*/ 231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2">
                  <a:moveTo>
                    <a:pt x="1095" y="231"/>
                  </a:moveTo>
                  <a:lnTo>
                    <a:pt x="1095" y="231"/>
                  </a:lnTo>
                  <a:lnTo>
                    <a:pt x="1094" y="243"/>
                  </a:lnTo>
                  <a:lnTo>
                    <a:pt x="1092" y="254"/>
                  </a:lnTo>
                  <a:lnTo>
                    <a:pt x="1088" y="266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11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60"/>
                  </a:lnTo>
                  <a:lnTo>
                    <a:pt x="986" y="369"/>
                  </a:lnTo>
                  <a:lnTo>
                    <a:pt x="970" y="378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60"/>
                  </a:lnTo>
                  <a:lnTo>
                    <a:pt x="548" y="462"/>
                  </a:lnTo>
                  <a:lnTo>
                    <a:pt x="548" y="462"/>
                  </a:lnTo>
                  <a:lnTo>
                    <a:pt x="491" y="460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8"/>
                  </a:lnTo>
                  <a:lnTo>
                    <a:pt x="109" y="369"/>
                  </a:lnTo>
                  <a:lnTo>
                    <a:pt x="94" y="360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11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6"/>
                  </a:lnTo>
                  <a:lnTo>
                    <a:pt x="4" y="254"/>
                  </a:lnTo>
                  <a:lnTo>
                    <a:pt x="1" y="243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8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4"/>
                  </a:lnTo>
                  <a:lnTo>
                    <a:pt x="26" y="163"/>
                  </a:lnTo>
                  <a:lnTo>
                    <a:pt x="34" y="152"/>
                  </a:lnTo>
                  <a:lnTo>
                    <a:pt x="43" y="142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2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7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9"/>
                  </a:lnTo>
                  <a:lnTo>
                    <a:pt x="385" y="11"/>
                  </a:lnTo>
                  <a:lnTo>
                    <a:pt x="437" y="5"/>
                  </a:lnTo>
                  <a:lnTo>
                    <a:pt x="491" y="2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2"/>
                  </a:lnTo>
                  <a:lnTo>
                    <a:pt x="658" y="5"/>
                  </a:lnTo>
                  <a:lnTo>
                    <a:pt x="710" y="11"/>
                  </a:lnTo>
                  <a:lnTo>
                    <a:pt x="761" y="19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7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2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2"/>
                  </a:lnTo>
                  <a:lnTo>
                    <a:pt x="1062" y="152"/>
                  </a:lnTo>
                  <a:lnTo>
                    <a:pt x="1070" y="163"/>
                  </a:lnTo>
                  <a:lnTo>
                    <a:pt x="1077" y="174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8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3" name="Line 57"/>
            <p:cNvSpPr>
              <a:spLocks noChangeShapeType="1"/>
            </p:cNvSpPr>
            <p:nvPr/>
          </p:nvSpPr>
          <p:spPr bwMode="auto">
            <a:xfrm>
              <a:off x="573282" y="311602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4" name="Freeform 58"/>
            <p:cNvSpPr>
              <a:spLocks/>
            </p:cNvSpPr>
            <p:nvPr/>
          </p:nvSpPr>
          <p:spPr bwMode="auto">
            <a:xfrm>
              <a:off x="573282" y="3184846"/>
              <a:ext cx="190010" cy="68822"/>
            </a:xfrm>
            <a:custGeom>
              <a:avLst/>
              <a:gdLst>
                <a:gd name="T0" fmla="*/ 634 w 634"/>
                <a:gd name="T1" fmla="*/ 227 h 229"/>
                <a:gd name="T2" fmla="*/ 634 w 634"/>
                <a:gd name="T3" fmla="*/ 227 h 229"/>
                <a:gd name="T4" fmla="*/ 592 w 634"/>
                <a:gd name="T5" fmla="*/ 229 h 229"/>
                <a:gd name="T6" fmla="*/ 548 w 634"/>
                <a:gd name="T7" fmla="*/ 229 h 229"/>
                <a:gd name="T8" fmla="*/ 548 w 634"/>
                <a:gd name="T9" fmla="*/ 229 h 229"/>
                <a:gd name="T10" fmla="*/ 491 w 634"/>
                <a:gd name="T11" fmla="*/ 228 h 229"/>
                <a:gd name="T12" fmla="*/ 437 w 634"/>
                <a:gd name="T13" fmla="*/ 225 h 229"/>
                <a:gd name="T14" fmla="*/ 385 w 634"/>
                <a:gd name="T15" fmla="*/ 219 h 229"/>
                <a:gd name="T16" fmla="*/ 335 w 634"/>
                <a:gd name="T17" fmla="*/ 212 h 229"/>
                <a:gd name="T18" fmla="*/ 287 w 634"/>
                <a:gd name="T19" fmla="*/ 202 h 229"/>
                <a:gd name="T20" fmla="*/ 242 w 634"/>
                <a:gd name="T21" fmla="*/ 191 h 229"/>
                <a:gd name="T22" fmla="*/ 200 w 634"/>
                <a:gd name="T23" fmla="*/ 177 h 229"/>
                <a:gd name="T24" fmla="*/ 180 w 634"/>
                <a:gd name="T25" fmla="*/ 170 h 229"/>
                <a:gd name="T26" fmla="*/ 161 w 634"/>
                <a:gd name="T27" fmla="*/ 162 h 229"/>
                <a:gd name="T28" fmla="*/ 143 w 634"/>
                <a:gd name="T29" fmla="*/ 154 h 229"/>
                <a:gd name="T30" fmla="*/ 126 w 634"/>
                <a:gd name="T31" fmla="*/ 145 h 229"/>
                <a:gd name="T32" fmla="*/ 109 w 634"/>
                <a:gd name="T33" fmla="*/ 137 h 229"/>
                <a:gd name="T34" fmla="*/ 94 w 634"/>
                <a:gd name="T35" fmla="*/ 128 h 229"/>
                <a:gd name="T36" fmla="*/ 80 w 634"/>
                <a:gd name="T37" fmla="*/ 119 h 229"/>
                <a:gd name="T38" fmla="*/ 66 w 634"/>
                <a:gd name="T39" fmla="*/ 109 h 229"/>
                <a:gd name="T40" fmla="*/ 54 w 634"/>
                <a:gd name="T41" fmla="*/ 99 h 229"/>
                <a:gd name="T42" fmla="*/ 43 w 634"/>
                <a:gd name="T43" fmla="*/ 89 h 229"/>
                <a:gd name="T44" fmla="*/ 34 w 634"/>
                <a:gd name="T45" fmla="*/ 78 h 229"/>
                <a:gd name="T46" fmla="*/ 26 w 634"/>
                <a:gd name="T47" fmla="*/ 68 h 229"/>
                <a:gd name="T48" fmla="*/ 18 w 634"/>
                <a:gd name="T49" fmla="*/ 57 h 229"/>
                <a:gd name="T50" fmla="*/ 12 w 634"/>
                <a:gd name="T51" fmla="*/ 46 h 229"/>
                <a:gd name="T52" fmla="*/ 7 w 634"/>
                <a:gd name="T53" fmla="*/ 34 h 229"/>
                <a:gd name="T54" fmla="*/ 4 w 634"/>
                <a:gd name="T55" fmla="*/ 23 h 229"/>
                <a:gd name="T56" fmla="*/ 1 w 634"/>
                <a:gd name="T57" fmla="*/ 11 h 229"/>
                <a:gd name="T58" fmla="*/ 0 w 634"/>
                <a:gd name="T59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4" h="229">
                  <a:moveTo>
                    <a:pt x="634" y="227"/>
                  </a:moveTo>
                  <a:lnTo>
                    <a:pt x="634" y="227"/>
                  </a:lnTo>
                  <a:lnTo>
                    <a:pt x="592" y="229"/>
                  </a:lnTo>
                  <a:lnTo>
                    <a:pt x="548" y="229"/>
                  </a:lnTo>
                  <a:lnTo>
                    <a:pt x="548" y="229"/>
                  </a:lnTo>
                  <a:lnTo>
                    <a:pt x="491" y="228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2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2"/>
                  </a:lnTo>
                  <a:lnTo>
                    <a:pt x="143" y="154"/>
                  </a:lnTo>
                  <a:lnTo>
                    <a:pt x="126" y="145"/>
                  </a:lnTo>
                  <a:lnTo>
                    <a:pt x="109" y="137"/>
                  </a:lnTo>
                  <a:lnTo>
                    <a:pt x="94" y="128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8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4"/>
                  </a:lnTo>
                  <a:lnTo>
                    <a:pt x="4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5" name="Freeform 59"/>
            <p:cNvSpPr>
              <a:spLocks/>
            </p:cNvSpPr>
            <p:nvPr/>
          </p:nvSpPr>
          <p:spPr bwMode="auto">
            <a:xfrm>
              <a:off x="573282" y="3262645"/>
              <a:ext cx="164575" cy="68822"/>
            </a:xfrm>
            <a:custGeom>
              <a:avLst/>
              <a:gdLst>
                <a:gd name="T0" fmla="*/ 548 w 548"/>
                <a:gd name="T1" fmla="*/ 231 h 231"/>
                <a:gd name="T2" fmla="*/ 548 w 548"/>
                <a:gd name="T3" fmla="*/ 231 h 231"/>
                <a:gd name="T4" fmla="*/ 491 w 548"/>
                <a:gd name="T5" fmla="*/ 230 h 231"/>
                <a:gd name="T6" fmla="*/ 437 w 548"/>
                <a:gd name="T7" fmla="*/ 226 h 231"/>
                <a:gd name="T8" fmla="*/ 385 w 548"/>
                <a:gd name="T9" fmla="*/ 221 h 231"/>
                <a:gd name="T10" fmla="*/ 335 w 548"/>
                <a:gd name="T11" fmla="*/ 213 h 231"/>
                <a:gd name="T12" fmla="*/ 287 w 548"/>
                <a:gd name="T13" fmla="*/ 203 h 231"/>
                <a:gd name="T14" fmla="*/ 242 w 548"/>
                <a:gd name="T15" fmla="*/ 191 h 231"/>
                <a:gd name="T16" fmla="*/ 200 w 548"/>
                <a:gd name="T17" fmla="*/ 178 h 231"/>
                <a:gd name="T18" fmla="*/ 180 w 548"/>
                <a:gd name="T19" fmla="*/ 171 h 231"/>
                <a:gd name="T20" fmla="*/ 161 w 548"/>
                <a:gd name="T21" fmla="*/ 163 h 231"/>
                <a:gd name="T22" fmla="*/ 143 w 548"/>
                <a:gd name="T23" fmla="*/ 156 h 231"/>
                <a:gd name="T24" fmla="*/ 126 w 548"/>
                <a:gd name="T25" fmla="*/ 147 h 231"/>
                <a:gd name="T26" fmla="*/ 109 w 548"/>
                <a:gd name="T27" fmla="*/ 138 h 231"/>
                <a:gd name="T28" fmla="*/ 94 w 548"/>
                <a:gd name="T29" fmla="*/ 129 h 231"/>
                <a:gd name="T30" fmla="*/ 80 w 548"/>
                <a:gd name="T31" fmla="*/ 120 h 231"/>
                <a:gd name="T32" fmla="*/ 66 w 548"/>
                <a:gd name="T33" fmla="*/ 110 h 231"/>
                <a:gd name="T34" fmla="*/ 54 w 548"/>
                <a:gd name="T35" fmla="*/ 100 h 231"/>
                <a:gd name="T36" fmla="*/ 43 w 548"/>
                <a:gd name="T37" fmla="*/ 90 h 231"/>
                <a:gd name="T38" fmla="*/ 34 w 548"/>
                <a:gd name="T39" fmla="*/ 79 h 231"/>
                <a:gd name="T40" fmla="*/ 26 w 548"/>
                <a:gd name="T41" fmla="*/ 68 h 231"/>
                <a:gd name="T42" fmla="*/ 18 w 548"/>
                <a:gd name="T43" fmla="*/ 57 h 231"/>
                <a:gd name="T44" fmla="*/ 12 w 548"/>
                <a:gd name="T45" fmla="*/ 46 h 231"/>
                <a:gd name="T46" fmla="*/ 7 w 548"/>
                <a:gd name="T47" fmla="*/ 35 h 231"/>
                <a:gd name="T48" fmla="*/ 4 w 548"/>
                <a:gd name="T49" fmla="*/ 24 h 231"/>
                <a:gd name="T50" fmla="*/ 1 w 548"/>
                <a:gd name="T51" fmla="*/ 12 h 231"/>
                <a:gd name="T52" fmla="*/ 0 w 548"/>
                <a:gd name="T53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1">
                  <a:moveTo>
                    <a:pt x="548" y="231"/>
                  </a:moveTo>
                  <a:lnTo>
                    <a:pt x="548" y="231"/>
                  </a:lnTo>
                  <a:lnTo>
                    <a:pt x="491" y="230"/>
                  </a:lnTo>
                  <a:lnTo>
                    <a:pt x="437" y="226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20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90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6" name="Freeform 60"/>
            <p:cNvSpPr>
              <a:spLocks/>
            </p:cNvSpPr>
            <p:nvPr/>
          </p:nvSpPr>
          <p:spPr bwMode="auto">
            <a:xfrm>
              <a:off x="573282" y="3116023"/>
              <a:ext cx="164575" cy="293243"/>
            </a:xfrm>
            <a:custGeom>
              <a:avLst/>
              <a:gdLst>
                <a:gd name="T0" fmla="*/ 548 w 548"/>
                <a:gd name="T1" fmla="*/ 979 h 979"/>
                <a:gd name="T2" fmla="*/ 548 w 548"/>
                <a:gd name="T3" fmla="*/ 979 h 979"/>
                <a:gd name="T4" fmla="*/ 491 w 548"/>
                <a:gd name="T5" fmla="*/ 978 h 979"/>
                <a:gd name="T6" fmla="*/ 437 w 548"/>
                <a:gd name="T7" fmla="*/ 975 h 979"/>
                <a:gd name="T8" fmla="*/ 385 w 548"/>
                <a:gd name="T9" fmla="*/ 968 h 979"/>
                <a:gd name="T10" fmla="*/ 335 w 548"/>
                <a:gd name="T11" fmla="*/ 960 h 979"/>
                <a:gd name="T12" fmla="*/ 287 w 548"/>
                <a:gd name="T13" fmla="*/ 951 h 979"/>
                <a:gd name="T14" fmla="*/ 242 w 548"/>
                <a:gd name="T15" fmla="*/ 939 h 979"/>
                <a:gd name="T16" fmla="*/ 200 w 548"/>
                <a:gd name="T17" fmla="*/ 926 h 979"/>
                <a:gd name="T18" fmla="*/ 180 w 548"/>
                <a:gd name="T19" fmla="*/ 919 h 979"/>
                <a:gd name="T20" fmla="*/ 161 w 548"/>
                <a:gd name="T21" fmla="*/ 912 h 979"/>
                <a:gd name="T22" fmla="*/ 143 w 548"/>
                <a:gd name="T23" fmla="*/ 903 h 979"/>
                <a:gd name="T24" fmla="*/ 126 w 548"/>
                <a:gd name="T25" fmla="*/ 895 h 979"/>
                <a:gd name="T26" fmla="*/ 109 w 548"/>
                <a:gd name="T27" fmla="*/ 886 h 979"/>
                <a:gd name="T28" fmla="*/ 94 w 548"/>
                <a:gd name="T29" fmla="*/ 877 h 979"/>
                <a:gd name="T30" fmla="*/ 80 w 548"/>
                <a:gd name="T31" fmla="*/ 868 h 979"/>
                <a:gd name="T32" fmla="*/ 66 w 548"/>
                <a:gd name="T33" fmla="*/ 859 h 979"/>
                <a:gd name="T34" fmla="*/ 54 w 548"/>
                <a:gd name="T35" fmla="*/ 849 h 979"/>
                <a:gd name="T36" fmla="*/ 43 w 548"/>
                <a:gd name="T37" fmla="*/ 838 h 979"/>
                <a:gd name="T38" fmla="*/ 34 w 548"/>
                <a:gd name="T39" fmla="*/ 828 h 979"/>
                <a:gd name="T40" fmla="*/ 26 w 548"/>
                <a:gd name="T41" fmla="*/ 817 h 979"/>
                <a:gd name="T42" fmla="*/ 18 w 548"/>
                <a:gd name="T43" fmla="*/ 806 h 979"/>
                <a:gd name="T44" fmla="*/ 12 w 548"/>
                <a:gd name="T45" fmla="*/ 795 h 979"/>
                <a:gd name="T46" fmla="*/ 7 w 548"/>
                <a:gd name="T47" fmla="*/ 784 h 979"/>
                <a:gd name="T48" fmla="*/ 4 w 548"/>
                <a:gd name="T49" fmla="*/ 772 h 979"/>
                <a:gd name="T50" fmla="*/ 1 w 548"/>
                <a:gd name="T51" fmla="*/ 760 h 979"/>
                <a:gd name="T52" fmla="*/ 0 w 548"/>
                <a:gd name="T53" fmla="*/ 748 h 979"/>
                <a:gd name="T54" fmla="*/ 0 w 548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8" h="979">
                  <a:moveTo>
                    <a:pt x="548" y="979"/>
                  </a:moveTo>
                  <a:lnTo>
                    <a:pt x="548" y="979"/>
                  </a:lnTo>
                  <a:lnTo>
                    <a:pt x="491" y="978"/>
                  </a:lnTo>
                  <a:lnTo>
                    <a:pt x="437" y="975"/>
                  </a:lnTo>
                  <a:lnTo>
                    <a:pt x="385" y="968"/>
                  </a:lnTo>
                  <a:lnTo>
                    <a:pt x="335" y="960"/>
                  </a:lnTo>
                  <a:lnTo>
                    <a:pt x="287" y="951"/>
                  </a:lnTo>
                  <a:lnTo>
                    <a:pt x="242" y="939"/>
                  </a:lnTo>
                  <a:lnTo>
                    <a:pt x="200" y="926"/>
                  </a:lnTo>
                  <a:lnTo>
                    <a:pt x="180" y="919"/>
                  </a:lnTo>
                  <a:lnTo>
                    <a:pt x="161" y="912"/>
                  </a:lnTo>
                  <a:lnTo>
                    <a:pt x="143" y="903"/>
                  </a:lnTo>
                  <a:lnTo>
                    <a:pt x="126" y="895"/>
                  </a:lnTo>
                  <a:lnTo>
                    <a:pt x="109" y="886"/>
                  </a:lnTo>
                  <a:lnTo>
                    <a:pt x="94" y="877"/>
                  </a:lnTo>
                  <a:lnTo>
                    <a:pt x="80" y="868"/>
                  </a:lnTo>
                  <a:lnTo>
                    <a:pt x="66" y="859"/>
                  </a:lnTo>
                  <a:lnTo>
                    <a:pt x="54" y="849"/>
                  </a:lnTo>
                  <a:lnTo>
                    <a:pt x="43" y="838"/>
                  </a:lnTo>
                  <a:lnTo>
                    <a:pt x="34" y="828"/>
                  </a:lnTo>
                  <a:lnTo>
                    <a:pt x="26" y="817"/>
                  </a:lnTo>
                  <a:lnTo>
                    <a:pt x="18" y="806"/>
                  </a:lnTo>
                  <a:lnTo>
                    <a:pt x="12" y="795"/>
                  </a:lnTo>
                  <a:lnTo>
                    <a:pt x="7" y="784"/>
                  </a:lnTo>
                  <a:lnTo>
                    <a:pt x="4" y="772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7" name="Line 61"/>
            <p:cNvSpPr>
              <a:spLocks noChangeShapeType="1"/>
            </p:cNvSpPr>
            <p:nvPr/>
          </p:nvSpPr>
          <p:spPr bwMode="auto">
            <a:xfrm>
              <a:off x="900937" y="3116023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8" name="Freeform 62"/>
            <p:cNvSpPr>
              <a:spLocks/>
            </p:cNvSpPr>
            <p:nvPr/>
          </p:nvSpPr>
          <p:spPr bwMode="auto">
            <a:xfrm>
              <a:off x="790222" y="3270125"/>
              <a:ext cx="167567" cy="173552"/>
            </a:xfrm>
            <a:custGeom>
              <a:avLst/>
              <a:gdLst>
                <a:gd name="T0" fmla="*/ 368 w 564"/>
                <a:gd name="T1" fmla="*/ 565 h 576"/>
                <a:gd name="T2" fmla="*/ 340 w 564"/>
                <a:gd name="T3" fmla="*/ 571 h 576"/>
                <a:gd name="T4" fmla="*/ 311 w 564"/>
                <a:gd name="T5" fmla="*/ 575 h 576"/>
                <a:gd name="T6" fmla="*/ 282 w 564"/>
                <a:gd name="T7" fmla="*/ 576 h 576"/>
                <a:gd name="T8" fmla="*/ 254 w 564"/>
                <a:gd name="T9" fmla="*/ 574 h 576"/>
                <a:gd name="T10" fmla="*/ 226 w 564"/>
                <a:gd name="T11" fmla="*/ 569 h 576"/>
                <a:gd name="T12" fmla="*/ 200 w 564"/>
                <a:gd name="T13" fmla="*/ 563 h 576"/>
                <a:gd name="T14" fmla="*/ 174 w 564"/>
                <a:gd name="T15" fmla="*/ 553 h 576"/>
                <a:gd name="T16" fmla="*/ 126 w 564"/>
                <a:gd name="T17" fmla="*/ 526 h 576"/>
                <a:gd name="T18" fmla="*/ 104 w 564"/>
                <a:gd name="T19" fmla="*/ 510 h 576"/>
                <a:gd name="T20" fmla="*/ 83 w 564"/>
                <a:gd name="T21" fmla="*/ 491 h 576"/>
                <a:gd name="T22" fmla="*/ 64 w 564"/>
                <a:gd name="T23" fmla="*/ 470 h 576"/>
                <a:gd name="T24" fmla="*/ 47 w 564"/>
                <a:gd name="T25" fmla="*/ 447 h 576"/>
                <a:gd name="T26" fmla="*/ 33 w 564"/>
                <a:gd name="T27" fmla="*/ 422 h 576"/>
                <a:gd name="T28" fmla="*/ 21 w 564"/>
                <a:gd name="T29" fmla="*/ 396 h 576"/>
                <a:gd name="T30" fmla="*/ 11 w 564"/>
                <a:gd name="T31" fmla="*/ 368 h 576"/>
                <a:gd name="T32" fmla="*/ 8 w 564"/>
                <a:gd name="T33" fmla="*/ 354 h 576"/>
                <a:gd name="T34" fmla="*/ 2 w 564"/>
                <a:gd name="T35" fmla="*/ 325 h 576"/>
                <a:gd name="T36" fmla="*/ 0 w 564"/>
                <a:gd name="T37" fmla="*/ 297 h 576"/>
                <a:gd name="T38" fmla="*/ 0 w 564"/>
                <a:gd name="T39" fmla="*/ 269 h 576"/>
                <a:gd name="T40" fmla="*/ 3 w 564"/>
                <a:gd name="T41" fmla="*/ 240 h 576"/>
                <a:gd name="T42" fmla="*/ 10 w 564"/>
                <a:gd name="T43" fmla="*/ 214 h 576"/>
                <a:gd name="T44" fmla="*/ 18 w 564"/>
                <a:gd name="T45" fmla="*/ 187 h 576"/>
                <a:gd name="T46" fmla="*/ 35 w 564"/>
                <a:gd name="T47" fmla="*/ 150 h 576"/>
                <a:gd name="T48" fmla="*/ 57 w 564"/>
                <a:gd name="T49" fmla="*/ 114 h 576"/>
                <a:gd name="T50" fmla="*/ 75 w 564"/>
                <a:gd name="T51" fmla="*/ 93 h 576"/>
                <a:gd name="T52" fmla="*/ 95 w 564"/>
                <a:gd name="T53" fmla="*/ 74 h 576"/>
                <a:gd name="T54" fmla="*/ 117 w 564"/>
                <a:gd name="T55" fmla="*/ 56 h 576"/>
                <a:gd name="T56" fmla="*/ 140 w 564"/>
                <a:gd name="T57" fmla="*/ 41 h 576"/>
                <a:gd name="T58" fmla="*/ 165 w 564"/>
                <a:gd name="T59" fmla="*/ 27 h 576"/>
                <a:gd name="T60" fmla="*/ 193 w 564"/>
                <a:gd name="T61" fmla="*/ 16 h 576"/>
                <a:gd name="T62" fmla="*/ 207 w 564"/>
                <a:gd name="T63" fmla="*/ 12 h 576"/>
                <a:gd name="T64" fmla="*/ 236 w 564"/>
                <a:gd name="T65" fmla="*/ 5 h 576"/>
                <a:gd name="T66" fmla="*/ 265 w 564"/>
                <a:gd name="T67" fmla="*/ 1 h 576"/>
                <a:gd name="T68" fmla="*/ 292 w 564"/>
                <a:gd name="T69" fmla="*/ 0 h 576"/>
                <a:gd name="T70" fmla="*/ 321 w 564"/>
                <a:gd name="T71" fmla="*/ 2 h 576"/>
                <a:gd name="T72" fmla="*/ 349 w 564"/>
                <a:gd name="T73" fmla="*/ 6 h 576"/>
                <a:gd name="T74" fmla="*/ 375 w 564"/>
                <a:gd name="T75" fmla="*/ 14 h 576"/>
                <a:gd name="T76" fmla="*/ 402 w 564"/>
                <a:gd name="T77" fmla="*/ 24 h 576"/>
                <a:gd name="T78" fmla="*/ 449 w 564"/>
                <a:gd name="T79" fmla="*/ 50 h 576"/>
                <a:gd name="T80" fmla="*/ 471 w 564"/>
                <a:gd name="T81" fmla="*/ 67 h 576"/>
                <a:gd name="T82" fmla="*/ 492 w 564"/>
                <a:gd name="T83" fmla="*/ 86 h 576"/>
                <a:gd name="T84" fmla="*/ 511 w 564"/>
                <a:gd name="T85" fmla="*/ 106 h 576"/>
                <a:gd name="T86" fmla="*/ 527 w 564"/>
                <a:gd name="T87" fmla="*/ 129 h 576"/>
                <a:gd name="T88" fmla="*/ 542 w 564"/>
                <a:gd name="T89" fmla="*/ 153 h 576"/>
                <a:gd name="T90" fmla="*/ 554 w 564"/>
                <a:gd name="T91" fmla="*/ 180 h 576"/>
                <a:gd name="T92" fmla="*/ 564 w 564"/>
                <a:gd name="T93" fmla="*/ 207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4" h="576">
                  <a:moveTo>
                    <a:pt x="368" y="565"/>
                  </a:moveTo>
                  <a:lnTo>
                    <a:pt x="368" y="565"/>
                  </a:lnTo>
                  <a:lnTo>
                    <a:pt x="354" y="568"/>
                  </a:lnTo>
                  <a:lnTo>
                    <a:pt x="340" y="571"/>
                  </a:lnTo>
                  <a:lnTo>
                    <a:pt x="325" y="574"/>
                  </a:lnTo>
                  <a:lnTo>
                    <a:pt x="311" y="575"/>
                  </a:lnTo>
                  <a:lnTo>
                    <a:pt x="297" y="576"/>
                  </a:lnTo>
                  <a:lnTo>
                    <a:pt x="282" y="576"/>
                  </a:lnTo>
                  <a:lnTo>
                    <a:pt x="268" y="576"/>
                  </a:lnTo>
                  <a:lnTo>
                    <a:pt x="254" y="574"/>
                  </a:lnTo>
                  <a:lnTo>
                    <a:pt x="240" y="572"/>
                  </a:lnTo>
                  <a:lnTo>
                    <a:pt x="226" y="569"/>
                  </a:lnTo>
                  <a:lnTo>
                    <a:pt x="213" y="566"/>
                  </a:lnTo>
                  <a:lnTo>
                    <a:pt x="200" y="563"/>
                  </a:lnTo>
                  <a:lnTo>
                    <a:pt x="186" y="558"/>
                  </a:lnTo>
                  <a:lnTo>
                    <a:pt x="174" y="553"/>
                  </a:lnTo>
                  <a:lnTo>
                    <a:pt x="149" y="540"/>
                  </a:lnTo>
                  <a:lnTo>
                    <a:pt x="126" y="526"/>
                  </a:lnTo>
                  <a:lnTo>
                    <a:pt x="115" y="518"/>
                  </a:lnTo>
                  <a:lnTo>
                    <a:pt x="104" y="510"/>
                  </a:lnTo>
                  <a:lnTo>
                    <a:pt x="93" y="500"/>
                  </a:lnTo>
                  <a:lnTo>
                    <a:pt x="83" y="491"/>
                  </a:lnTo>
                  <a:lnTo>
                    <a:pt x="73" y="481"/>
                  </a:lnTo>
                  <a:lnTo>
                    <a:pt x="64" y="470"/>
                  </a:lnTo>
                  <a:lnTo>
                    <a:pt x="55" y="459"/>
                  </a:lnTo>
                  <a:lnTo>
                    <a:pt x="47" y="447"/>
                  </a:lnTo>
                  <a:lnTo>
                    <a:pt x="40" y="435"/>
                  </a:lnTo>
                  <a:lnTo>
                    <a:pt x="33" y="422"/>
                  </a:lnTo>
                  <a:lnTo>
                    <a:pt x="26" y="409"/>
                  </a:lnTo>
                  <a:lnTo>
                    <a:pt x="21" y="396"/>
                  </a:lnTo>
                  <a:lnTo>
                    <a:pt x="15" y="383"/>
                  </a:lnTo>
                  <a:lnTo>
                    <a:pt x="11" y="368"/>
                  </a:lnTo>
                  <a:lnTo>
                    <a:pt x="11" y="368"/>
                  </a:lnTo>
                  <a:lnTo>
                    <a:pt x="8" y="354"/>
                  </a:lnTo>
                  <a:lnTo>
                    <a:pt x="4" y="340"/>
                  </a:lnTo>
                  <a:lnTo>
                    <a:pt x="2" y="325"/>
                  </a:lnTo>
                  <a:lnTo>
                    <a:pt x="0" y="311"/>
                  </a:lnTo>
                  <a:lnTo>
                    <a:pt x="0" y="297"/>
                  </a:lnTo>
                  <a:lnTo>
                    <a:pt x="0" y="282"/>
                  </a:lnTo>
                  <a:lnTo>
                    <a:pt x="0" y="269"/>
                  </a:lnTo>
                  <a:lnTo>
                    <a:pt x="1" y="255"/>
                  </a:lnTo>
                  <a:lnTo>
                    <a:pt x="3" y="240"/>
                  </a:lnTo>
                  <a:lnTo>
                    <a:pt x="6" y="227"/>
                  </a:lnTo>
                  <a:lnTo>
                    <a:pt x="10" y="214"/>
                  </a:lnTo>
                  <a:lnTo>
                    <a:pt x="13" y="201"/>
                  </a:lnTo>
                  <a:lnTo>
                    <a:pt x="18" y="187"/>
                  </a:lnTo>
                  <a:lnTo>
                    <a:pt x="23" y="174"/>
                  </a:lnTo>
                  <a:lnTo>
                    <a:pt x="35" y="150"/>
                  </a:lnTo>
                  <a:lnTo>
                    <a:pt x="50" y="126"/>
                  </a:lnTo>
                  <a:lnTo>
                    <a:pt x="57" y="114"/>
                  </a:lnTo>
                  <a:lnTo>
                    <a:pt x="66" y="103"/>
                  </a:lnTo>
                  <a:lnTo>
                    <a:pt x="75" y="93"/>
                  </a:lnTo>
                  <a:lnTo>
                    <a:pt x="85" y="84"/>
                  </a:lnTo>
                  <a:lnTo>
                    <a:pt x="95" y="74"/>
                  </a:lnTo>
                  <a:lnTo>
                    <a:pt x="106" y="65"/>
                  </a:lnTo>
                  <a:lnTo>
                    <a:pt x="117" y="56"/>
                  </a:lnTo>
                  <a:lnTo>
                    <a:pt x="128" y="48"/>
                  </a:lnTo>
                  <a:lnTo>
                    <a:pt x="140" y="41"/>
                  </a:lnTo>
                  <a:lnTo>
                    <a:pt x="153" y="34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6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22" y="7"/>
                  </a:lnTo>
                  <a:lnTo>
                    <a:pt x="236" y="5"/>
                  </a:lnTo>
                  <a:lnTo>
                    <a:pt x="250" y="3"/>
                  </a:lnTo>
                  <a:lnTo>
                    <a:pt x="265" y="1"/>
                  </a:lnTo>
                  <a:lnTo>
                    <a:pt x="278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2"/>
                  </a:lnTo>
                  <a:lnTo>
                    <a:pt x="334" y="4"/>
                  </a:lnTo>
                  <a:lnTo>
                    <a:pt x="349" y="6"/>
                  </a:lnTo>
                  <a:lnTo>
                    <a:pt x="362" y="10"/>
                  </a:lnTo>
                  <a:lnTo>
                    <a:pt x="375" y="14"/>
                  </a:lnTo>
                  <a:lnTo>
                    <a:pt x="388" y="18"/>
                  </a:lnTo>
                  <a:lnTo>
                    <a:pt x="402" y="24"/>
                  </a:lnTo>
                  <a:lnTo>
                    <a:pt x="426" y="36"/>
                  </a:lnTo>
                  <a:lnTo>
                    <a:pt x="449" y="50"/>
                  </a:lnTo>
                  <a:lnTo>
                    <a:pt x="461" y="58"/>
                  </a:lnTo>
                  <a:lnTo>
                    <a:pt x="471" y="67"/>
                  </a:lnTo>
                  <a:lnTo>
                    <a:pt x="482" y="76"/>
                  </a:lnTo>
                  <a:lnTo>
                    <a:pt x="492" y="86"/>
                  </a:lnTo>
                  <a:lnTo>
                    <a:pt x="502" y="96"/>
                  </a:lnTo>
                  <a:lnTo>
                    <a:pt x="511" y="106"/>
                  </a:lnTo>
                  <a:lnTo>
                    <a:pt x="520" y="118"/>
                  </a:lnTo>
                  <a:lnTo>
                    <a:pt x="527" y="129"/>
                  </a:lnTo>
                  <a:lnTo>
                    <a:pt x="535" y="141"/>
                  </a:lnTo>
                  <a:lnTo>
                    <a:pt x="542" y="153"/>
                  </a:lnTo>
                  <a:lnTo>
                    <a:pt x="548" y="166"/>
                  </a:lnTo>
                  <a:lnTo>
                    <a:pt x="554" y="180"/>
                  </a:lnTo>
                  <a:lnTo>
                    <a:pt x="559" y="193"/>
                  </a:lnTo>
                  <a:lnTo>
                    <a:pt x="564" y="2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9" name="Freeform 63"/>
            <p:cNvSpPr>
              <a:spLocks/>
            </p:cNvSpPr>
            <p:nvPr/>
          </p:nvSpPr>
          <p:spPr bwMode="auto">
            <a:xfrm>
              <a:off x="911409" y="3285086"/>
              <a:ext cx="58350" cy="47876"/>
            </a:xfrm>
            <a:custGeom>
              <a:avLst/>
              <a:gdLst>
                <a:gd name="T0" fmla="*/ 198 w 198"/>
                <a:gd name="T1" fmla="*/ 0 h 158"/>
                <a:gd name="T2" fmla="*/ 158 w 198"/>
                <a:gd name="T3" fmla="*/ 158 h 158"/>
                <a:gd name="T4" fmla="*/ 0 w 198"/>
                <a:gd name="T5" fmla="*/ 1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" h="158">
                  <a:moveTo>
                    <a:pt x="198" y="0"/>
                  </a:moveTo>
                  <a:lnTo>
                    <a:pt x="158" y="158"/>
                  </a:lnTo>
                  <a:lnTo>
                    <a:pt x="0" y="1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0" name="Gruppieren 599"/>
          <p:cNvGrpSpPr/>
          <p:nvPr/>
        </p:nvGrpSpPr>
        <p:grpSpPr>
          <a:xfrm>
            <a:off x="9576886" y="2196191"/>
            <a:ext cx="369443" cy="369443"/>
            <a:chOff x="2228010" y="2444257"/>
            <a:chExt cx="396477" cy="396477"/>
          </a:xfrm>
        </p:grpSpPr>
        <p:sp>
          <p:nvSpPr>
            <p:cNvPr id="601" name="Freeform 82"/>
            <p:cNvSpPr>
              <a:spLocks/>
            </p:cNvSpPr>
            <p:nvPr/>
          </p:nvSpPr>
          <p:spPr bwMode="auto">
            <a:xfrm>
              <a:off x="2418020" y="2634267"/>
              <a:ext cx="206467" cy="206467"/>
            </a:xfrm>
            <a:custGeom>
              <a:avLst/>
              <a:gdLst>
                <a:gd name="T0" fmla="*/ 690 w 690"/>
                <a:gd name="T1" fmla="*/ 364 h 692"/>
                <a:gd name="T2" fmla="*/ 684 w 690"/>
                <a:gd name="T3" fmla="*/ 416 h 692"/>
                <a:gd name="T4" fmla="*/ 669 w 690"/>
                <a:gd name="T5" fmla="*/ 464 h 692"/>
                <a:gd name="T6" fmla="*/ 648 w 690"/>
                <a:gd name="T7" fmla="*/ 511 h 692"/>
                <a:gd name="T8" fmla="*/ 622 w 690"/>
                <a:gd name="T9" fmla="*/ 553 h 692"/>
                <a:gd name="T10" fmla="*/ 589 w 690"/>
                <a:gd name="T11" fmla="*/ 590 h 692"/>
                <a:gd name="T12" fmla="*/ 551 w 690"/>
                <a:gd name="T13" fmla="*/ 622 h 692"/>
                <a:gd name="T14" fmla="*/ 509 w 690"/>
                <a:gd name="T15" fmla="*/ 650 h 692"/>
                <a:gd name="T16" fmla="*/ 464 w 690"/>
                <a:gd name="T17" fmla="*/ 671 h 692"/>
                <a:gd name="T18" fmla="*/ 415 w 690"/>
                <a:gd name="T19" fmla="*/ 684 h 692"/>
                <a:gd name="T20" fmla="*/ 363 w 690"/>
                <a:gd name="T21" fmla="*/ 691 h 692"/>
                <a:gd name="T22" fmla="*/ 327 w 690"/>
                <a:gd name="T23" fmla="*/ 691 h 692"/>
                <a:gd name="T24" fmla="*/ 275 w 690"/>
                <a:gd name="T25" fmla="*/ 684 h 692"/>
                <a:gd name="T26" fmla="*/ 226 w 690"/>
                <a:gd name="T27" fmla="*/ 671 h 692"/>
                <a:gd name="T28" fmla="*/ 181 w 690"/>
                <a:gd name="T29" fmla="*/ 650 h 692"/>
                <a:gd name="T30" fmla="*/ 139 w 690"/>
                <a:gd name="T31" fmla="*/ 622 h 692"/>
                <a:gd name="T32" fmla="*/ 101 w 690"/>
                <a:gd name="T33" fmla="*/ 590 h 692"/>
                <a:gd name="T34" fmla="*/ 68 w 690"/>
                <a:gd name="T35" fmla="*/ 553 h 692"/>
                <a:gd name="T36" fmla="*/ 41 w 690"/>
                <a:gd name="T37" fmla="*/ 511 h 692"/>
                <a:gd name="T38" fmla="*/ 21 w 690"/>
                <a:gd name="T39" fmla="*/ 464 h 692"/>
                <a:gd name="T40" fmla="*/ 6 w 690"/>
                <a:gd name="T41" fmla="*/ 416 h 692"/>
                <a:gd name="T42" fmla="*/ 0 w 690"/>
                <a:gd name="T43" fmla="*/ 364 h 692"/>
                <a:gd name="T44" fmla="*/ 0 w 690"/>
                <a:gd name="T45" fmla="*/ 328 h 692"/>
                <a:gd name="T46" fmla="*/ 6 w 690"/>
                <a:gd name="T47" fmla="*/ 276 h 692"/>
                <a:gd name="T48" fmla="*/ 21 w 690"/>
                <a:gd name="T49" fmla="*/ 227 h 692"/>
                <a:gd name="T50" fmla="*/ 41 w 690"/>
                <a:gd name="T51" fmla="*/ 181 h 692"/>
                <a:gd name="T52" fmla="*/ 68 w 690"/>
                <a:gd name="T53" fmla="*/ 139 h 692"/>
                <a:gd name="T54" fmla="*/ 101 w 690"/>
                <a:gd name="T55" fmla="*/ 101 h 692"/>
                <a:gd name="T56" fmla="*/ 139 w 690"/>
                <a:gd name="T57" fmla="*/ 69 h 692"/>
                <a:gd name="T58" fmla="*/ 181 w 690"/>
                <a:gd name="T59" fmla="*/ 42 h 692"/>
                <a:gd name="T60" fmla="*/ 226 w 690"/>
                <a:gd name="T61" fmla="*/ 21 h 692"/>
                <a:gd name="T62" fmla="*/ 275 w 690"/>
                <a:gd name="T63" fmla="*/ 7 h 692"/>
                <a:gd name="T64" fmla="*/ 327 w 690"/>
                <a:gd name="T65" fmla="*/ 1 h 692"/>
                <a:gd name="T66" fmla="*/ 363 w 690"/>
                <a:gd name="T67" fmla="*/ 1 h 692"/>
                <a:gd name="T68" fmla="*/ 415 w 690"/>
                <a:gd name="T69" fmla="*/ 7 h 692"/>
                <a:gd name="T70" fmla="*/ 464 w 690"/>
                <a:gd name="T71" fmla="*/ 21 h 692"/>
                <a:gd name="T72" fmla="*/ 509 w 690"/>
                <a:gd name="T73" fmla="*/ 42 h 692"/>
                <a:gd name="T74" fmla="*/ 551 w 690"/>
                <a:gd name="T75" fmla="*/ 69 h 692"/>
                <a:gd name="T76" fmla="*/ 589 w 690"/>
                <a:gd name="T77" fmla="*/ 101 h 692"/>
                <a:gd name="T78" fmla="*/ 622 w 690"/>
                <a:gd name="T79" fmla="*/ 139 h 692"/>
                <a:gd name="T80" fmla="*/ 648 w 690"/>
                <a:gd name="T81" fmla="*/ 181 h 692"/>
                <a:gd name="T82" fmla="*/ 669 w 690"/>
                <a:gd name="T83" fmla="*/ 227 h 692"/>
                <a:gd name="T84" fmla="*/ 684 w 690"/>
                <a:gd name="T85" fmla="*/ 276 h 692"/>
                <a:gd name="T86" fmla="*/ 690 w 690"/>
                <a:gd name="T87" fmla="*/ 328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90" h="692">
                  <a:moveTo>
                    <a:pt x="690" y="346"/>
                  </a:moveTo>
                  <a:lnTo>
                    <a:pt x="690" y="346"/>
                  </a:lnTo>
                  <a:lnTo>
                    <a:pt x="690" y="364"/>
                  </a:lnTo>
                  <a:lnTo>
                    <a:pt x="688" y="382"/>
                  </a:lnTo>
                  <a:lnTo>
                    <a:pt x="686" y="398"/>
                  </a:lnTo>
                  <a:lnTo>
                    <a:pt x="684" y="416"/>
                  </a:lnTo>
                  <a:lnTo>
                    <a:pt x="679" y="432"/>
                  </a:lnTo>
                  <a:lnTo>
                    <a:pt x="675" y="449"/>
                  </a:lnTo>
                  <a:lnTo>
                    <a:pt x="669" y="464"/>
                  </a:lnTo>
                  <a:lnTo>
                    <a:pt x="663" y="480"/>
                  </a:lnTo>
                  <a:lnTo>
                    <a:pt x="656" y="495"/>
                  </a:lnTo>
                  <a:lnTo>
                    <a:pt x="648" y="511"/>
                  </a:lnTo>
                  <a:lnTo>
                    <a:pt x="641" y="525"/>
                  </a:lnTo>
                  <a:lnTo>
                    <a:pt x="632" y="539"/>
                  </a:lnTo>
                  <a:lnTo>
                    <a:pt x="622" y="553"/>
                  </a:lnTo>
                  <a:lnTo>
                    <a:pt x="611" y="566"/>
                  </a:lnTo>
                  <a:lnTo>
                    <a:pt x="601" y="578"/>
                  </a:lnTo>
                  <a:lnTo>
                    <a:pt x="589" y="590"/>
                  </a:lnTo>
                  <a:lnTo>
                    <a:pt x="577" y="601"/>
                  </a:lnTo>
                  <a:lnTo>
                    <a:pt x="565" y="612"/>
                  </a:lnTo>
                  <a:lnTo>
                    <a:pt x="551" y="622"/>
                  </a:lnTo>
                  <a:lnTo>
                    <a:pt x="538" y="632"/>
                  </a:lnTo>
                  <a:lnTo>
                    <a:pt x="524" y="641"/>
                  </a:lnTo>
                  <a:lnTo>
                    <a:pt x="509" y="650"/>
                  </a:lnTo>
                  <a:lnTo>
                    <a:pt x="495" y="658"/>
                  </a:lnTo>
                  <a:lnTo>
                    <a:pt x="480" y="664"/>
                  </a:lnTo>
                  <a:lnTo>
                    <a:pt x="464" y="671"/>
                  </a:lnTo>
                  <a:lnTo>
                    <a:pt x="448" y="675"/>
                  </a:lnTo>
                  <a:lnTo>
                    <a:pt x="431" y="681"/>
                  </a:lnTo>
                  <a:lnTo>
                    <a:pt x="415" y="684"/>
                  </a:lnTo>
                  <a:lnTo>
                    <a:pt x="398" y="687"/>
                  </a:lnTo>
                  <a:lnTo>
                    <a:pt x="380" y="690"/>
                  </a:lnTo>
                  <a:lnTo>
                    <a:pt x="363" y="691"/>
                  </a:lnTo>
                  <a:lnTo>
                    <a:pt x="345" y="692"/>
                  </a:lnTo>
                  <a:lnTo>
                    <a:pt x="345" y="692"/>
                  </a:lnTo>
                  <a:lnTo>
                    <a:pt x="327" y="691"/>
                  </a:lnTo>
                  <a:lnTo>
                    <a:pt x="310" y="690"/>
                  </a:lnTo>
                  <a:lnTo>
                    <a:pt x="292" y="687"/>
                  </a:lnTo>
                  <a:lnTo>
                    <a:pt x="275" y="684"/>
                  </a:lnTo>
                  <a:lnTo>
                    <a:pt x="259" y="681"/>
                  </a:lnTo>
                  <a:lnTo>
                    <a:pt x="242" y="675"/>
                  </a:lnTo>
                  <a:lnTo>
                    <a:pt x="226" y="671"/>
                  </a:lnTo>
                  <a:lnTo>
                    <a:pt x="210" y="664"/>
                  </a:lnTo>
                  <a:lnTo>
                    <a:pt x="195" y="658"/>
                  </a:lnTo>
                  <a:lnTo>
                    <a:pt x="181" y="650"/>
                  </a:lnTo>
                  <a:lnTo>
                    <a:pt x="166" y="641"/>
                  </a:lnTo>
                  <a:lnTo>
                    <a:pt x="152" y="632"/>
                  </a:lnTo>
                  <a:lnTo>
                    <a:pt x="139" y="622"/>
                  </a:lnTo>
                  <a:lnTo>
                    <a:pt x="125" y="612"/>
                  </a:lnTo>
                  <a:lnTo>
                    <a:pt x="112" y="601"/>
                  </a:lnTo>
                  <a:lnTo>
                    <a:pt x="101" y="590"/>
                  </a:lnTo>
                  <a:lnTo>
                    <a:pt x="89" y="578"/>
                  </a:lnTo>
                  <a:lnTo>
                    <a:pt x="78" y="566"/>
                  </a:lnTo>
                  <a:lnTo>
                    <a:pt x="68" y="553"/>
                  </a:lnTo>
                  <a:lnTo>
                    <a:pt x="58" y="539"/>
                  </a:lnTo>
                  <a:lnTo>
                    <a:pt x="49" y="525"/>
                  </a:lnTo>
                  <a:lnTo>
                    <a:pt x="41" y="511"/>
                  </a:lnTo>
                  <a:lnTo>
                    <a:pt x="34" y="495"/>
                  </a:lnTo>
                  <a:lnTo>
                    <a:pt x="27" y="480"/>
                  </a:lnTo>
                  <a:lnTo>
                    <a:pt x="21" y="464"/>
                  </a:lnTo>
                  <a:lnTo>
                    <a:pt x="15" y="449"/>
                  </a:lnTo>
                  <a:lnTo>
                    <a:pt x="11" y="432"/>
                  </a:lnTo>
                  <a:lnTo>
                    <a:pt x="6" y="416"/>
                  </a:lnTo>
                  <a:lnTo>
                    <a:pt x="4" y="398"/>
                  </a:lnTo>
                  <a:lnTo>
                    <a:pt x="2" y="382"/>
                  </a:lnTo>
                  <a:lnTo>
                    <a:pt x="0" y="364"/>
                  </a:lnTo>
                  <a:lnTo>
                    <a:pt x="0" y="346"/>
                  </a:lnTo>
                  <a:lnTo>
                    <a:pt x="0" y="346"/>
                  </a:lnTo>
                  <a:lnTo>
                    <a:pt x="0" y="328"/>
                  </a:lnTo>
                  <a:lnTo>
                    <a:pt x="2" y="310"/>
                  </a:lnTo>
                  <a:lnTo>
                    <a:pt x="4" y="293"/>
                  </a:lnTo>
                  <a:lnTo>
                    <a:pt x="6" y="276"/>
                  </a:lnTo>
                  <a:lnTo>
                    <a:pt x="11" y="259"/>
                  </a:lnTo>
                  <a:lnTo>
                    <a:pt x="15" y="243"/>
                  </a:lnTo>
                  <a:lnTo>
                    <a:pt x="21" y="227"/>
                  </a:lnTo>
                  <a:lnTo>
                    <a:pt x="27" y="212"/>
                  </a:lnTo>
                  <a:lnTo>
                    <a:pt x="34" y="196"/>
                  </a:lnTo>
                  <a:lnTo>
                    <a:pt x="41" y="181"/>
                  </a:lnTo>
                  <a:lnTo>
                    <a:pt x="49" y="166"/>
                  </a:lnTo>
                  <a:lnTo>
                    <a:pt x="58" y="152"/>
                  </a:lnTo>
                  <a:lnTo>
                    <a:pt x="68" y="139"/>
                  </a:lnTo>
                  <a:lnTo>
                    <a:pt x="78" y="126"/>
                  </a:lnTo>
                  <a:lnTo>
                    <a:pt x="89" y="113"/>
                  </a:lnTo>
                  <a:lnTo>
                    <a:pt x="101" y="101"/>
                  </a:lnTo>
                  <a:lnTo>
                    <a:pt x="112" y="90"/>
                  </a:lnTo>
                  <a:lnTo>
                    <a:pt x="125" y="79"/>
                  </a:lnTo>
                  <a:lnTo>
                    <a:pt x="139" y="69"/>
                  </a:lnTo>
                  <a:lnTo>
                    <a:pt x="152" y="59"/>
                  </a:lnTo>
                  <a:lnTo>
                    <a:pt x="166" y="50"/>
                  </a:lnTo>
                  <a:lnTo>
                    <a:pt x="181" y="42"/>
                  </a:lnTo>
                  <a:lnTo>
                    <a:pt x="195" y="34"/>
                  </a:lnTo>
                  <a:lnTo>
                    <a:pt x="210" y="27"/>
                  </a:lnTo>
                  <a:lnTo>
                    <a:pt x="226" y="21"/>
                  </a:lnTo>
                  <a:lnTo>
                    <a:pt x="242" y="16"/>
                  </a:lnTo>
                  <a:lnTo>
                    <a:pt x="259" y="11"/>
                  </a:lnTo>
                  <a:lnTo>
                    <a:pt x="275" y="7"/>
                  </a:lnTo>
                  <a:lnTo>
                    <a:pt x="292" y="4"/>
                  </a:lnTo>
                  <a:lnTo>
                    <a:pt x="310" y="2"/>
                  </a:lnTo>
                  <a:lnTo>
                    <a:pt x="327" y="1"/>
                  </a:lnTo>
                  <a:lnTo>
                    <a:pt x="345" y="0"/>
                  </a:lnTo>
                  <a:lnTo>
                    <a:pt x="345" y="0"/>
                  </a:lnTo>
                  <a:lnTo>
                    <a:pt x="363" y="1"/>
                  </a:lnTo>
                  <a:lnTo>
                    <a:pt x="380" y="2"/>
                  </a:lnTo>
                  <a:lnTo>
                    <a:pt x="398" y="4"/>
                  </a:lnTo>
                  <a:lnTo>
                    <a:pt x="415" y="7"/>
                  </a:lnTo>
                  <a:lnTo>
                    <a:pt x="431" y="11"/>
                  </a:lnTo>
                  <a:lnTo>
                    <a:pt x="448" y="16"/>
                  </a:lnTo>
                  <a:lnTo>
                    <a:pt x="464" y="21"/>
                  </a:lnTo>
                  <a:lnTo>
                    <a:pt x="480" y="27"/>
                  </a:lnTo>
                  <a:lnTo>
                    <a:pt x="495" y="34"/>
                  </a:lnTo>
                  <a:lnTo>
                    <a:pt x="509" y="42"/>
                  </a:lnTo>
                  <a:lnTo>
                    <a:pt x="524" y="50"/>
                  </a:lnTo>
                  <a:lnTo>
                    <a:pt x="538" y="59"/>
                  </a:lnTo>
                  <a:lnTo>
                    <a:pt x="551" y="69"/>
                  </a:lnTo>
                  <a:lnTo>
                    <a:pt x="565" y="79"/>
                  </a:lnTo>
                  <a:lnTo>
                    <a:pt x="577" y="90"/>
                  </a:lnTo>
                  <a:lnTo>
                    <a:pt x="589" y="101"/>
                  </a:lnTo>
                  <a:lnTo>
                    <a:pt x="601" y="113"/>
                  </a:lnTo>
                  <a:lnTo>
                    <a:pt x="611" y="126"/>
                  </a:lnTo>
                  <a:lnTo>
                    <a:pt x="622" y="139"/>
                  </a:lnTo>
                  <a:lnTo>
                    <a:pt x="632" y="152"/>
                  </a:lnTo>
                  <a:lnTo>
                    <a:pt x="641" y="166"/>
                  </a:lnTo>
                  <a:lnTo>
                    <a:pt x="648" y="181"/>
                  </a:lnTo>
                  <a:lnTo>
                    <a:pt x="656" y="196"/>
                  </a:lnTo>
                  <a:lnTo>
                    <a:pt x="663" y="212"/>
                  </a:lnTo>
                  <a:lnTo>
                    <a:pt x="669" y="227"/>
                  </a:lnTo>
                  <a:lnTo>
                    <a:pt x="675" y="243"/>
                  </a:lnTo>
                  <a:lnTo>
                    <a:pt x="679" y="259"/>
                  </a:lnTo>
                  <a:lnTo>
                    <a:pt x="684" y="276"/>
                  </a:lnTo>
                  <a:lnTo>
                    <a:pt x="686" y="293"/>
                  </a:lnTo>
                  <a:lnTo>
                    <a:pt x="688" y="310"/>
                  </a:lnTo>
                  <a:lnTo>
                    <a:pt x="690" y="328"/>
                  </a:lnTo>
                  <a:lnTo>
                    <a:pt x="690" y="346"/>
                  </a:lnTo>
                  <a:lnTo>
                    <a:pt x="690" y="3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2" name="Freeform 83"/>
            <p:cNvSpPr>
              <a:spLocks/>
            </p:cNvSpPr>
            <p:nvPr/>
          </p:nvSpPr>
          <p:spPr bwMode="auto">
            <a:xfrm>
              <a:off x="2468888" y="2710570"/>
              <a:ext cx="103234" cy="67327"/>
            </a:xfrm>
            <a:custGeom>
              <a:avLst/>
              <a:gdLst>
                <a:gd name="T0" fmla="*/ 345 w 345"/>
                <a:gd name="T1" fmla="*/ 0 h 221"/>
                <a:gd name="T2" fmla="*/ 144 w 345"/>
                <a:gd name="T3" fmla="*/ 221 h 221"/>
                <a:gd name="T4" fmla="*/ 0 w 345"/>
                <a:gd name="T5" fmla="*/ 7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5" h="221">
                  <a:moveTo>
                    <a:pt x="345" y="0"/>
                  </a:moveTo>
                  <a:lnTo>
                    <a:pt x="144" y="221"/>
                  </a:lnTo>
                  <a:lnTo>
                    <a:pt x="0" y="7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3" name="Freeform 84"/>
            <p:cNvSpPr>
              <a:spLocks/>
            </p:cNvSpPr>
            <p:nvPr/>
          </p:nvSpPr>
          <p:spPr bwMode="auto">
            <a:xfrm>
              <a:off x="2228010" y="2444257"/>
              <a:ext cx="327655" cy="137645"/>
            </a:xfrm>
            <a:custGeom>
              <a:avLst/>
              <a:gdLst>
                <a:gd name="T0" fmla="*/ 1094 w 1094"/>
                <a:gd name="T1" fmla="*/ 230 h 461"/>
                <a:gd name="T2" fmla="*/ 1092 w 1094"/>
                <a:gd name="T3" fmla="*/ 254 h 461"/>
                <a:gd name="T4" fmla="*/ 1083 w 1094"/>
                <a:gd name="T5" fmla="*/ 276 h 461"/>
                <a:gd name="T6" fmla="*/ 1069 w 1094"/>
                <a:gd name="T7" fmla="*/ 298 h 461"/>
                <a:gd name="T8" fmla="*/ 1051 w 1094"/>
                <a:gd name="T9" fmla="*/ 319 h 461"/>
                <a:gd name="T10" fmla="*/ 1028 w 1094"/>
                <a:gd name="T11" fmla="*/ 340 h 461"/>
                <a:gd name="T12" fmla="*/ 1001 w 1094"/>
                <a:gd name="T13" fmla="*/ 359 h 461"/>
                <a:gd name="T14" fmla="*/ 969 w 1094"/>
                <a:gd name="T15" fmla="*/ 377 h 461"/>
                <a:gd name="T16" fmla="*/ 934 w 1094"/>
                <a:gd name="T17" fmla="*/ 393 h 461"/>
                <a:gd name="T18" fmla="*/ 895 w 1094"/>
                <a:gd name="T19" fmla="*/ 408 h 461"/>
                <a:gd name="T20" fmla="*/ 808 w 1094"/>
                <a:gd name="T21" fmla="*/ 433 h 461"/>
                <a:gd name="T22" fmla="*/ 710 w 1094"/>
                <a:gd name="T23" fmla="*/ 451 h 461"/>
                <a:gd name="T24" fmla="*/ 603 w 1094"/>
                <a:gd name="T25" fmla="*/ 459 h 461"/>
                <a:gd name="T26" fmla="*/ 547 w 1094"/>
                <a:gd name="T27" fmla="*/ 461 h 461"/>
                <a:gd name="T28" fmla="*/ 437 w 1094"/>
                <a:gd name="T29" fmla="*/ 456 h 461"/>
                <a:gd name="T30" fmla="*/ 334 w 1094"/>
                <a:gd name="T31" fmla="*/ 443 h 461"/>
                <a:gd name="T32" fmla="*/ 242 w 1094"/>
                <a:gd name="T33" fmla="*/ 421 h 461"/>
                <a:gd name="T34" fmla="*/ 179 w 1094"/>
                <a:gd name="T35" fmla="*/ 401 h 461"/>
                <a:gd name="T36" fmla="*/ 142 w 1094"/>
                <a:gd name="T37" fmla="*/ 386 h 461"/>
                <a:gd name="T38" fmla="*/ 108 w 1094"/>
                <a:gd name="T39" fmla="*/ 368 h 461"/>
                <a:gd name="T40" fmla="*/ 80 w 1094"/>
                <a:gd name="T41" fmla="*/ 349 h 461"/>
                <a:gd name="T42" fmla="*/ 54 w 1094"/>
                <a:gd name="T43" fmla="*/ 330 h 461"/>
                <a:gd name="T44" fmla="*/ 33 w 1094"/>
                <a:gd name="T45" fmla="*/ 309 h 461"/>
                <a:gd name="T46" fmla="*/ 18 w 1094"/>
                <a:gd name="T47" fmla="*/ 287 h 461"/>
                <a:gd name="T48" fmla="*/ 7 w 1094"/>
                <a:gd name="T49" fmla="*/ 265 h 461"/>
                <a:gd name="T50" fmla="*/ 1 w 1094"/>
                <a:gd name="T51" fmla="*/ 242 h 461"/>
                <a:gd name="T52" fmla="*/ 0 w 1094"/>
                <a:gd name="T53" fmla="*/ 230 h 461"/>
                <a:gd name="T54" fmla="*/ 3 w 1094"/>
                <a:gd name="T55" fmla="*/ 207 h 461"/>
                <a:gd name="T56" fmla="*/ 11 w 1094"/>
                <a:gd name="T57" fmla="*/ 184 h 461"/>
                <a:gd name="T58" fmla="*/ 24 w 1094"/>
                <a:gd name="T59" fmla="*/ 161 h 461"/>
                <a:gd name="T60" fmla="*/ 43 w 1094"/>
                <a:gd name="T61" fmla="*/ 140 h 461"/>
                <a:gd name="T62" fmla="*/ 66 w 1094"/>
                <a:gd name="T63" fmla="*/ 121 h 461"/>
                <a:gd name="T64" fmla="*/ 94 w 1094"/>
                <a:gd name="T65" fmla="*/ 102 h 461"/>
                <a:gd name="T66" fmla="*/ 125 w 1094"/>
                <a:gd name="T67" fmla="*/ 84 h 461"/>
                <a:gd name="T68" fmla="*/ 160 w 1094"/>
                <a:gd name="T69" fmla="*/ 68 h 461"/>
                <a:gd name="T70" fmla="*/ 199 w 1094"/>
                <a:gd name="T71" fmla="*/ 52 h 461"/>
                <a:gd name="T72" fmla="*/ 286 w 1094"/>
                <a:gd name="T73" fmla="*/ 28 h 461"/>
                <a:gd name="T74" fmla="*/ 384 w 1094"/>
                <a:gd name="T75" fmla="*/ 10 h 461"/>
                <a:gd name="T76" fmla="*/ 491 w 1094"/>
                <a:gd name="T77" fmla="*/ 1 h 461"/>
                <a:gd name="T78" fmla="*/ 547 w 1094"/>
                <a:gd name="T79" fmla="*/ 0 h 461"/>
                <a:gd name="T80" fmla="*/ 658 w 1094"/>
                <a:gd name="T81" fmla="*/ 5 h 461"/>
                <a:gd name="T82" fmla="*/ 760 w 1094"/>
                <a:gd name="T83" fmla="*/ 18 h 461"/>
                <a:gd name="T84" fmla="*/ 853 w 1094"/>
                <a:gd name="T85" fmla="*/ 39 h 461"/>
                <a:gd name="T86" fmla="*/ 915 w 1094"/>
                <a:gd name="T87" fmla="*/ 60 h 461"/>
                <a:gd name="T88" fmla="*/ 952 w 1094"/>
                <a:gd name="T89" fmla="*/ 75 h 461"/>
                <a:gd name="T90" fmla="*/ 986 w 1094"/>
                <a:gd name="T91" fmla="*/ 92 h 461"/>
                <a:gd name="T92" fmla="*/ 1015 w 1094"/>
                <a:gd name="T93" fmla="*/ 111 h 461"/>
                <a:gd name="T94" fmla="*/ 1040 w 1094"/>
                <a:gd name="T95" fmla="*/ 131 h 461"/>
                <a:gd name="T96" fmla="*/ 1061 w 1094"/>
                <a:gd name="T97" fmla="*/ 152 h 461"/>
                <a:gd name="T98" fmla="*/ 1077 w 1094"/>
                <a:gd name="T99" fmla="*/ 173 h 461"/>
                <a:gd name="T100" fmla="*/ 1088 w 1094"/>
                <a:gd name="T101" fmla="*/ 195 h 461"/>
                <a:gd name="T102" fmla="*/ 1094 w 1094"/>
                <a:gd name="T103" fmla="*/ 219 h 461"/>
                <a:gd name="T104" fmla="*/ 1094 w 1094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4" h="461">
                  <a:moveTo>
                    <a:pt x="1094" y="230"/>
                  </a:moveTo>
                  <a:lnTo>
                    <a:pt x="1094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3" y="276"/>
                  </a:lnTo>
                  <a:lnTo>
                    <a:pt x="1077" y="287"/>
                  </a:lnTo>
                  <a:lnTo>
                    <a:pt x="1069" y="298"/>
                  </a:lnTo>
                  <a:lnTo>
                    <a:pt x="1061" y="309"/>
                  </a:lnTo>
                  <a:lnTo>
                    <a:pt x="1051" y="319"/>
                  </a:lnTo>
                  <a:lnTo>
                    <a:pt x="1040" y="330"/>
                  </a:lnTo>
                  <a:lnTo>
                    <a:pt x="1028" y="340"/>
                  </a:lnTo>
                  <a:lnTo>
                    <a:pt x="1015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69" y="377"/>
                  </a:lnTo>
                  <a:lnTo>
                    <a:pt x="952" y="386"/>
                  </a:lnTo>
                  <a:lnTo>
                    <a:pt x="934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0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3" y="459"/>
                  </a:lnTo>
                  <a:lnTo>
                    <a:pt x="547" y="461"/>
                  </a:lnTo>
                  <a:lnTo>
                    <a:pt x="547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2" y="421"/>
                  </a:lnTo>
                  <a:lnTo>
                    <a:pt x="199" y="408"/>
                  </a:lnTo>
                  <a:lnTo>
                    <a:pt x="179" y="401"/>
                  </a:lnTo>
                  <a:lnTo>
                    <a:pt x="160" y="393"/>
                  </a:lnTo>
                  <a:lnTo>
                    <a:pt x="142" y="386"/>
                  </a:lnTo>
                  <a:lnTo>
                    <a:pt x="125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3" y="309"/>
                  </a:lnTo>
                  <a:lnTo>
                    <a:pt x="24" y="298"/>
                  </a:lnTo>
                  <a:lnTo>
                    <a:pt x="18" y="287"/>
                  </a:lnTo>
                  <a:lnTo>
                    <a:pt x="11" y="276"/>
                  </a:lnTo>
                  <a:lnTo>
                    <a:pt x="7" y="265"/>
                  </a:lnTo>
                  <a:lnTo>
                    <a:pt x="3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3" y="207"/>
                  </a:lnTo>
                  <a:lnTo>
                    <a:pt x="7" y="195"/>
                  </a:lnTo>
                  <a:lnTo>
                    <a:pt x="11" y="184"/>
                  </a:lnTo>
                  <a:lnTo>
                    <a:pt x="18" y="173"/>
                  </a:lnTo>
                  <a:lnTo>
                    <a:pt x="24" y="161"/>
                  </a:lnTo>
                  <a:lnTo>
                    <a:pt x="33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8" y="92"/>
                  </a:lnTo>
                  <a:lnTo>
                    <a:pt x="125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9" y="60"/>
                  </a:lnTo>
                  <a:lnTo>
                    <a:pt x="199" y="52"/>
                  </a:lnTo>
                  <a:lnTo>
                    <a:pt x="242" y="39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3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0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4" y="68"/>
                  </a:lnTo>
                  <a:lnTo>
                    <a:pt x="952" y="75"/>
                  </a:lnTo>
                  <a:lnTo>
                    <a:pt x="969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5" y="111"/>
                  </a:lnTo>
                  <a:lnTo>
                    <a:pt x="1028" y="121"/>
                  </a:lnTo>
                  <a:lnTo>
                    <a:pt x="1040" y="131"/>
                  </a:lnTo>
                  <a:lnTo>
                    <a:pt x="1051" y="140"/>
                  </a:lnTo>
                  <a:lnTo>
                    <a:pt x="1061" y="152"/>
                  </a:lnTo>
                  <a:lnTo>
                    <a:pt x="1069" y="161"/>
                  </a:lnTo>
                  <a:lnTo>
                    <a:pt x="1077" y="173"/>
                  </a:lnTo>
                  <a:lnTo>
                    <a:pt x="1083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4" y="230"/>
                  </a:lnTo>
                  <a:lnTo>
                    <a:pt x="1094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4" name="Line 85"/>
            <p:cNvSpPr>
              <a:spLocks noChangeShapeType="1"/>
            </p:cNvSpPr>
            <p:nvPr/>
          </p:nvSpPr>
          <p:spPr bwMode="auto">
            <a:xfrm>
              <a:off x="2228010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5" name="Freeform 86"/>
            <p:cNvSpPr>
              <a:spLocks/>
            </p:cNvSpPr>
            <p:nvPr/>
          </p:nvSpPr>
          <p:spPr bwMode="auto">
            <a:xfrm>
              <a:off x="2228010" y="2581902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5 h 230"/>
                <a:gd name="T8" fmla="*/ 384 w 547"/>
                <a:gd name="T9" fmla="*/ 219 h 230"/>
                <a:gd name="T10" fmla="*/ 334 w 547"/>
                <a:gd name="T11" fmla="*/ 211 h 230"/>
                <a:gd name="T12" fmla="*/ 286 w 547"/>
                <a:gd name="T13" fmla="*/ 202 h 230"/>
                <a:gd name="T14" fmla="*/ 242 w 547"/>
                <a:gd name="T15" fmla="*/ 190 h 230"/>
                <a:gd name="T16" fmla="*/ 199 w 547"/>
                <a:gd name="T17" fmla="*/ 177 h 230"/>
                <a:gd name="T18" fmla="*/ 179 w 547"/>
                <a:gd name="T19" fmla="*/ 170 h 230"/>
                <a:gd name="T20" fmla="*/ 160 w 547"/>
                <a:gd name="T21" fmla="*/ 163 h 230"/>
                <a:gd name="T22" fmla="*/ 142 w 547"/>
                <a:gd name="T23" fmla="*/ 154 h 230"/>
                <a:gd name="T24" fmla="*/ 125 w 547"/>
                <a:gd name="T25" fmla="*/ 146 h 230"/>
                <a:gd name="T26" fmla="*/ 108 w 547"/>
                <a:gd name="T27" fmla="*/ 138 h 230"/>
                <a:gd name="T28" fmla="*/ 94 w 547"/>
                <a:gd name="T29" fmla="*/ 129 h 230"/>
                <a:gd name="T30" fmla="*/ 80 w 547"/>
                <a:gd name="T31" fmla="*/ 119 h 230"/>
                <a:gd name="T32" fmla="*/ 66 w 547"/>
                <a:gd name="T33" fmla="*/ 109 h 230"/>
                <a:gd name="T34" fmla="*/ 54 w 547"/>
                <a:gd name="T35" fmla="*/ 99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8 w 547"/>
                <a:gd name="T43" fmla="*/ 57 h 230"/>
                <a:gd name="T44" fmla="*/ 11 w 547"/>
                <a:gd name="T45" fmla="*/ 46 h 230"/>
                <a:gd name="T46" fmla="*/ 7 w 547"/>
                <a:gd name="T47" fmla="*/ 35 h 230"/>
                <a:gd name="T48" fmla="*/ 3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4" y="219"/>
                  </a:lnTo>
                  <a:lnTo>
                    <a:pt x="334" y="211"/>
                  </a:lnTo>
                  <a:lnTo>
                    <a:pt x="286" y="202"/>
                  </a:lnTo>
                  <a:lnTo>
                    <a:pt x="242" y="190"/>
                  </a:lnTo>
                  <a:lnTo>
                    <a:pt x="199" y="177"/>
                  </a:lnTo>
                  <a:lnTo>
                    <a:pt x="179" y="170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5" y="146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8" y="57"/>
                  </a:lnTo>
                  <a:lnTo>
                    <a:pt x="11" y="46"/>
                  </a:lnTo>
                  <a:lnTo>
                    <a:pt x="7" y="35"/>
                  </a:lnTo>
                  <a:lnTo>
                    <a:pt x="3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6" name="Freeform 87"/>
            <p:cNvSpPr>
              <a:spLocks/>
            </p:cNvSpPr>
            <p:nvPr/>
          </p:nvSpPr>
          <p:spPr bwMode="auto">
            <a:xfrm>
              <a:off x="2228010" y="2659701"/>
              <a:ext cx="137645" cy="67327"/>
            </a:xfrm>
            <a:custGeom>
              <a:avLst/>
              <a:gdLst>
                <a:gd name="T0" fmla="*/ 460 w 460"/>
                <a:gd name="T1" fmla="*/ 227 h 227"/>
                <a:gd name="T2" fmla="*/ 460 w 460"/>
                <a:gd name="T3" fmla="*/ 227 h 227"/>
                <a:gd name="T4" fmla="*/ 413 w 460"/>
                <a:gd name="T5" fmla="*/ 223 h 227"/>
                <a:gd name="T6" fmla="*/ 366 w 460"/>
                <a:gd name="T7" fmla="*/ 217 h 227"/>
                <a:gd name="T8" fmla="*/ 321 w 460"/>
                <a:gd name="T9" fmla="*/ 210 h 227"/>
                <a:gd name="T10" fmla="*/ 278 w 460"/>
                <a:gd name="T11" fmla="*/ 201 h 227"/>
                <a:gd name="T12" fmla="*/ 238 w 460"/>
                <a:gd name="T13" fmla="*/ 190 h 227"/>
                <a:gd name="T14" fmla="*/ 200 w 460"/>
                <a:gd name="T15" fmla="*/ 178 h 227"/>
                <a:gd name="T16" fmla="*/ 165 w 460"/>
                <a:gd name="T17" fmla="*/ 164 h 227"/>
                <a:gd name="T18" fmla="*/ 133 w 460"/>
                <a:gd name="T19" fmla="*/ 150 h 227"/>
                <a:gd name="T20" fmla="*/ 103 w 460"/>
                <a:gd name="T21" fmla="*/ 135 h 227"/>
                <a:gd name="T22" fmla="*/ 89 w 460"/>
                <a:gd name="T23" fmla="*/ 126 h 227"/>
                <a:gd name="T24" fmla="*/ 77 w 460"/>
                <a:gd name="T25" fmla="*/ 117 h 227"/>
                <a:gd name="T26" fmla="*/ 65 w 460"/>
                <a:gd name="T27" fmla="*/ 109 h 227"/>
                <a:gd name="T28" fmla="*/ 54 w 460"/>
                <a:gd name="T29" fmla="*/ 99 h 227"/>
                <a:gd name="T30" fmla="*/ 44 w 460"/>
                <a:gd name="T31" fmla="*/ 90 h 227"/>
                <a:gd name="T32" fmla="*/ 35 w 460"/>
                <a:gd name="T33" fmla="*/ 82 h 227"/>
                <a:gd name="T34" fmla="*/ 28 w 460"/>
                <a:gd name="T35" fmla="*/ 72 h 227"/>
                <a:gd name="T36" fmla="*/ 20 w 460"/>
                <a:gd name="T37" fmla="*/ 62 h 227"/>
                <a:gd name="T38" fmla="*/ 14 w 460"/>
                <a:gd name="T39" fmla="*/ 52 h 227"/>
                <a:gd name="T40" fmla="*/ 9 w 460"/>
                <a:gd name="T41" fmla="*/ 42 h 227"/>
                <a:gd name="T42" fmla="*/ 6 w 460"/>
                <a:gd name="T43" fmla="*/ 31 h 227"/>
                <a:gd name="T44" fmla="*/ 2 w 460"/>
                <a:gd name="T45" fmla="*/ 21 h 227"/>
                <a:gd name="T46" fmla="*/ 1 w 460"/>
                <a:gd name="T47" fmla="*/ 10 h 227"/>
                <a:gd name="T48" fmla="*/ 0 w 460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0" h="227">
                  <a:moveTo>
                    <a:pt x="460" y="227"/>
                  </a:moveTo>
                  <a:lnTo>
                    <a:pt x="460" y="227"/>
                  </a:lnTo>
                  <a:lnTo>
                    <a:pt x="413" y="223"/>
                  </a:lnTo>
                  <a:lnTo>
                    <a:pt x="366" y="217"/>
                  </a:lnTo>
                  <a:lnTo>
                    <a:pt x="321" y="210"/>
                  </a:lnTo>
                  <a:lnTo>
                    <a:pt x="278" y="201"/>
                  </a:lnTo>
                  <a:lnTo>
                    <a:pt x="238" y="190"/>
                  </a:lnTo>
                  <a:lnTo>
                    <a:pt x="200" y="178"/>
                  </a:lnTo>
                  <a:lnTo>
                    <a:pt x="165" y="164"/>
                  </a:lnTo>
                  <a:lnTo>
                    <a:pt x="133" y="150"/>
                  </a:lnTo>
                  <a:lnTo>
                    <a:pt x="103" y="135"/>
                  </a:lnTo>
                  <a:lnTo>
                    <a:pt x="89" y="126"/>
                  </a:lnTo>
                  <a:lnTo>
                    <a:pt x="77" y="117"/>
                  </a:lnTo>
                  <a:lnTo>
                    <a:pt x="65" y="109"/>
                  </a:lnTo>
                  <a:lnTo>
                    <a:pt x="54" y="99"/>
                  </a:lnTo>
                  <a:lnTo>
                    <a:pt x="44" y="90"/>
                  </a:lnTo>
                  <a:lnTo>
                    <a:pt x="35" y="82"/>
                  </a:lnTo>
                  <a:lnTo>
                    <a:pt x="28" y="72"/>
                  </a:lnTo>
                  <a:lnTo>
                    <a:pt x="20" y="62"/>
                  </a:lnTo>
                  <a:lnTo>
                    <a:pt x="14" y="52"/>
                  </a:lnTo>
                  <a:lnTo>
                    <a:pt x="9" y="42"/>
                  </a:lnTo>
                  <a:lnTo>
                    <a:pt x="6" y="31"/>
                  </a:lnTo>
                  <a:lnTo>
                    <a:pt x="2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7" name="Freeform 88"/>
            <p:cNvSpPr>
              <a:spLocks/>
            </p:cNvSpPr>
            <p:nvPr/>
          </p:nvSpPr>
          <p:spPr bwMode="auto">
            <a:xfrm>
              <a:off x="2228010" y="2513080"/>
              <a:ext cx="146621" cy="293243"/>
            </a:xfrm>
            <a:custGeom>
              <a:avLst/>
              <a:gdLst>
                <a:gd name="T0" fmla="*/ 489 w 489"/>
                <a:gd name="T1" fmla="*/ 978 h 978"/>
                <a:gd name="T2" fmla="*/ 489 w 489"/>
                <a:gd name="T3" fmla="*/ 978 h 978"/>
                <a:gd name="T4" fmla="*/ 438 w 489"/>
                <a:gd name="T5" fmla="*/ 974 h 978"/>
                <a:gd name="T6" fmla="*/ 390 w 489"/>
                <a:gd name="T7" fmla="*/ 969 h 978"/>
                <a:gd name="T8" fmla="*/ 342 w 489"/>
                <a:gd name="T9" fmla="*/ 962 h 978"/>
                <a:gd name="T10" fmla="*/ 297 w 489"/>
                <a:gd name="T11" fmla="*/ 953 h 978"/>
                <a:gd name="T12" fmla="*/ 254 w 489"/>
                <a:gd name="T13" fmla="*/ 944 h 978"/>
                <a:gd name="T14" fmla="*/ 214 w 489"/>
                <a:gd name="T15" fmla="*/ 931 h 978"/>
                <a:gd name="T16" fmla="*/ 177 w 489"/>
                <a:gd name="T17" fmla="*/ 918 h 978"/>
                <a:gd name="T18" fmla="*/ 141 w 489"/>
                <a:gd name="T19" fmla="*/ 904 h 978"/>
                <a:gd name="T20" fmla="*/ 110 w 489"/>
                <a:gd name="T21" fmla="*/ 887 h 978"/>
                <a:gd name="T22" fmla="*/ 96 w 489"/>
                <a:gd name="T23" fmla="*/ 880 h 978"/>
                <a:gd name="T24" fmla="*/ 83 w 489"/>
                <a:gd name="T25" fmla="*/ 871 h 978"/>
                <a:gd name="T26" fmla="*/ 70 w 489"/>
                <a:gd name="T27" fmla="*/ 862 h 978"/>
                <a:gd name="T28" fmla="*/ 59 w 489"/>
                <a:gd name="T29" fmla="*/ 852 h 978"/>
                <a:gd name="T30" fmla="*/ 48 w 489"/>
                <a:gd name="T31" fmla="*/ 843 h 978"/>
                <a:gd name="T32" fmla="*/ 38 w 489"/>
                <a:gd name="T33" fmla="*/ 833 h 978"/>
                <a:gd name="T34" fmla="*/ 29 w 489"/>
                <a:gd name="T35" fmla="*/ 823 h 978"/>
                <a:gd name="T36" fmla="*/ 22 w 489"/>
                <a:gd name="T37" fmla="*/ 813 h 978"/>
                <a:gd name="T38" fmla="*/ 16 w 489"/>
                <a:gd name="T39" fmla="*/ 802 h 978"/>
                <a:gd name="T40" fmla="*/ 10 w 489"/>
                <a:gd name="T41" fmla="*/ 792 h 978"/>
                <a:gd name="T42" fmla="*/ 6 w 489"/>
                <a:gd name="T43" fmla="*/ 781 h 978"/>
                <a:gd name="T44" fmla="*/ 2 w 489"/>
                <a:gd name="T45" fmla="*/ 770 h 978"/>
                <a:gd name="T46" fmla="*/ 1 w 489"/>
                <a:gd name="T47" fmla="*/ 760 h 978"/>
                <a:gd name="T48" fmla="*/ 0 w 489"/>
                <a:gd name="T49" fmla="*/ 749 h 978"/>
                <a:gd name="T50" fmla="*/ 0 w 489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9" h="978">
                  <a:moveTo>
                    <a:pt x="489" y="978"/>
                  </a:moveTo>
                  <a:lnTo>
                    <a:pt x="489" y="978"/>
                  </a:lnTo>
                  <a:lnTo>
                    <a:pt x="438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7" y="953"/>
                  </a:lnTo>
                  <a:lnTo>
                    <a:pt x="254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1" y="904"/>
                  </a:lnTo>
                  <a:lnTo>
                    <a:pt x="110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0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8" y="833"/>
                  </a:lnTo>
                  <a:lnTo>
                    <a:pt x="29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2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8" name="Line 89"/>
            <p:cNvSpPr>
              <a:spLocks noChangeShapeType="1"/>
            </p:cNvSpPr>
            <p:nvPr/>
          </p:nvSpPr>
          <p:spPr bwMode="auto">
            <a:xfrm>
              <a:off x="2555664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9" name="Gruppieren 608"/>
          <p:cNvGrpSpPr/>
          <p:nvPr/>
        </p:nvGrpSpPr>
        <p:grpSpPr>
          <a:xfrm>
            <a:off x="9043700" y="2196190"/>
            <a:ext cx="369443" cy="369444"/>
            <a:chOff x="573282" y="2444257"/>
            <a:chExt cx="396477" cy="396478"/>
          </a:xfrm>
        </p:grpSpPr>
        <p:sp>
          <p:nvSpPr>
            <p:cNvPr id="610" name="Freeform 99"/>
            <p:cNvSpPr>
              <a:spLocks/>
            </p:cNvSpPr>
            <p:nvPr/>
          </p:nvSpPr>
          <p:spPr bwMode="auto">
            <a:xfrm>
              <a:off x="573282" y="2444257"/>
              <a:ext cx="327655" cy="137645"/>
            </a:xfrm>
            <a:custGeom>
              <a:avLst/>
              <a:gdLst>
                <a:gd name="T0" fmla="*/ 1095 w 1095"/>
                <a:gd name="T1" fmla="*/ 230 h 461"/>
                <a:gd name="T2" fmla="*/ 1092 w 1095"/>
                <a:gd name="T3" fmla="*/ 254 h 461"/>
                <a:gd name="T4" fmla="*/ 1084 w 1095"/>
                <a:gd name="T5" fmla="*/ 276 h 461"/>
                <a:gd name="T6" fmla="*/ 1070 w 1095"/>
                <a:gd name="T7" fmla="*/ 298 h 461"/>
                <a:gd name="T8" fmla="*/ 1052 w 1095"/>
                <a:gd name="T9" fmla="*/ 319 h 461"/>
                <a:gd name="T10" fmla="*/ 1029 w 1095"/>
                <a:gd name="T11" fmla="*/ 340 h 461"/>
                <a:gd name="T12" fmla="*/ 1001 w 1095"/>
                <a:gd name="T13" fmla="*/ 359 h 461"/>
                <a:gd name="T14" fmla="*/ 970 w 1095"/>
                <a:gd name="T15" fmla="*/ 377 h 461"/>
                <a:gd name="T16" fmla="*/ 935 w 1095"/>
                <a:gd name="T17" fmla="*/ 393 h 461"/>
                <a:gd name="T18" fmla="*/ 895 w 1095"/>
                <a:gd name="T19" fmla="*/ 408 h 461"/>
                <a:gd name="T20" fmla="*/ 808 w 1095"/>
                <a:gd name="T21" fmla="*/ 433 h 461"/>
                <a:gd name="T22" fmla="*/ 710 w 1095"/>
                <a:gd name="T23" fmla="*/ 451 h 461"/>
                <a:gd name="T24" fmla="*/ 604 w 1095"/>
                <a:gd name="T25" fmla="*/ 459 h 461"/>
                <a:gd name="T26" fmla="*/ 548 w 1095"/>
                <a:gd name="T27" fmla="*/ 461 h 461"/>
                <a:gd name="T28" fmla="*/ 437 w 1095"/>
                <a:gd name="T29" fmla="*/ 456 h 461"/>
                <a:gd name="T30" fmla="*/ 335 w 1095"/>
                <a:gd name="T31" fmla="*/ 443 h 461"/>
                <a:gd name="T32" fmla="*/ 242 w 1095"/>
                <a:gd name="T33" fmla="*/ 421 h 461"/>
                <a:gd name="T34" fmla="*/ 180 w 1095"/>
                <a:gd name="T35" fmla="*/ 401 h 461"/>
                <a:gd name="T36" fmla="*/ 143 w 1095"/>
                <a:gd name="T37" fmla="*/ 386 h 461"/>
                <a:gd name="T38" fmla="*/ 109 w 1095"/>
                <a:gd name="T39" fmla="*/ 368 h 461"/>
                <a:gd name="T40" fmla="*/ 80 w 1095"/>
                <a:gd name="T41" fmla="*/ 349 h 461"/>
                <a:gd name="T42" fmla="*/ 54 w 1095"/>
                <a:gd name="T43" fmla="*/ 330 h 461"/>
                <a:gd name="T44" fmla="*/ 34 w 1095"/>
                <a:gd name="T45" fmla="*/ 309 h 461"/>
                <a:gd name="T46" fmla="*/ 18 w 1095"/>
                <a:gd name="T47" fmla="*/ 287 h 461"/>
                <a:gd name="T48" fmla="*/ 7 w 1095"/>
                <a:gd name="T49" fmla="*/ 265 h 461"/>
                <a:gd name="T50" fmla="*/ 1 w 1095"/>
                <a:gd name="T51" fmla="*/ 242 h 461"/>
                <a:gd name="T52" fmla="*/ 0 w 1095"/>
                <a:gd name="T53" fmla="*/ 230 h 461"/>
                <a:gd name="T54" fmla="*/ 4 w 1095"/>
                <a:gd name="T55" fmla="*/ 207 h 461"/>
                <a:gd name="T56" fmla="*/ 12 w 1095"/>
                <a:gd name="T57" fmla="*/ 184 h 461"/>
                <a:gd name="T58" fmla="*/ 26 w 1095"/>
                <a:gd name="T59" fmla="*/ 161 h 461"/>
                <a:gd name="T60" fmla="*/ 43 w 1095"/>
                <a:gd name="T61" fmla="*/ 140 h 461"/>
                <a:gd name="T62" fmla="*/ 66 w 1095"/>
                <a:gd name="T63" fmla="*/ 121 h 461"/>
                <a:gd name="T64" fmla="*/ 94 w 1095"/>
                <a:gd name="T65" fmla="*/ 102 h 461"/>
                <a:gd name="T66" fmla="*/ 126 w 1095"/>
                <a:gd name="T67" fmla="*/ 84 h 461"/>
                <a:gd name="T68" fmla="*/ 161 w 1095"/>
                <a:gd name="T69" fmla="*/ 68 h 461"/>
                <a:gd name="T70" fmla="*/ 200 w 1095"/>
                <a:gd name="T71" fmla="*/ 52 h 461"/>
                <a:gd name="T72" fmla="*/ 287 w 1095"/>
                <a:gd name="T73" fmla="*/ 28 h 461"/>
                <a:gd name="T74" fmla="*/ 385 w 1095"/>
                <a:gd name="T75" fmla="*/ 10 h 461"/>
                <a:gd name="T76" fmla="*/ 491 w 1095"/>
                <a:gd name="T77" fmla="*/ 1 h 461"/>
                <a:gd name="T78" fmla="*/ 548 w 1095"/>
                <a:gd name="T79" fmla="*/ 0 h 461"/>
                <a:gd name="T80" fmla="*/ 658 w 1095"/>
                <a:gd name="T81" fmla="*/ 5 h 461"/>
                <a:gd name="T82" fmla="*/ 761 w 1095"/>
                <a:gd name="T83" fmla="*/ 18 h 461"/>
                <a:gd name="T84" fmla="*/ 853 w 1095"/>
                <a:gd name="T85" fmla="*/ 39 h 461"/>
                <a:gd name="T86" fmla="*/ 915 w 1095"/>
                <a:gd name="T87" fmla="*/ 60 h 461"/>
                <a:gd name="T88" fmla="*/ 953 w 1095"/>
                <a:gd name="T89" fmla="*/ 75 h 461"/>
                <a:gd name="T90" fmla="*/ 986 w 1095"/>
                <a:gd name="T91" fmla="*/ 92 h 461"/>
                <a:gd name="T92" fmla="*/ 1016 w 1095"/>
                <a:gd name="T93" fmla="*/ 111 h 461"/>
                <a:gd name="T94" fmla="*/ 1041 w 1095"/>
                <a:gd name="T95" fmla="*/ 131 h 461"/>
                <a:gd name="T96" fmla="*/ 1062 w 1095"/>
                <a:gd name="T97" fmla="*/ 152 h 461"/>
                <a:gd name="T98" fmla="*/ 1077 w 1095"/>
                <a:gd name="T99" fmla="*/ 173 h 461"/>
                <a:gd name="T100" fmla="*/ 1088 w 1095"/>
                <a:gd name="T101" fmla="*/ 195 h 461"/>
                <a:gd name="T102" fmla="*/ 1094 w 1095"/>
                <a:gd name="T103" fmla="*/ 219 h 461"/>
                <a:gd name="T104" fmla="*/ 1095 w 1095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1">
                  <a:moveTo>
                    <a:pt x="1095" y="230"/>
                  </a:moveTo>
                  <a:lnTo>
                    <a:pt x="1095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6"/>
                  </a:lnTo>
                  <a:lnTo>
                    <a:pt x="1077" y="287"/>
                  </a:lnTo>
                  <a:lnTo>
                    <a:pt x="1070" y="298"/>
                  </a:lnTo>
                  <a:lnTo>
                    <a:pt x="1062" y="309"/>
                  </a:lnTo>
                  <a:lnTo>
                    <a:pt x="1052" y="319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1"/>
                  </a:lnTo>
                  <a:lnTo>
                    <a:pt x="548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1"/>
                  </a:lnTo>
                  <a:lnTo>
                    <a:pt x="200" y="408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4" y="309"/>
                  </a:lnTo>
                  <a:lnTo>
                    <a:pt x="26" y="298"/>
                  </a:lnTo>
                  <a:lnTo>
                    <a:pt x="18" y="287"/>
                  </a:lnTo>
                  <a:lnTo>
                    <a:pt x="12" y="276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5"/>
                  </a:lnTo>
                  <a:lnTo>
                    <a:pt x="12" y="184"/>
                  </a:lnTo>
                  <a:lnTo>
                    <a:pt x="18" y="173"/>
                  </a:lnTo>
                  <a:lnTo>
                    <a:pt x="26" y="161"/>
                  </a:lnTo>
                  <a:lnTo>
                    <a:pt x="34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2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2"/>
                  </a:lnTo>
                  <a:lnTo>
                    <a:pt x="242" y="39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0"/>
                  </a:lnTo>
                  <a:lnTo>
                    <a:pt x="1062" y="152"/>
                  </a:lnTo>
                  <a:lnTo>
                    <a:pt x="1070" y="161"/>
                  </a:lnTo>
                  <a:lnTo>
                    <a:pt x="1077" y="173"/>
                  </a:lnTo>
                  <a:lnTo>
                    <a:pt x="1084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0"/>
                  </a:lnTo>
                  <a:lnTo>
                    <a:pt x="1095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1" name="Line 100"/>
            <p:cNvSpPr>
              <a:spLocks noChangeShapeType="1"/>
            </p:cNvSpPr>
            <p:nvPr/>
          </p:nvSpPr>
          <p:spPr bwMode="auto">
            <a:xfrm>
              <a:off x="573282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2" name="Freeform 101"/>
            <p:cNvSpPr>
              <a:spLocks/>
            </p:cNvSpPr>
            <p:nvPr/>
          </p:nvSpPr>
          <p:spPr bwMode="auto">
            <a:xfrm>
              <a:off x="573282" y="2581902"/>
              <a:ext cx="164575" cy="68822"/>
            </a:xfrm>
            <a:custGeom>
              <a:avLst/>
              <a:gdLst>
                <a:gd name="T0" fmla="*/ 548 w 548"/>
                <a:gd name="T1" fmla="*/ 230 h 230"/>
                <a:gd name="T2" fmla="*/ 548 w 548"/>
                <a:gd name="T3" fmla="*/ 230 h 230"/>
                <a:gd name="T4" fmla="*/ 491 w 548"/>
                <a:gd name="T5" fmla="*/ 229 h 230"/>
                <a:gd name="T6" fmla="*/ 437 w 548"/>
                <a:gd name="T7" fmla="*/ 225 h 230"/>
                <a:gd name="T8" fmla="*/ 385 w 548"/>
                <a:gd name="T9" fmla="*/ 219 h 230"/>
                <a:gd name="T10" fmla="*/ 335 w 548"/>
                <a:gd name="T11" fmla="*/ 211 h 230"/>
                <a:gd name="T12" fmla="*/ 287 w 548"/>
                <a:gd name="T13" fmla="*/ 202 h 230"/>
                <a:gd name="T14" fmla="*/ 242 w 548"/>
                <a:gd name="T15" fmla="*/ 190 h 230"/>
                <a:gd name="T16" fmla="*/ 200 w 548"/>
                <a:gd name="T17" fmla="*/ 177 h 230"/>
                <a:gd name="T18" fmla="*/ 180 w 548"/>
                <a:gd name="T19" fmla="*/ 170 h 230"/>
                <a:gd name="T20" fmla="*/ 161 w 548"/>
                <a:gd name="T21" fmla="*/ 163 h 230"/>
                <a:gd name="T22" fmla="*/ 143 w 548"/>
                <a:gd name="T23" fmla="*/ 154 h 230"/>
                <a:gd name="T24" fmla="*/ 126 w 548"/>
                <a:gd name="T25" fmla="*/ 146 h 230"/>
                <a:gd name="T26" fmla="*/ 109 w 548"/>
                <a:gd name="T27" fmla="*/ 138 h 230"/>
                <a:gd name="T28" fmla="*/ 94 w 548"/>
                <a:gd name="T29" fmla="*/ 129 h 230"/>
                <a:gd name="T30" fmla="*/ 80 w 548"/>
                <a:gd name="T31" fmla="*/ 119 h 230"/>
                <a:gd name="T32" fmla="*/ 66 w 548"/>
                <a:gd name="T33" fmla="*/ 109 h 230"/>
                <a:gd name="T34" fmla="*/ 54 w 548"/>
                <a:gd name="T35" fmla="*/ 99 h 230"/>
                <a:gd name="T36" fmla="*/ 43 w 548"/>
                <a:gd name="T37" fmla="*/ 89 h 230"/>
                <a:gd name="T38" fmla="*/ 34 w 548"/>
                <a:gd name="T39" fmla="*/ 79 h 230"/>
                <a:gd name="T40" fmla="*/ 26 w 548"/>
                <a:gd name="T41" fmla="*/ 68 h 230"/>
                <a:gd name="T42" fmla="*/ 18 w 548"/>
                <a:gd name="T43" fmla="*/ 57 h 230"/>
                <a:gd name="T44" fmla="*/ 12 w 548"/>
                <a:gd name="T45" fmla="*/ 46 h 230"/>
                <a:gd name="T46" fmla="*/ 7 w 548"/>
                <a:gd name="T47" fmla="*/ 35 h 230"/>
                <a:gd name="T48" fmla="*/ 4 w 548"/>
                <a:gd name="T49" fmla="*/ 23 h 230"/>
                <a:gd name="T50" fmla="*/ 1 w 548"/>
                <a:gd name="T51" fmla="*/ 12 h 230"/>
                <a:gd name="T52" fmla="*/ 0 w 548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0">
                  <a:moveTo>
                    <a:pt x="548" y="230"/>
                  </a:moveTo>
                  <a:lnTo>
                    <a:pt x="548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1"/>
                  </a:lnTo>
                  <a:lnTo>
                    <a:pt x="287" y="202"/>
                  </a:lnTo>
                  <a:lnTo>
                    <a:pt x="242" y="190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6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3" name="Freeform 102"/>
            <p:cNvSpPr>
              <a:spLocks/>
            </p:cNvSpPr>
            <p:nvPr/>
          </p:nvSpPr>
          <p:spPr bwMode="auto">
            <a:xfrm>
              <a:off x="573282" y="2659701"/>
              <a:ext cx="139141" cy="67327"/>
            </a:xfrm>
            <a:custGeom>
              <a:avLst/>
              <a:gdLst>
                <a:gd name="T0" fmla="*/ 462 w 462"/>
                <a:gd name="T1" fmla="*/ 227 h 227"/>
                <a:gd name="T2" fmla="*/ 462 w 462"/>
                <a:gd name="T3" fmla="*/ 227 h 227"/>
                <a:gd name="T4" fmla="*/ 413 w 462"/>
                <a:gd name="T5" fmla="*/ 223 h 227"/>
                <a:gd name="T6" fmla="*/ 367 w 462"/>
                <a:gd name="T7" fmla="*/ 217 h 227"/>
                <a:gd name="T8" fmla="*/ 322 w 462"/>
                <a:gd name="T9" fmla="*/ 210 h 227"/>
                <a:gd name="T10" fmla="*/ 279 w 462"/>
                <a:gd name="T11" fmla="*/ 201 h 227"/>
                <a:gd name="T12" fmla="*/ 239 w 462"/>
                <a:gd name="T13" fmla="*/ 190 h 227"/>
                <a:gd name="T14" fmla="*/ 201 w 462"/>
                <a:gd name="T15" fmla="*/ 178 h 227"/>
                <a:gd name="T16" fmla="*/ 166 w 462"/>
                <a:gd name="T17" fmla="*/ 164 h 227"/>
                <a:gd name="T18" fmla="*/ 133 w 462"/>
                <a:gd name="T19" fmla="*/ 150 h 227"/>
                <a:gd name="T20" fmla="*/ 104 w 462"/>
                <a:gd name="T21" fmla="*/ 135 h 227"/>
                <a:gd name="T22" fmla="*/ 91 w 462"/>
                <a:gd name="T23" fmla="*/ 126 h 227"/>
                <a:gd name="T24" fmla="*/ 77 w 462"/>
                <a:gd name="T25" fmla="*/ 117 h 227"/>
                <a:gd name="T26" fmla="*/ 66 w 462"/>
                <a:gd name="T27" fmla="*/ 109 h 227"/>
                <a:gd name="T28" fmla="*/ 55 w 462"/>
                <a:gd name="T29" fmla="*/ 99 h 227"/>
                <a:gd name="T30" fmla="*/ 45 w 462"/>
                <a:gd name="T31" fmla="*/ 90 h 227"/>
                <a:gd name="T32" fmla="*/ 36 w 462"/>
                <a:gd name="T33" fmla="*/ 82 h 227"/>
                <a:gd name="T34" fmla="*/ 28 w 462"/>
                <a:gd name="T35" fmla="*/ 72 h 227"/>
                <a:gd name="T36" fmla="*/ 21 w 462"/>
                <a:gd name="T37" fmla="*/ 62 h 227"/>
                <a:gd name="T38" fmla="*/ 15 w 462"/>
                <a:gd name="T39" fmla="*/ 52 h 227"/>
                <a:gd name="T40" fmla="*/ 10 w 462"/>
                <a:gd name="T41" fmla="*/ 42 h 227"/>
                <a:gd name="T42" fmla="*/ 6 w 462"/>
                <a:gd name="T43" fmla="*/ 31 h 227"/>
                <a:gd name="T44" fmla="*/ 4 w 462"/>
                <a:gd name="T45" fmla="*/ 21 h 227"/>
                <a:gd name="T46" fmla="*/ 1 w 462"/>
                <a:gd name="T47" fmla="*/ 10 h 227"/>
                <a:gd name="T48" fmla="*/ 0 w 462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2" h="227">
                  <a:moveTo>
                    <a:pt x="462" y="227"/>
                  </a:moveTo>
                  <a:lnTo>
                    <a:pt x="462" y="227"/>
                  </a:lnTo>
                  <a:lnTo>
                    <a:pt x="413" y="223"/>
                  </a:lnTo>
                  <a:lnTo>
                    <a:pt x="367" y="217"/>
                  </a:lnTo>
                  <a:lnTo>
                    <a:pt x="322" y="210"/>
                  </a:lnTo>
                  <a:lnTo>
                    <a:pt x="279" y="201"/>
                  </a:lnTo>
                  <a:lnTo>
                    <a:pt x="239" y="190"/>
                  </a:lnTo>
                  <a:lnTo>
                    <a:pt x="201" y="178"/>
                  </a:lnTo>
                  <a:lnTo>
                    <a:pt x="166" y="164"/>
                  </a:lnTo>
                  <a:lnTo>
                    <a:pt x="133" y="150"/>
                  </a:lnTo>
                  <a:lnTo>
                    <a:pt x="104" y="135"/>
                  </a:lnTo>
                  <a:lnTo>
                    <a:pt x="91" y="126"/>
                  </a:lnTo>
                  <a:lnTo>
                    <a:pt x="77" y="117"/>
                  </a:lnTo>
                  <a:lnTo>
                    <a:pt x="66" y="109"/>
                  </a:lnTo>
                  <a:lnTo>
                    <a:pt x="55" y="99"/>
                  </a:lnTo>
                  <a:lnTo>
                    <a:pt x="45" y="90"/>
                  </a:lnTo>
                  <a:lnTo>
                    <a:pt x="36" y="82"/>
                  </a:lnTo>
                  <a:lnTo>
                    <a:pt x="28" y="72"/>
                  </a:lnTo>
                  <a:lnTo>
                    <a:pt x="21" y="62"/>
                  </a:lnTo>
                  <a:lnTo>
                    <a:pt x="15" y="52"/>
                  </a:lnTo>
                  <a:lnTo>
                    <a:pt x="10" y="42"/>
                  </a:lnTo>
                  <a:lnTo>
                    <a:pt x="6" y="31"/>
                  </a:lnTo>
                  <a:lnTo>
                    <a:pt x="4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4" name="Freeform 103"/>
            <p:cNvSpPr>
              <a:spLocks/>
            </p:cNvSpPr>
            <p:nvPr/>
          </p:nvSpPr>
          <p:spPr bwMode="auto">
            <a:xfrm>
              <a:off x="573282" y="2513080"/>
              <a:ext cx="146621" cy="293243"/>
            </a:xfrm>
            <a:custGeom>
              <a:avLst/>
              <a:gdLst>
                <a:gd name="T0" fmla="*/ 490 w 490"/>
                <a:gd name="T1" fmla="*/ 978 h 978"/>
                <a:gd name="T2" fmla="*/ 490 w 490"/>
                <a:gd name="T3" fmla="*/ 978 h 978"/>
                <a:gd name="T4" fmla="*/ 439 w 490"/>
                <a:gd name="T5" fmla="*/ 974 h 978"/>
                <a:gd name="T6" fmla="*/ 390 w 490"/>
                <a:gd name="T7" fmla="*/ 969 h 978"/>
                <a:gd name="T8" fmla="*/ 342 w 490"/>
                <a:gd name="T9" fmla="*/ 962 h 978"/>
                <a:gd name="T10" fmla="*/ 298 w 490"/>
                <a:gd name="T11" fmla="*/ 953 h 978"/>
                <a:gd name="T12" fmla="*/ 255 w 490"/>
                <a:gd name="T13" fmla="*/ 944 h 978"/>
                <a:gd name="T14" fmla="*/ 214 w 490"/>
                <a:gd name="T15" fmla="*/ 931 h 978"/>
                <a:gd name="T16" fmla="*/ 177 w 490"/>
                <a:gd name="T17" fmla="*/ 918 h 978"/>
                <a:gd name="T18" fmla="*/ 143 w 490"/>
                <a:gd name="T19" fmla="*/ 904 h 978"/>
                <a:gd name="T20" fmla="*/ 111 w 490"/>
                <a:gd name="T21" fmla="*/ 887 h 978"/>
                <a:gd name="T22" fmla="*/ 96 w 490"/>
                <a:gd name="T23" fmla="*/ 880 h 978"/>
                <a:gd name="T24" fmla="*/ 83 w 490"/>
                <a:gd name="T25" fmla="*/ 871 h 978"/>
                <a:gd name="T26" fmla="*/ 71 w 490"/>
                <a:gd name="T27" fmla="*/ 862 h 978"/>
                <a:gd name="T28" fmla="*/ 59 w 490"/>
                <a:gd name="T29" fmla="*/ 852 h 978"/>
                <a:gd name="T30" fmla="*/ 48 w 490"/>
                <a:gd name="T31" fmla="*/ 843 h 978"/>
                <a:gd name="T32" fmla="*/ 39 w 490"/>
                <a:gd name="T33" fmla="*/ 833 h 978"/>
                <a:gd name="T34" fmla="*/ 30 w 490"/>
                <a:gd name="T35" fmla="*/ 823 h 978"/>
                <a:gd name="T36" fmla="*/ 22 w 490"/>
                <a:gd name="T37" fmla="*/ 813 h 978"/>
                <a:gd name="T38" fmla="*/ 16 w 490"/>
                <a:gd name="T39" fmla="*/ 802 h 978"/>
                <a:gd name="T40" fmla="*/ 10 w 490"/>
                <a:gd name="T41" fmla="*/ 792 h 978"/>
                <a:gd name="T42" fmla="*/ 6 w 490"/>
                <a:gd name="T43" fmla="*/ 781 h 978"/>
                <a:gd name="T44" fmla="*/ 4 w 490"/>
                <a:gd name="T45" fmla="*/ 770 h 978"/>
                <a:gd name="T46" fmla="*/ 1 w 490"/>
                <a:gd name="T47" fmla="*/ 760 h 978"/>
                <a:gd name="T48" fmla="*/ 0 w 490"/>
                <a:gd name="T49" fmla="*/ 749 h 978"/>
                <a:gd name="T50" fmla="*/ 0 w 490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0" h="978">
                  <a:moveTo>
                    <a:pt x="490" y="978"/>
                  </a:moveTo>
                  <a:lnTo>
                    <a:pt x="490" y="978"/>
                  </a:lnTo>
                  <a:lnTo>
                    <a:pt x="439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8" y="953"/>
                  </a:lnTo>
                  <a:lnTo>
                    <a:pt x="255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3" y="904"/>
                  </a:lnTo>
                  <a:lnTo>
                    <a:pt x="111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1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9" y="833"/>
                  </a:lnTo>
                  <a:lnTo>
                    <a:pt x="30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4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5" name="Line 104"/>
            <p:cNvSpPr>
              <a:spLocks noChangeShapeType="1"/>
            </p:cNvSpPr>
            <p:nvPr/>
          </p:nvSpPr>
          <p:spPr bwMode="auto">
            <a:xfrm>
              <a:off x="900937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6" name="Rectangle 105"/>
            <p:cNvSpPr>
              <a:spLocks noChangeArrowheads="1"/>
            </p:cNvSpPr>
            <p:nvPr/>
          </p:nvSpPr>
          <p:spPr bwMode="auto">
            <a:xfrm>
              <a:off x="797703" y="2703090"/>
              <a:ext cx="172056" cy="1376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7" name="Line 106"/>
            <p:cNvSpPr>
              <a:spLocks noChangeShapeType="1"/>
            </p:cNvSpPr>
            <p:nvPr/>
          </p:nvSpPr>
          <p:spPr bwMode="auto">
            <a:xfrm flipV="1">
              <a:off x="884479" y="2762935"/>
              <a:ext cx="0" cy="3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8" name="Freeform 107"/>
            <p:cNvSpPr>
              <a:spLocks/>
            </p:cNvSpPr>
            <p:nvPr/>
          </p:nvSpPr>
          <p:spPr bwMode="auto">
            <a:xfrm>
              <a:off x="866525" y="2737500"/>
              <a:ext cx="34412" cy="34412"/>
            </a:xfrm>
            <a:custGeom>
              <a:avLst/>
              <a:gdLst>
                <a:gd name="T0" fmla="*/ 59 w 116"/>
                <a:gd name="T1" fmla="*/ 0 h 115"/>
                <a:gd name="T2" fmla="*/ 59 w 116"/>
                <a:gd name="T3" fmla="*/ 0 h 115"/>
                <a:gd name="T4" fmla="*/ 46 w 116"/>
                <a:gd name="T5" fmla="*/ 1 h 115"/>
                <a:gd name="T6" fmla="*/ 35 w 116"/>
                <a:gd name="T7" fmla="*/ 5 h 115"/>
                <a:gd name="T8" fmla="*/ 25 w 116"/>
                <a:gd name="T9" fmla="*/ 10 h 115"/>
                <a:gd name="T10" fmla="*/ 18 w 116"/>
                <a:gd name="T11" fmla="*/ 17 h 115"/>
                <a:gd name="T12" fmla="*/ 10 w 116"/>
                <a:gd name="T13" fmla="*/ 26 h 115"/>
                <a:gd name="T14" fmla="*/ 6 w 116"/>
                <a:gd name="T15" fmla="*/ 36 h 115"/>
                <a:gd name="T16" fmla="*/ 1 w 116"/>
                <a:gd name="T17" fmla="*/ 46 h 115"/>
                <a:gd name="T18" fmla="*/ 0 w 116"/>
                <a:gd name="T19" fmla="*/ 58 h 115"/>
                <a:gd name="T20" fmla="*/ 0 w 116"/>
                <a:gd name="T21" fmla="*/ 58 h 115"/>
                <a:gd name="T22" fmla="*/ 1 w 116"/>
                <a:gd name="T23" fmla="*/ 69 h 115"/>
                <a:gd name="T24" fmla="*/ 6 w 116"/>
                <a:gd name="T25" fmla="*/ 80 h 115"/>
                <a:gd name="T26" fmla="*/ 10 w 116"/>
                <a:gd name="T27" fmla="*/ 90 h 115"/>
                <a:gd name="T28" fmla="*/ 18 w 116"/>
                <a:gd name="T29" fmla="*/ 99 h 115"/>
                <a:gd name="T30" fmla="*/ 25 w 116"/>
                <a:gd name="T31" fmla="*/ 105 h 115"/>
                <a:gd name="T32" fmla="*/ 35 w 116"/>
                <a:gd name="T33" fmla="*/ 111 h 115"/>
                <a:gd name="T34" fmla="*/ 46 w 116"/>
                <a:gd name="T35" fmla="*/ 114 h 115"/>
                <a:gd name="T36" fmla="*/ 59 w 116"/>
                <a:gd name="T37" fmla="*/ 115 h 115"/>
                <a:gd name="T38" fmla="*/ 59 w 116"/>
                <a:gd name="T39" fmla="*/ 115 h 115"/>
                <a:gd name="T40" fmla="*/ 70 w 116"/>
                <a:gd name="T41" fmla="*/ 114 h 115"/>
                <a:gd name="T42" fmla="*/ 81 w 116"/>
                <a:gd name="T43" fmla="*/ 111 h 115"/>
                <a:gd name="T44" fmla="*/ 91 w 116"/>
                <a:gd name="T45" fmla="*/ 105 h 115"/>
                <a:gd name="T46" fmla="*/ 98 w 116"/>
                <a:gd name="T47" fmla="*/ 99 h 115"/>
                <a:gd name="T48" fmla="*/ 106 w 116"/>
                <a:gd name="T49" fmla="*/ 90 h 115"/>
                <a:gd name="T50" fmla="*/ 112 w 116"/>
                <a:gd name="T51" fmla="*/ 80 h 115"/>
                <a:gd name="T52" fmla="*/ 115 w 116"/>
                <a:gd name="T53" fmla="*/ 69 h 115"/>
                <a:gd name="T54" fmla="*/ 116 w 116"/>
                <a:gd name="T55" fmla="*/ 58 h 115"/>
                <a:gd name="T56" fmla="*/ 116 w 116"/>
                <a:gd name="T57" fmla="*/ 58 h 115"/>
                <a:gd name="T58" fmla="*/ 115 w 116"/>
                <a:gd name="T59" fmla="*/ 46 h 115"/>
                <a:gd name="T60" fmla="*/ 112 w 116"/>
                <a:gd name="T61" fmla="*/ 36 h 115"/>
                <a:gd name="T62" fmla="*/ 106 w 116"/>
                <a:gd name="T63" fmla="*/ 26 h 115"/>
                <a:gd name="T64" fmla="*/ 98 w 116"/>
                <a:gd name="T65" fmla="*/ 17 h 115"/>
                <a:gd name="T66" fmla="*/ 91 w 116"/>
                <a:gd name="T67" fmla="*/ 10 h 115"/>
                <a:gd name="T68" fmla="*/ 81 w 116"/>
                <a:gd name="T69" fmla="*/ 5 h 115"/>
                <a:gd name="T70" fmla="*/ 70 w 116"/>
                <a:gd name="T71" fmla="*/ 1 h 115"/>
                <a:gd name="T72" fmla="*/ 59 w 116"/>
                <a:gd name="T73" fmla="*/ 0 h 115"/>
                <a:gd name="T74" fmla="*/ 59 w 116"/>
                <a:gd name="T7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5">
                  <a:moveTo>
                    <a:pt x="59" y="0"/>
                  </a:moveTo>
                  <a:lnTo>
                    <a:pt x="59" y="0"/>
                  </a:lnTo>
                  <a:lnTo>
                    <a:pt x="46" y="1"/>
                  </a:lnTo>
                  <a:lnTo>
                    <a:pt x="35" y="5"/>
                  </a:lnTo>
                  <a:lnTo>
                    <a:pt x="25" y="10"/>
                  </a:lnTo>
                  <a:lnTo>
                    <a:pt x="18" y="17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1" y="4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9"/>
                  </a:lnTo>
                  <a:lnTo>
                    <a:pt x="6" y="80"/>
                  </a:lnTo>
                  <a:lnTo>
                    <a:pt x="10" y="90"/>
                  </a:lnTo>
                  <a:lnTo>
                    <a:pt x="18" y="99"/>
                  </a:lnTo>
                  <a:lnTo>
                    <a:pt x="25" y="105"/>
                  </a:lnTo>
                  <a:lnTo>
                    <a:pt x="35" y="111"/>
                  </a:lnTo>
                  <a:lnTo>
                    <a:pt x="46" y="114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70" y="114"/>
                  </a:lnTo>
                  <a:lnTo>
                    <a:pt x="81" y="111"/>
                  </a:lnTo>
                  <a:lnTo>
                    <a:pt x="91" y="105"/>
                  </a:lnTo>
                  <a:lnTo>
                    <a:pt x="98" y="99"/>
                  </a:lnTo>
                  <a:lnTo>
                    <a:pt x="106" y="90"/>
                  </a:lnTo>
                  <a:lnTo>
                    <a:pt x="112" y="80"/>
                  </a:lnTo>
                  <a:lnTo>
                    <a:pt x="115" y="69"/>
                  </a:lnTo>
                  <a:lnTo>
                    <a:pt x="116" y="58"/>
                  </a:lnTo>
                  <a:lnTo>
                    <a:pt x="116" y="58"/>
                  </a:lnTo>
                  <a:lnTo>
                    <a:pt x="115" y="46"/>
                  </a:lnTo>
                  <a:lnTo>
                    <a:pt x="112" y="36"/>
                  </a:lnTo>
                  <a:lnTo>
                    <a:pt x="106" y="26"/>
                  </a:lnTo>
                  <a:lnTo>
                    <a:pt x="98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1"/>
                  </a:lnTo>
                  <a:lnTo>
                    <a:pt x="59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9" name="Freeform 108"/>
            <p:cNvSpPr>
              <a:spLocks/>
            </p:cNvSpPr>
            <p:nvPr/>
          </p:nvSpPr>
          <p:spPr bwMode="auto">
            <a:xfrm>
              <a:off x="832114" y="2634267"/>
              <a:ext cx="103234" cy="68822"/>
            </a:xfrm>
            <a:custGeom>
              <a:avLst/>
              <a:gdLst>
                <a:gd name="T0" fmla="*/ 0 w 346"/>
                <a:gd name="T1" fmla="*/ 230 h 230"/>
                <a:gd name="T2" fmla="*/ 0 w 346"/>
                <a:gd name="T3" fmla="*/ 173 h 230"/>
                <a:gd name="T4" fmla="*/ 0 w 346"/>
                <a:gd name="T5" fmla="*/ 173 h 230"/>
                <a:gd name="T6" fmla="*/ 1 w 346"/>
                <a:gd name="T7" fmla="*/ 155 h 230"/>
                <a:gd name="T8" fmla="*/ 4 w 346"/>
                <a:gd name="T9" fmla="*/ 138 h 230"/>
                <a:gd name="T10" fmla="*/ 8 w 346"/>
                <a:gd name="T11" fmla="*/ 121 h 230"/>
                <a:gd name="T12" fmla="*/ 14 w 346"/>
                <a:gd name="T13" fmla="*/ 106 h 230"/>
                <a:gd name="T14" fmla="*/ 21 w 346"/>
                <a:gd name="T15" fmla="*/ 90 h 230"/>
                <a:gd name="T16" fmla="*/ 30 w 346"/>
                <a:gd name="T17" fmla="*/ 76 h 230"/>
                <a:gd name="T18" fmla="*/ 40 w 346"/>
                <a:gd name="T19" fmla="*/ 63 h 230"/>
                <a:gd name="T20" fmla="*/ 51 w 346"/>
                <a:gd name="T21" fmla="*/ 50 h 230"/>
                <a:gd name="T22" fmla="*/ 63 w 346"/>
                <a:gd name="T23" fmla="*/ 39 h 230"/>
                <a:gd name="T24" fmla="*/ 76 w 346"/>
                <a:gd name="T25" fmla="*/ 30 h 230"/>
                <a:gd name="T26" fmla="*/ 91 w 346"/>
                <a:gd name="T27" fmla="*/ 21 h 230"/>
                <a:gd name="T28" fmla="*/ 106 w 346"/>
                <a:gd name="T29" fmla="*/ 14 h 230"/>
                <a:gd name="T30" fmla="*/ 122 w 346"/>
                <a:gd name="T31" fmla="*/ 9 h 230"/>
                <a:gd name="T32" fmla="*/ 138 w 346"/>
                <a:gd name="T33" fmla="*/ 4 h 230"/>
                <a:gd name="T34" fmla="*/ 156 w 346"/>
                <a:gd name="T35" fmla="*/ 1 h 230"/>
                <a:gd name="T36" fmla="*/ 174 w 346"/>
                <a:gd name="T37" fmla="*/ 0 h 230"/>
                <a:gd name="T38" fmla="*/ 174 w 346"/>
                <a:gd name="T39" fmla="*/ 0 h 230"/>
                <a:gd name="T40" fmla="*/ 191 w 346"/>
                <a:gd name="T41" fmla="*/ 1 h 230"/>
                <a:gd name="T42" fmla="*/ 208 w 346"/>
                <a:gd name="T43" fmla="*/ 4 h 230"/>
                <a:gd name="T44" fmla="*/ 224 w 346"/>
                <a:gd name="T45" fmla="*/ 9 h 230"/>
                <a:gd name="T46" fmla="*/ 241 w 346"/>
                <a:gd name="T47" fmla="*/ 14 h 230"/>
                <a:gd name="T48" fmla="*/ 255 w 346"/>
                <a:gd name="T49" fmla="*/ 21 h 230"/>
                <a:gd name="T50" fmla="*/ 270 w 346"/>
                <a:gd name="T51" fmla="*/ 30 h 230"/>
                <a:gd name="T52" fmla="*/ 283 w 346"/>
                <a:gd name="T53" fmla="*/ 39 h 230"/>
                <a:gd name="T54" fmla="*/ 295 w 346"/>
                <a:gd name="T55" fmla="*/ 50 h 230"/>
                <a:gd name="T56" fmla="*/ 306 w 346"/>
                <a:gd name="T57" fmla="*/ 63 h 230"/>
                <a:gd name="T58" fmla="*/ 316 w 346"/>
                <a:gd name="T59" fmla="*/ 76 h 230"/>
                <a:gd name="T60" fmla="*/ 325 w 346"/>
                <a:gd name="T61" fmla="*/ 90 h 230"/>
                <a:gd name="T62" fmla="*/ 332 w 346"/>
                <a:gd name="T63" fmla="*/ 106 h 230"/>
                <a:gd name="T64" fmla="*/ 338 w 346"/>
                <a:gd name="T65" fmla="*/ 121 h 230"/>
                <a:gd name="T66" fmla="*/ 342 w 346"/>
                <a:gd name="T67" fmla="*/ 138 h 230"/>
                <a:gd name="T68" fmla="*/ 345 w 346"/>
                <a:gd name="T69" fmla="*/ 155 h 230"/>
                <a:gd name="T70" fmla="*/ 346 w 346"/>
                <a:gd name="T71" fmla="*/ 173 h 230"/>
                <a:gd name="T72" fmla="*/ 346 w 346"/>
                <a:gd name="T73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6" h="230">
                  <a:moveTo>
                    <a:pt x="0" y="230"/>
                  </a:moveTo>
                  <a:lnTo>
                    <a:pt x="0" y="173"/>
                  </a:lnTo>
                  <a:lnTo>
                    <a:pt x="0" y="173"/>
                  </a:lnTo>
                  <a:lnTo>
                    <a:pt x="1" y="155"/>
                  </a:lnTo>
                  <a:lnTo>
                    <a:pt x="4" y="138"/>
                  </a:lnTo>
                  <a:lnTo>
                    <a:pt x="8" y="121"/>
                  </a:lnTo>
                  <a:lnTo>
                    <a:pt x="14" y="106"/>
                  </a:lnTo>
                  <a:lnTo>
                    <a:pt x="21" y="90"/>
                  </a:lnTo>
                  <a:lnTo>
                    <a:pt x="30" y="76"/>
                  </a:lnTo>
                  <a:lnTo>
                    <a:pt x="40" y="63"/>
                  </a:lnTo>
                  <a:lnTo>
                    <a:pt x="51" y="50"/>
                  </a:lnTo>
                  <a:lnTo>
                    <a:pt x="63" y="39"/>
                  </a:lnTo>
                  <a:lnTo>
                    <a:pt x="76" y="30"/>
                  </a:lnTo>
                  <a:lnTo>
                    <a:pt x="91" y="21"/>
                  </a:lnTo>
                  <a:lnTo>
                    <a:pt x="106" y="14"/>
                  </a:lnTo>
                  <a:lnTo>
                    <a:pt x="122" y="9"/>
                  </a:lnTo>
                  <a:lnTo>
                    <a:pt x="138" y="4"/>
                  </a:lnTo>
                  <a:lnTo>
                    <a:pt x="156" y="1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1" y="1"/>
                  </a:lnTo>
                  <a:lnTo>
                    <a:pt x="208" y="4"/>
                  </a:lnTo>
                  <a:lnTo>
                    <a:pt x="224" y="9"/>
                  </a:lnTo>
                  <a:lnTo>
                    <a:pt x="241" y="14"/>
                  </a:lnTo>
                  <a:lnTo>
                    <a:pt x="255" y="21"/>
                  </a:lnTo>
                  <a:lnTo>
                    <a:pt x="270" y="30"/>
                  </a:lnTo>
                  <a:lnTo>
                    <a:pt x="283" y="39"/>
                  </a:lnTo>
                  <a:lnTo>
                    <a:pt x="295" y="50"/>
                  </a:lnTo>
                  <a:lnTo>
                    <a:pt x="306" y="63"/>
                  </a:lnTo>
                  <a:lnTo>
                    <a:pt x="316" y="76"/>
                  </a:lnTo>
                  <a:lnTo>
                    <a:pt x="325" y="90"/>
                  </a:lnTo>
                  <a:lnTo>
                    <a:pt x="332" y="106"/>
                  </a:lnTo>
                  <a:lnTo>
                    <a:pt x="338" y="121"/>
                  </a:lnTo>
                  <a:lnTo>
                    <a:pt x="342" y="138"/>
                  </a:lnTo>
                  <a:lnTo>
                    <a:pt x="345" y="155"/>
                  </a:lnTo>
                  <a:lnTo>
                    <a:pt x="346" y="173"/>
                  </a:lnTo>
                  <a:lnTo>
                    <a:pt x="346" y="2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20" name="Gruppieren 619"/>
          <p:cNvGrpSpPr/>
          <p:nvPr/>
        </p:nvGrpSpPr>
        <p:grpSpPr>
          <a:xfrm>
            <a:off x="8510514" y="2196191"/>
            <a:ext cx="369442" cy="369443"/>
            <a:chOff x="3020963" y="1818872"/>
            <a:chExt cx="396476" cy="396477"/>
          </a:xfrm>
        </p:grpSpPr>
        <p:sp>
          <p:nvSpPr>
            <p:cNvPr id="621" name="Freeform 109"/>
            <p:cNvSpPr>
              <a:spLocks/>
            </p:cNvSpPr>
            <p:nvPr/>
          </p:nvSpPr>
          <p:spPr bwMode="auto">
            <a:xfrm>
              <a:off x="3020963" y="1818872"/>
              <a:ext cx="326158" cy="137645"/>
            </a:xfrm>
            <a:custGeom>
              <a:avLst/>
              <a:gdLst>
                <a:gd name="T0" fmla="*/ 1093 w 1093"/>
                <a:gd name="T1" fmla="*/ 231 h 460"/>
                <a:gd name="T2" fmla="*/ 1091 w 1093"/>
                <a:gd name="T3" fmla="*/ 254 h 460"/>
                <a:gd name="T4" fmla="*/ 1082 w 1093"/>
                <a:gd name="T5" fmla="*/ 277 h 460"/>
                <a:gd name="T6" fmla="*/ 1069 w 1093"/>
                <a:gd name="T7" fmla="*/ 299 h 460"/>
                <a:gd name="T8" fmla="*/ 1050 w 1093"/>
                <a:gd name="T9" fmla="*/ 320 h 460"/>
                <a:gd name="T10" fmla="*/ 1027 w 1093"/>
                <a:gd name="T11" fmla="*/ 340 h 460"/>
                <a:gd name="T12" fmla="*/ 1001 w 1093"/>
                <a:gd name="T13" fmla="*/ 359 h 460"/>
                <a:gd name="T14" fmla="*/ 969 w 1093"/>
                <a:gd name="T15" fmla="*/ 377 h 460"/>
                <a:gd name="T16" fmla="*/ 933 w 1093"/>
                <a:gd name="T17" fmla="*/ 393 h 460"/>
                <a:gd name="T18" fmla="*/ 895 w 1093"/>
                <a:gd name="T19" fmla="*/ 409 h 460"/>
                <a:gd name="T20" fmla="*/ 808 w 1093"/>
                <a:gd name="T21" fmla="*/ 433 h 460"/>
                <a:gd name="T22" fmla="*/ 709 w 1093"/>
                <a:gd name="T23" fmla="*/ 451 h 460"/>
                <a:gd name="T24" fmla="*/ 602 w 1093"/>
                <a:gd name="T25" fmla="*/ 459 h 460"/>
                <a:gd name="T26" fmla="*/ 547 w 1093"/>
                <a:gd name="T27" fmla="*/ 460 h 460"/>
                <a:gd name="T28" fmla="*/ 437 w 1093"/>
                <a:gd name="T29" fmla="*/ 456 h 460"/>
                <a:gd name="T30" fmla="*/ 334 w 1093"/>
                <a:gd name="T31" fmla="*/ 443 h 460"/>
                <a:gd name="T32" fmla="*/ 240 w 1093"/>
                <a:gd name="T33" fmla="*/ 422 h 460"/>
                <a:gd name="T34" fmla="*/ 178 w 1093"/>
                <a:gd name="T35" fmla="*/ 401 h 460"/>
                <a:gd name="T36" fmla="*/ 142 w 1093"/>
                <a:gd name="T37" fmla="*/ 385 h 460"/>
                <a:gd name="T38" fmla="*/ 108 w 1093"/>
                <a:gd name="T39" fmla="*/ 368 h 460"/>
                <a:gd name="T40" fmla="*/ 79 w 1093"/>
                <a:gd name="T41" fmla="*/ 350 h 460"/>
                <a:gd name="T42" fmla="*/ 54 w 1093"/>
                <a:gd name="T43" fmla="*/ 330 h 460"/>
                <a:gd name="T44" fmla="*/ 33 w 1093"/>
                <a:gd name="T45" fmla="*/ 309 h 460"/>
                <a:gd name="T46" fmla="*/ 17 w 1093"/>
                <a:gd name="T47" fmla="*/ 288 h 460"/>
                <a:gd name="T48" fmla="*/ 6 w 1093"/>
                <a:gd name="T49" fmla="*/ 265 h 460"/>
                <a:gd name="T50" fmla="*/ 1 w 1093"/>
                <a:gd name="T51" fmla="*/ 242 h 460"/>
                <a:gd name="T52" fmla="*/ 0 w 1093"/>
                <a:gd name="T53" fmla="*/ 231 h 460"/>
                <a:gd name="T54" fmla="*/ 2 w 1093"/>
                <a:gd name="T55" fmla="*/ 207 h 460"/>
                <a:gd name="T56" fmla="*/ 11 w 1093"/>
                <a:gd name="T57" fmla="*/ 185 h 460"/>
                <a:gd name="T58" fmla="*/ 24 w 1093"/>
                <a:gd name="T59" fmla="*/ 162 h 460"/>
                <a:gd name="T60" fmla="*/ 43 w 1093"/>
                <a:gd name="T61" fmla="*/ 140 h 460"/>
                <a:gd name="T62" fmla="*/ 66 w 1093"/>
                <a:gd name="T63" fmla="*/ 121 h 460"/>
                <a:gd name="T64" fmla="*/ 94 w 1093"/>
                <a:gd name="T65" fmla="*/ 102 h 460"/>
                <a:gd name="T66" fmla="*/ 124 w 1093"/>
                <a:gd name="T67" fmla="*/ 84 h 460"/>
                <a:gd name="T68" fmla="*/ 160 w 1093"/>
                <a:gd name="T69" fmla="*/ 68 h 460"/>
                <a:gd name="T70" fmla="*/ 198 w 1093"/>
                <a:gd name="T71" fmla="*/ 53 h 460"/>
                <a:gd name="T72" fmla="*/ 286 w 1093"/>
                <a:gd name="T73" fmla="*/ 28 h 460"/>
                <a:gd name="T74" fmla="*/ 384 w 1093"/>
                <a:gd name="T75" fmla="*/ 10 h 460"/>
                <a:gd name="T76" fmla="*/ 491 w 1093"/>
                <a:gd name="T77" fmla="*/ 1 h 460"/>
                <a:gd name="T78" fmla="*/ 547 w 1093"/>
                <a:gd name="T79" fmla="*/ 0 h 460"/>
                <a:gd name="T80" fmla="*/ 656 w 1093"/>
                <a:gd name="T81" fmla="*/ 5 h 460"/>
                <a:gd name="T82" fmla="*/ 759 w 1093"/>
                <a:gd name="T83" fmla="*/ 18 h 460"/>
                <a:gd name="T84" fmla="*/ 853 w 1093"/>
                <a:gd name="T85" fmla="*/ 40 h 460"/>
                <a:gd name="T86" fmla="*/ 915 w 1093"/>
                <a:gd name="T87" fmla="*/ 60 h 460"/>
                <a:gd name="T88" fmla="*/ 951 w 1093"/>
                <a:gd name="T89" fmla="*/ 75 h 460"/>
                <a:gd name="T90" fmla="*/ 985 w 1093"/>
                <a:gd name="T91" fmla="*/ 93 h 460"/>
                <a:gd name="T92" fmla="*/ 1014 w 1093"/>
                <a:gd name="T93" fmla="*/ 111 h 460"/>
                <a:gd name="T94" fmla="*/ 1039 w 1093"/>
                <a:gd name="T95" fmla="*/ 130 h 460"/>
                <a:gd name="T96" fmla="*/ 1060 w 1093"/>
                <a:gd name="T97" fmla="*/ 151 h 460"/>
                <a:gd name="T98" fmla="*/ 1077 w 1093"/>
                <a:gd name="T99" fmla="*/ 172 h 460"/>
                <a:gd name="T100" fmla="*/ 1087 w 1093"/>
                <a:gd name="T101" fmla="*/ 196 h 460"/>
                <a:gd name="T102" fmla="*/ 1093 w 1093"/>
                <a:gd name="T103" fmla="*/ 219 h 460"/>
                <a:gd name="T104" fmla="*/ 1093 w 1093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3" h="460">
                  <a:moveTo>
                    <a:pt x="1093" y="231"/>
                  </a:moveTo>
                  <a:lnTo>
                    <a:pt x="1093" y="231"/>
                  </a:lnTo>
                  <a:lnTo>
                    <a:pt x="1093" y="242"/>
                  </a:lnTo>
                  <a:lnTo>
                    <a:pt x="1091" y="254"/>
                  </a:lnTo>
                  <a:lnTo>
                    <a:pt x="1087" y="265"/>
                  </a:lnTo>
                  <a:lnTo>
                    <a:pt x="1082" y="277"/>
                  </a:lnTo>
                  <a:lnTo>
                    <a:pt x="1077" y="288"/>
                  </a:lnTo>
                  <a:lnTo>
                    <a:pt x="1069" y="299"/>
                  </a:lnTo>
                  <a:lnTo>
                    <a:pt x="1060" y="309"/>
                  </a:lnTo>
                  <a:lnTo>
                    <a:pt x="1050" y="320"/>
                  </a:lnTo>
                  <a:lnTo>
                    <a:pt x="1039" y="330"/>
                  </a:lnTo>
                  <a:lnTo>
                    <a:pt x="1027" y="340"/>
                  </a:lnTo>
                  <a:lnTo>
                    <a:pt x="1014" y="350"/>
                  </a:lnTo>
                  <a:lnTo>
                    <a:pt x="1001" y="359"/>
                  </a:lnTo>
                  <a:lnTo>
                    <a:pt x="985" y="368"/>
                  </a:lnTo>
                  <a:lnTo>
                    <a:pt x="969" y="377"/>
                  </a:lnTo>
                  <a:lnTo>
                    <a:pt x="951" y="385"/>
                  </a:lnTo>
                  <a:lnTo>
                    <a:pt x="933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59" y="443"/>
                  </a:lnTo>
                  <a:lnTo>
                    <a:pt x="709" y="451"/>
                  </a:lnTo>
                  <a:lnTo>
                    <a:pt x="656" y="456"/>
                  </a:lnTo>
                  <a:lnTo>
                    <a:pt x="602" y="459"/>
                  </a:lnTo>
                  <a:lnTo>
                    <a:pt x="547" y="460"/>
                  </a:lnTo>
                  <a:lnTo>
                    <a:pt x="547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0" y="422"/>
                  </a:lnTo>
                  <a:lnTo>
                    <a:pt x="198" y="409"/>
                  </a:lnTo>
                  <a:lnTo>
                    <a:pt x="178" y="401"/>
                  </a:lnTo>
                  <a:lnTo>
                    <a:pt x="160" y="393"/>
                  </a:lnTo>
                  <a:lnTo>
                    <a:pt x="142" y="385"/>
                  </a:lnTo>
                  <a:lnTo>
                    <a:pt x="124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79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3" y="309"/>
                  </a:lnTo>
                  <a:lnTo>
                    <a:pt x="24" y="299"/>
                  </a:lnTo>
                  <a:lnTo>
                    <a:pt x="17" y="288"/>
                  </a:lnTo>
                  <a:lnTo>
                    <a:pt x="11" y="277"/>
                  </a:lnTo>
                  <a:lnTo>
                    <a:pt x="6" y="265"/>
                  </a:lnTo>
                  <a:lnTo>
                    <a:pt x="2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2" y="207"/>
                  </a:lnTo>
                  <a:lnTo>
                    <a:pt x="6" y="196"/>
                  </a:lnTo>
                  <a:lnTo>
                    <a:pt x="11" y="185"/>
                  </a:lnTo>
                  <a:lnTo>
                    <a:pt x="17" y="172"/>
                  </a:lnTo>
                  <a:lnTo>
                    <a:pt x="24" y="162"/>
                  </a:lnTo>
                  <a:lnTo>
                    <a:pt x="33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79" y="111"/>
                  </a:lnTo>
                  <a:lnTo>
                    <a:pt x="94" y="102"/>
                  </a:lnTo>
                  <a:lnTo>
                    <a:pt x="108" y="93"/>
                  </a:lnTo>
                  <a:lnTo>
                    <a:pt x="124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8" y="60"/>
                  </a:lnTo>
                  <a:lnTo>
                    <a:pt x="198" y="53"/>
                  </a:lnTo>
                  <a:lnTo>
                    <a:pt x="240" y="40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2" y="1"/>
                  </a:lnTo>
                  <a:lnTo>
                    <a:pt x="656" y="5"/>
                  </a:lnTo>
                  <a:lnTo>
                    <a:pt x="709" y="10"/>
                  </a:lnTo>
                  <a:lnTo>
                    <a:pt x="759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3" y="68"/>
                  </a:lnTo>
                  <a:lnTo>
                    <a:pt x="951" y="75"/>
                  </a:lnTo>
                  <a:lnTo>
                    <a:pt x="969" y="84"/>
                  </a:lnTo>
                  <a:lnTo>
                    <a:pt x="985" y="93"/>
                  </a:lnTo>
                  <a:lnTo>
                    <a:pt x="1001" y="102"/>
                  </a:lnTo>
                  <a:lnTo>
                    <a:pt x="1014" y="111"/>
                  </a:lnTo>
                  <a:lnTo>
                    <a:pt x="1027" y="121"/>
                  </a:lnTo>
                  <a:lnTo>
                    <a:pt x="1039" y="130"/>
                  </a:lnTo>
                  <a:lnTo>
                    <a:pt x="1050" y="140"/>
                  </a:lnTo>
                  <a:lnTo>
                    <a:pt x="1060" y="151"/>
                  </a:lnTo>
                  <a:lnTo>
                    <a:pt x="1069" y="162"/>
                  </a:lnTo>
                  <a:lnTo>
                    <a:pt x="1077" y="172"/>
                  </a:lnTo>
                  <a:lnTo>
                    <a:pt x="1082" y="185"/>
                  </a:lnTo>
                  <a:lnTo>
                    <a:pt x="1087" y="196"/>
                  </a:lnTo>
                  <a:lnTo>
                    <a:pt x="1091" y="207"/>
                  </a:lnTo>
                  <a:lnTo>
                    <a:pt x="1093" y="219"/>
                  </a:lnTo>
                  <a:lnTo>
                    <a:pt x="1093" y="231"/>
                  </a:lnTo>
                  <a:lnTo>
                    <a:pt x="1093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2" name="Line 110"/>
            <p:cNvSpPr>
              <a:spLocks noChangeShapeType="1"/>
            </p:cNvSpPr>
            <p:nvPr/>
          </p:nvSpPr>
          <p:spPr bwMode="auto">
            <a:xfrm>
              <a:off x="3020963" y="188919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3" name="Freeform 111"/>
            <p:cNvSpPr>
              <a:spLocks/>
            </p:cNvSpPr>
            <p:nvPr/>
          </p:nvSpPr>
          <p:spPr bwMode="auto">
            <a:xfrm>
              <a:off x="3020963" y="1956517"/>
              <a:ext cx="188513" cy="70319"/>
            </a:xfrm>
            <a:custGeom>
              <a:avLst/>
              <a:gdLst>
                <a:gd name="T0" fmla="*/ 633 w 633"/>
                <a:gd name="T1" fmla="*/ 228 h 231"/>
                <a:gd name="T2" fmla="*/ 633 w 633"/>
                <a:gd name="T3" fmla="*/ 228 h 231"/>
                <a:gd name="T4" fmla="*/ 590 w 633"/>
                <a:gd name="T5" fmla="*/ 230 h 231"/>
                <a:gd name="T6" fmla="*/ 547 w 633"/>
                <a:gd name="T7" fmla="*/ 231 h 231"/>
                <a:gd name="T8" fmla="*/ 547 w 633"/>
                <a:gd name="T9" fmla="*/ 231 h 231"/>
                <a:gd name="T10" fmla="*/ 491 w 633"/>
                <a:gd name="T11" fmla="*/ 230 h 231"/>
                <a:gd name="T12" fmla="*/ 437 w 633"/>
                <a:gd name="T13" fmla="*/ 227 h 231"/>
                <a:gd name="T14" fmla="*/ 384 w 633"/>
                <a:gd name="T15" fmla="*/ 221 h 231"/>
                <a:gd name="T16" fmla="*/ 334 w 633"/>
                <a:gd name="T17" fmla="*/ 213 h 231"/>
                <a:gd name="T18" fmla="*/ 286 w 633"/>
                <a:gd name="T19" fmla="*/ 204 h 231"/>
                <a:gd name="T20" fmla="*/ 240 w 633"/>
                <a:gd name="T21" fmla="*/ 191 h 231"/>
                <a:gd name="T22" fmla="*/ 198 w 633"/>
                <a:gd name="T23" fmla="*/ 178 h 231"/>
                <a:gd name="T24" fmla="*/ 178 w 633"/>
                <a:gd name="T25" fmla="*/ 172 h 231"/>
                <a:gd name="T26" fmla="*/ 160 w 633"/>
                <a:gd name="T27" fmla="*/ 164 h 231"/>
                <a:gd name="T28" fmla="*/ 142 w 633"/>
                <a:gd name="T29" fmla="*/ 156 h 231"/>
                <a:gd name="T30" fmla="*/ 124 w 633"/>
                <a:gd name="T31" fmla="*/ 147 h 231"/>
                <a:gd name="T32" fmla="*/ 108 w 633"/>
                <a:gd name="T33" fmla="*/ 138 h 231"/>
                <a:gd name="T34" fmla="*/ 94 w 633"/>
                <a:gd name="T35" fmla="*/ 130 h 231"/>
                <a:gd name="T36" fmla="*/ 79 w 633"/>
                <a:gd name="T37" fmla="*/ 121 h 231"/>
                <a:gd name="T38" fmla="*/ 66 w 633"/>
                <a:gd name="T39" fmla="*/ 111 h 231"/>
                <a:gd name="T40" fmla="*/ 54 w 633"/>
                <a:gd name="T41" fmla="*/ 101 h 231"/>
                <a:gd name="T42" fmla="*/ 43 w 633"/>
                <a:gd name="T43" fmla="*/ 91 h 231"/>
                <a:gd name="T44" fmla="*/ 33 w 633"/>
                <a:gd name="T45" fmla="*/ 80 h 231"/>
                <a:gd name="T46" fmla="*/ 24 w 633"/>
                <a:gd name="T47" fmla="*/ 69 h 231"/>
                <a:gd name="T48" fmla="*/ 17 w 633"/>
                <a:gd name="T49" fmla="*/ 58 h 231"/>
                <a:gd name="T50" fmla="*/ 11 w 633"/>
                <a:gd name="T51" fmla="*/ 47 h 231"/>
                <a:gd name="T52" fmla="*/ 6 w 633"/>
                <a:gd name="T53" fmla="*/ 36 h 231"/>
                <a:gd name="T54" fmla="*/ 2 w 633"/>
                <a:gd name="T55" fmla="*/ 25 h 231"/>
                <a:gd name="T56" fmla="*/ 1 w 633"/>
                <a:gd name="T57" fmla="*/ 13 h 231"/>
                <a:gd name="T58" fmla="*/ 0 w 633"/>
                <a:gd name="T59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3" h="231">
                  <a:moveTo>
                    <a:pt x="633" y="228"/>
                  </a:moveTo>
                  <a:lnTo>
                    <a:pt x="633" y="228"/>
                  </a:lnTo>
                  <a:lnTo>
                    <a:pt x="590" y="230"/>
                  </a:lnTo>
                  <a:lnTo>
                    <a:pt x="547" y="231"/>
                  </a:lnTo>
                  <a:lnTo>
                    <a:pt x="547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4" y="221"/>
                  </a:lnTo>
                  <a:lnTo>
                    <a:pt x="334" y="213"/>
                  </a:lnTo>
                  <a:lnTo>
                    <a:pt x="286" y="204"/>
                  </a:lnTo>
                  <a:lnTo>
                    <a:pt x="240" y="191"/>
                  </a:lnTo>
                  <a:lnTo>
                    <a:pt x="198" y="178"/>
                  </a:lnTo>
                  <a:lnTo>
                    <a:pt x="178" y="172"/>
                  </a:lnTo>
                  <a:lnTo>
                    <a:pt x="160" y="164"/>
                  </a:lnTo>
                  <a:lnTo>
                    <a:pt x="142" y="156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30"/>
                  </a:lnTo>
                  <a:lnTo>
                    <a:pt x="79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3" y="80"/>
                  </a:lnTo>
                  <a:lnTo>
                    <a:pt x="24" y="69"/>
                  </a:lnTo>
                  <a:lnTo>
                    <a:pt x="17" y="58"/>
                  </a:lnTo>
                  <a:lnTo>
                    <a:pt x="11" y="47"/>
                  </a:lnTo>
                  <a:lnTo>
                    <a:pt x="6" y="36"/>
                  </a:lnTo>
                  <a:lnTo>
                    <a:pt x="2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4" name="Freeform 112"/>
            <p:cNvSpPr>
              <a:spLocks/>
            </p:cNvSpPr>
            <p:nvPr/>
          </p:nvSpPr>
          <p:spPr bwMode="auto">
            <a:xfrm>
              <a:off x="3020963" y="2034316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6 h 230"/>
                <a:gd name="T8" fmla="*/ 384 w 547"/>
                <a:gd name="T9" fmla="*/ 219 h 230"/>
                <a:gd name="T10" fmla="*/ 334 w 547"/>
                <a:gd name="T11" fmla="*/ 212 h 230"/>
                <a:gd name="T12" fmla="*/ 286 w 547"/>
                <a:gd name="T13" fmla="*/ 203 h 230"/>
                <a:gd name="T14" fmla="*/ 240 w 547"/>
                <a:gd name="T15" fmla="*/ 191 h 230"/>
                <a:gd name="T16" fmla="*/ 198 w 547"/>
                <a:gd name="T17" fmla="*/ 177 h 230"/>
                <a:gd name="T18" fmla="*/ 178 w 547"/>
                <a:gd name="T19" fmla="*/ 171 h 230"/>
                <a:gd name="T20" fmla="*/ 160 w 547"/>
                <a:gd name="T21" fmla="*/ 163 h 230"/>
                <a:gd name="T22" fmla="*/ 142 w 547"/>
                <a:gd name="T23" fmla="*/ 154 h 230"/>
                <a:gd name="T24" fmla="*/ 124 w 547"/>
                <a:gd name="T25" fmla="*/ 147 h 230"/>
                <a:gd name="T26" fmla="*/ 108 w 547"/>
                <a:gd name="T27" fmla="*/ 138 h 230"/>
                <a:gd name="T28" fmla="*/ 94 w 547"/>
                <a:gd name="T29" fmla="*/ 129 h 230"/>
                <a:gd name="T30" fmla="*/ 79 w 547"/>
                <a:gd name="T31" fmla="*/ 119 h 230"/>
                <a:gd name="T32" fmla="*/ 66 w 547"/>
                <a:gd name="T33" fmla="*/ 110 h 230"/>
                <a:gd name="T34" fmla="*/ 54 w 547"/>
                <a:gd name="T35" fmla="*/ 100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7 w 547"/>
                <a:gd name="T43" fmla="*/ 57 h 230"/>
                <a:gd name="T44" fmla="*/ 11 w 547"/>
                <a:gd name="T45" fmla="*/ 46 h 230"/>
                <a:gd name="T46" fmla="*/ 6 w 547"/>
                <a:gd name="T47" fmla="*/ 35 h 230"/>
                <a:gd name="T48" fmla="*/ 2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4" y="219"/>
                  </a:lnTo>
                  <a:lnTo>
                    <a:pt x="334" y="212"/>
                  </a:lnTo>
                  <a:lnTo>
                    <a:pt x="286" y="203"/>
                  </a:lnTo>
                  <a:lnTo>
                    <a:pt x="240" y="191"/>
                  </a:lnTo>
                  <a:lnTo>
                    <a:pt x="198" y="177"/>
                  </a:lnTo>
                  <a:lnTo>
                    <a:pt x="178" y="171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79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7" y="57"/>
                  </a:lnTo>
                  <a:lnTo>
                    <a:pt x="11" y="46"/>
                  </a:lnTo>
                  <a:lnTo>
                    <a:pt x="6" y="35"/>
                  </a:lnTo>
                  <a:lnTo>
                    <a:pt x="2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5" name="Freeform 113"/>
            <p:cNvSpPr>
              <a:spLocks/>
            </p:cNvSpPr>
            <p:nvPr/>
          </p:nvSpPr>
          <p:spPr bwMode="auto">
            <a:xfrm>
              <a:off x="3020963" y="1889191"/>
              <a:ext cx="163079" cy="291747"/>
            </a:xfrm>
            <a:custGeom>
              <a:avLst/>
              <a:gdLst>
                <a:gd name="T0" fmla="*/ 547 w 547"/>
                <a:gd name="T1" fmla="*/ 979 h 979"/>
                <a:gd name="T2" fmla="*/ 547 w 547"/>
                <a:gd name="T3" fmla="*/ 979 h 979"/>
                <a:gd name="T4" fmla="*/ 491 w 547"/>
                <a:gd name="T5" fmla="*/ 977 h 979"/>
                <a:gd name="T6" fmla="*/ 437 w 547"/>
                <a:gd name="T7" fmla="*/ 973 h 979"/>
                <a:gd name="T8" fmla="*/ 384 w 547"/>
                <a:gd name="T9" fmla="*/ 968 h 979"/>
                <a:gd name="T10" fmla="*/ 334 w 547"/>
                <a:gd name="T11" fmla="*/ 960 h 979"/>
                <a:gd name="T12" fmla="*/ 286 w 547"/>
                <a:gd name="T13" fmla="*/ 950 h 979"/>
                <a:gd name="T14" fmla="*/ 240 w 547"/>
                <a:gd name="T15" fmla="*/ 939 h 979"/>
                <a:gd name="T16" fmla="*/ 198 w 547"/>
                <a:gd name="T17" fmla="*/ 926 h 979"/>
                <a:gd name="T18" fmla="*/ 178 w 547"/>
                <a:gd name="T19" fmla="*/ 918 h 979"/>
                <a:gd name="T20" fmla="*/ 160 w 547"/>
                <a:gd name="T21" fmla="*/ 910 h 979"/>
                <a:gd name="T22" fmla="*/ 142 w 547"/>
                <a:gd name="T23" fmla="*/ 903 h 979"/>
                <a:gd name="T24" fmla="*/ 124 w 547"/>
                <a:gd name="T25" fmla="*/ 895 h 979"/>
                <a:gd name="T26" fmla="*/ 108 w 547"/>
                <a:gd name="T27" fmla="*/ 886 h 979"/>
                <a:gd name="T28" fmla="*/ 94 w 547"/>
                <a:gd name="T29" fmla="*/ 877 h 979"/>
                <a:gd name="T30" fmla="*/ 79 w 547"/>
                <a:gd name="T31" fmla="*/ 867 h 979"/>
                <a:gd name="T32" fmla="*/ 66 w 547"/>
                <a:gd name="T33" fmla="*/ 857 h 979"/>
                <a:gd name="T34" fmla="*/ 54 w 547"/>
                <a:gd name="T35" fmla="*/ 847 h 979"/>
                <a:gd name="T36" fmla="*/ 43 w 547"/>
                <a:gd name="T37" fmla="*/ 838 h 979"/>
                <a:gd name="T38" fmla="*/ 33 w 547"/>
                <a:gd name="T39" fmla="*/ 828 h 979"/>
                <a:gd name="T40" fmla="*/ 24 w 547"/>
                <a:gd name="T41" fmla="*/ 817 h 979"/>
                <a:gd name="T42" fmla="*/ 17 w 547"/>
                <a:gd name="T43" fmla="*/ 806 h 979"/>
                <a:gd name="T44" fmla="*/ 11 w 547"/>
                <a:gd name="T45" fmla="*/ 795 h 979"/>
                <a:gd name="T46" fmla="*/ 6 w 547"/>
                <a:gd name="T47" fmla="*/ 783 h 979"/>
                <a:gd name="T48" fmla="*/ 2 w 547"/>
                <a:gd name="T49" fmla="*/ 771 h 979"/>
                <a:gd name="T50" fmla="*/ 1 w 547"/>
                <a:gd name="T51" fmla="*/ 760 h 979"/>
                <a:gd name="T52" fmla="*/ 0 w 547"/>
                <a:gd name="T53" fmla="*/ 748 h 979"/>
                <a:gd name="T54" fmla="*/ 0 w 547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7" h="979">
                  <a:moveTo>
                    <a:pt x="547" y="979"/>
                  </a:moveTo>
                  <a:lnTo>
                    <a:pt x="547" y="979"/>
                  </a:lnTo>
                  <a:lnTo>
                    <a:pt x="491" y="977"/>
                  </a:lnTo>
                  <a:lnTo>
                    <a:pt x="437" y="973"/>
                  </a:lnTo>
                  <a:lnTo>
                    <a:pt x="384" y="968"/>
                  </a:lnTo>
                  <a:lnTo>
                    <a:pt x="334" y="960"/>
                  </a:lnTo>
                  <a:lnTo>
                    <a:pt x="286" y="950"/>
                  </a:lnTo>
                  <a:lnTo>
                    <a:pt x="240" y="939"/>
                  </a:lnTo>
                  <a:lnTo>
                    <a:pt x="198" y="926"/>
                  </a:lnTo>
                  <a:lnTo>
                    <a:pt x="178" y="918"/>
                  </a:lnTo>
                  <a:lnTo>
                    <a:pt x="160" y="910"/>
                  </a:lnTo>
                  <a:lnTo>
                    <a:pt x="142" y="903"/>
                  </a:lnTo>
                  <a:lnTo>
                    <a:pt x="124" y="895"/>
                  </a:lnTo>
                  <a:lnTo>
                    <a:pt x="108" y="886"/>
                  </a:lnTo>
                  <a:lnTo>
                    <a:pt x="94" y="877"/>
                  </a:lnTo>
                  <a:lnTo>
                    <a:pt x="79" y="867"/>
                  </a:lnTo>
                  <a:lnTo>
                    <a:pt x="66" y="857"/>
                  </a:lnTo>
                  <a:lnTo>
                    <a:pt x="54" y="847"/>
                  </a:lnTo>
                  <a:lnTo>
                    <a:pt x="43" y="838"/>
                  </a:lnTo>
                  <a:lnTo>
                    <a:pt x="33" y="828"/>
                  </a:lnTo>
                  <a:lnTo>
                    <a:pt x="24" y="817"/>
                  </a:lnTo>
                  <a:lnTo>
                    <a:pt x="17" y="806"/>
                  </a:lnTo>
                  <a:lnTo>
                    <a:pt x="11" y="795"/>
                  </a:lnTo>
                  <a:lnTo>
                    <a:pt x="6" y="783"/>
                  </a:lnTo>
                  <a:lnTo>
                    <a:pt x="2" y="771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6" name="Line 114"/>
            <p:cNvSpPr>
              <a:spLocks noChangeShapeType="1"/>
            </p:cNvSpPr>
            <p:nvPr/>
          </p:nvSpPr>
          <p:spPr bwMode="auto">
            <a:xfrm>
              <a:off x="3347120" y="1889191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7" name="Freeform 115"/>
            <p:cNvSpPr>
              <a:spLocks/>
            </p:cNvSpPr>
            <p:nvPr/>
          </p:nvSpPr>
          <p:spPr bwMode="auto">
            <a:xfrm>
              <a:off x="3374051" y="2068727"/>
              <a:ext cx="43388" cy="43388"/>
            </a:xfrm>
            <a:custGeom>
              <a:avLst/>
              <a:gdLst>
                <a:gd name="T0" fmla="*/ 145 w 145"/>
                <a:gd name="T1" fmla="*/ 0 h 144"/>
                <a:gd name="T2" fmla="*/ 145 w 145"/>
                <a:gd name="T3" fmla="*/ 144 h 144"/>
                <a:gd name="T4" fmla="*/ 0 w 145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144">
                  <a:moveTo>
                    <a:pt x="145" y="0"/>
                  </a:moveTo>
                  <a:lnTo>
                    <a:pt x="145" y="144"/>
                  </a:lnTo>
                  <a:lnTo>
                    <a:pt x="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8" name="Freeform 116"/>
            <p:cNvSpPr>
              <a:spLocks/>
            </p:cNvSpPr>
            <p:nvPr/>
          </p:nvSpPr>
          <p:spPr bwMode="auto">
            <a:xfrm>
              <a:off x="3261841" y="2164480"/>
              <a:ext cx="34412" cy="34412"/>
            </a:xfrm>
            <a:custGeom>
              <a:avLst/>
              <a:gdLst>
                <a:gd name="T0" fmla="*/ 0 w 116"/>
                <a:gd name="T1" fmla="*/ 116 h 116"/>
                <a:gd name="T2" fmla="*/ 0 w 116"/>
                <a:gd name="T3" fmla="*/ 0 h 116"/>
                <a:gd name="T4" fmla="*/ 116 w 116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16">
                  <a:moveTo>
                    <a:pt x="0" y="116"/>
                  </a:moveTo>
                  <a:lnTo>
                    <a:pt x="0" y="0"/>
                  </a:lnTo>
                  <a:lnTo>
                    <a:pt x="1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9" name="Freeform 117"/>
            <p:cNvSpPr>
              <a:spLocks/>
            </p:cNvSpPr>
            <p:nvPr/>
          </p:nvSpPr>
          <p:spPr bwMode="auto">
            <a:xfrm>
              <a:off x="3266329" y="2061246"/>
              <a:ext cx="149614" cy="50869"/>
            </a:xfrm>
            <a:custGeom>
              <a:avLst/>
              <a:gdLst>
                <a:gd name="T0" fmla="*/ 0 w 501"/>
                <a:gd name="T1" fmla="*/ 173 h 173"/>
                <a:gd name="T2" fmla="*/ 0 w 501"/>
                <a:gd name="T3" fmla="*/ 173 h 173"/>
                <a:gd name="T4" fmla="*/ 6 w 501"/>
                <a:gd name="T5" fmla="*/ 154 h 173"/>
                <a:gd name="T6" fmla="*/ 15 w 501"/>
                <a:gd name="T7" fmla="*/ 137 h 173"/>
                <a:gd name="T8" fmla="*/ 25 w 501"/>
                <a:gd name="T9" fmla="*/ 120 h 173"/>
                <a:gd name="T10" fmla="*/ 36 w 501"/>
                <a:gd name="T11" fmla="*/ 104 h 173"/>
                <a:gd name="T12" fmla="*/ 49 w 501"/>
                <a:gd name="T13" fmla="*/ 88 h 173"/>
                <a:gd name="T14" fmla="*/ 63 w 501"/>
                <a:gd name="T15" fmla="*/ 74 h 173"/>
                <a:gd name="T16" fmla="*/ 77 w 501"/>
                <a:gd name="T17" fmla="*/ 61 h 173"/>
                <a:gd name="T18" fmla="*/ 92 w 501"/>
                <a:gd name="T19" fmla="*/ 48 h 173"/>
                <a:gd name="T20" fmla="*/ 109 w 501"/>
                <a:gd name="T21" fmla="*/ 39 h 173"/>
                <a:gd name="T22" fmla="*/ 127 w 501"/>
                <a:gd name="T23" fmla="*/ 29 h 173"/>
                <a:gd name="T24" fmla="*/ 144 w 501"/>
                <a:gd name="T25" fmla="*/ 20 h 173"/>
                <a:gd name="T26" fmla="*/ 163 w 501"/>
                <a:gd name="T27" fmla="*/ 13 h 173"/>
                <a:gd name="T28" fmla="*/ 182 w 501"/>
                <a:gd name="T29" fmla="*/ 8 h 173"/>
                <a:gd name="T30" fmla="*/ 203 w 501"/>
                <a:gd name="T31" fmla="*/ 3 h 173"/>
                <a:gd name="T32" fmla="*/ 223 w 501"/>
                <a:gd name="T33" fmla="*/ 1 h 173"/>
                <a:gd name="T34" fmla="*/ 244 w 501"/>
                <a:gd name="T35" fmla="*/ 0 h 173"/>
                <a:gd name="T36" fmla="*/ 244 w 501"/>
                <a:gd name="T37" fmla="*/ 0 h 173"/>
                <a:gd name="T38" fmla="*/ 265 w 501"/>
                <a:gd name="T39" fmla="*/ 1 h 173"/>
                <a:gd name="T40" fmla="*/ 286 w 501"/>
                <a:gd name="T41" fmla="*/ 3 h 173"/>
                <a:gd name="T42" fmla="*/ 307 w 501"/>
                <a:gd name="T43" fmla="*/ 8 h 173"/>
                <a:gd name="T44" fmla="*/ 326 w 501"/>
                <a:gd name="T45" fmla="*/ 13 h 173"/>
                <a:gd name="T46" fmla="*/ 346 w 501"/>
                <a:gd name="T47" fmla="*/ 20 h 173"/>
                <a:gd name="T48" fmla="*/ 365 w 501"/>
                <a:gd name="T49" fmla="*/ 29 h 173"/>
                <a:gd name="T50" fmla="*/ 384 w 501"/>
                <a:gd name="T51" fmla="*/ 37 h 173"/>
                <a:gd name="T52" fmla="*/ 401 w 501"/>
                <a:gd name="T53" fmla="*/ 48 h 173"/>
                <a:gd name="T54" fmla="*/ 418 w 501"/>
                <a:gd name="T55" fmla="*/ 61 h 173"/>
                <a:gd name="T56" fmla="*/ 433 w 501"/>
                <a:gd name="T57" fmla="*/ 74 h 173"/>
                <a:gd name="T58" fmla="*/ 448 w 501"/>
                <a:gd name="T59" fmla="*/ 87 h 173"/>
                <a:gd name="T60" fmla="*/ 461 w 501"/>
                <a:gd name="T61" fmla="*/ 103 h 173"/>
                <a:gd name="T62" fmla="*/ 473 w 501"/>
                <a:gd name="T63" fmla="*/ 119 h 173"/>
                <a:gd name="T64" fmla="*/ 484 w 501"/>
                <a:gd name="T65" fmla="*/ 136 h 173"/>
                <a:gd name="T66" fmla="*/ 493 w 501"/>
                <a:gd name="T67" fmla="*/ 153 h 173"/>
                <a:gd name="T68" fmla="*/ 501 w 501"/>
                <a:gd name="T69" fmla="*/ 17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1" h="173">
                  <a:moveTo>
                    <a:pt x="0" y="173"/>
                  </a:moveTo>
                  <a:lnTo>
                    <a:pt x="0" y="173"/>
                  </a:lnTo>
                  <a:lnTo>
                    <a:pt x="6" y="154"/>
                  </a:lnTo>
                  <a:lnTo>
                    <a:pt x="15" y="137"/>
                  </a:lnTo>
                  <a:lnTo>
                    <a:pt x="25" y="120"/>
                  </a:lnTo>
                  <a:lnTo>
                    <a:pt x="36" y="104"/>
                  </a:lnTo>
                  <a:lnTo>
                    <a:pt x="49" y="88"/>
                  </a:lnTo>
                  <a:lnTo>
                    <a:pt x="63" y="74"/>
                  </a:lnTo>
                  <a:lnTo>
                    <a:pt x="77" y="61"/>
                  </a:lnTo>
                  <a:lnTo>
                    <a:pt x="92" y="48"/>
                  </a:lnTo>
                  <a:lnTo>
                    <a:pt x="109" y="39"/>
                  </a:lnTo>
                  <a:lnTo>
                    <a:pt x="127" y="29"/>
                  </a:lnTo>
                  <a:lnTo>
                    <a:pt x="144" y="20"/>
                  </a:lnTo>
                  <a:lnTo>
                    <a:pt x="163" y="13"/>
                  </a:lnTo>
                  <a:lnTo>
                    <a:pt x="182" y="8"/>
                  </a:lnTo>
                  <a:lnTo>
                    <a:pt x="203" y="3"/>
                  </a:lnTo>
                  <a:lnTo>
                    <a:pt x="223" y="1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65" y="1"/>
                  </a:lnTo>
                  <a:lnTo>
                    <a:pt x="286" y="3"/>
                  </a:lnTo>
                  <a:lnTo>
                    <a:pt x="307" y="8"/>
                  </a:lnTo>
                  <a:lnTo>
                    <a:pt x="326" y="13"/>
                  </a:lnTo>
                  <a:lnTo>
                    <a:pt x="346" y="20"/>
                  </a:lnTo>
                  <a:lnTo>
                    <a:pt x="365" y="29"/>
                  </a:lnTo>
                  <a:lnTo>
                    <a:pt x="384" y="37"/>
                  </a:lnTo>
                  <a:lnTo>
                    <a:pt x="401" y="48"/>
                  </a:lnTo>
                  <a:lnTo>
                    <a:pt x="418" y="61"/>
                  </a:lnTo>
                  <a:lnTo>
                    <a:pt x="433" y="74"/>
                  </a:lnTo>
                  <a:lnTo>
                    <a:pt x="448" y="87"/>
                  </a:lnTo>
                  <a:lnTo>
                    <a:pt x="461" y="103"/>
                  </a:lnTo>
                  <a:lnTo>
                    <a:pt x="473" y="119"/>
                  </a:lnTo>
                  <a:lnTo>
                    <a:pt x="484" y="136"/>
                  </a:lnTo>
                  <a:lnTo>
                    <a:pt x="493" y="153"/>
                  </a:lnTo>
                  <a:lnTo>
                    <a:pt x="501" y="1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0" name="Freeform 118"/>
            <p:cNvSpPr>
              <a:spLocks/>
            </p:cNvSpPr>
            <p:nvPr/>
          </p:nvSpPr>
          <p:spPr bwMode="auto">
            <a:xfrm>
              <a:off x="3261841" y="2164480"/>
              <a:ext cx="151110" cy="50869"/>
            </a:xfrm>
            <a:custGeom>
              <a:avLst/>
              <a:gdLst>
                <a:gd name="T0" fmla="*/ 504 w 504"/>
                <a:gd name="T1" fmla="*/ 0 h 174"/>
                <a:gd name="T2" fmla="*/ 504 w 504"/>
                <a:gd name="T3" fmla="*/ 0 h 174"/>
                <a:gd name="T4" fmla="*/ 496 w 504"/>
                <a:gd name="T5" fmla="*/ 19 h 174"/>
                <a:gd name="T6" fmla="*/ 487 w 504"/>
                <a:gd name="T7" fmla="*/ 37 h 174"/>
                <a:gd name="T8" fmla="*/ 477 w 504"/>
                <a:gd name="T9" fmla="*/ 54 h 174"/>
                <a:gd name="T10" fmla="*/ 466 w 504"/>
                <a:gd name="T11" fmla="*/ 70 h 174"/>
                <a:gd name="T12" fmla="*/ 453 w 504"/>
                <a:gd name="T13" fmla="*/ 85 h 174"/>
                <a:gd name="T14" fmla="*/ 440 w 504"/>
                <a:gd name="T15" fmla="*/ 100 h 174"/>
                <a:gd name="T16" fmla="*/ 425 w 504"/>
                <a:gd name="T17" fmla="*/ 113 h 174"/>
                <a:gd name="T18" fmla="*/ 410 w 504"/>
                <a:gd name="T19" fmla="*/ 125 h 174"/>
                <a:gd name="T20" fmla="*/ 393 w 504"/>
                <a:gd name="T21" fmla="*/ 136 h 174"/>
                <a:gd name="T22" fmla="*/ 377 w 504"/>
                <a:gd name="T23" fmla="*/ 145 h 174"/>
                <a:gd name="T24" fmla="*/ 358 w 504"/>
                <a:gd name="T25" fmla="*/ 154 h 174"/>
                <a:gd name="T26" fmla="*/ 339 w 504"/>
                <a:gd name="T27" fmla="*/ 160 h 174"/>
                <a:gd name="T28" fmla="*/ 320 w 504"/>
                <a:gd name="T29" fmla="*/ 166 h 174"/>
                <a:gd name="T30" fmla="*/ 301 w 504"/>
                <a:gd name="T31" fmla="*/ 170 h 174"/>
                <a:gd name="T32" fmla="*/ 280 w 504"/>
                <a:gd name="T33" fmla="*/ 172 h 174"/>
                <a:gd name="T34" fmla="*/ 259 w 504"/>
                <a:gd name="T35" fmla="*/ 174 h 174"/>
                <a:gd name="T36" fmla="*/ 259 w 504"/>
                <a:gd name="T37" fmla="*/ 174 h 174"/>
                <a:gd name="T38" fmla="*/ 238 w 504"/>
                <a:gd name="T39" fmla="*/ 172 h 174"/>
                <a:gd name="T40" fmla="*/ 217 w 504"/>
                <a:gd name="T41" fmla="*/ 170 h 174"/>
                <a:gd name="T42" fmla="*/ 196 w 504"/>
                <a:gd name="T43" fmla="*/ 166 h 174"/>
                <a:gd name="T44" fmla="*/ 176 w 504"/>
                <a:gd name="T45" fmla="*/ 160 h 174"/>
                <a:gd name="T46" fmla="*/ 156 w 504"/>
                <a:gd name="T47" fmla="*/ 154 h 174"/>
                <a:gd name="T48" fmla="*/ 137 w 504"/>
                <a:gd name="T49" fmla="*/ 146 h 174"/>
                <a:gd name="T50" fmla="*/ 119 w 504"/>
                <a:gd name="T51" fmla="*/ 136 h 174"/>
                <a:gd name="T52" fmla="*/ 101 w 504"/>
                <a:gd name="T53" fmla="*/ 125 h 174"/>
                <a:gd name="T54" fmla="*/ 84 w 504"/>
                <a:gd name="T55" fmla="*/ 114 h 174"/>
                <a:gd name="T56" fmla="*/ 69 w 504"/>
                <a:gd name="T57" fmla="*/ 101 h 174"/>
                <a:gd name="T58" fmla="*/ 53 w 504"/>
                <a:gd name="T59" fmla="*/ 86 h 174"/>
                <a:gd name="T60" fmla="*/ 40 w 504"/>
                <a:gd name="T61" fmla="*/ 71 h 174"/>
                <a:gd name="T62" fmla="*/ 28 w 504"/>
                <a:gd name="T63" fmla="*/ 56 h 174"/>
                <a:gd name="T64" fmla="*/ 17 w 504"/>
                <a:gd name="T65" fmla="*/ 38 h 174"/>
                <a:gd name="T66" fmla="*/ 8 w 504"/>
                <a:gd name="T67" fmla="*/ 20 h 174"/>
                <a:gd name="T68" fmla="*/ 0 w 504"/>
                <a:gd name="T69" fmla="*/ 1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4" h="174">
                  <a:moveTo>
                    <a:pt x="504" y="0"/>
                  </a:moveTo>
                  <a:lnTo>
                    <a:pt x="504" y="0"/>
                  </a:lnTo>
                  <a:lnTo>
                    <a:pt x="496" y="19"/>
                  </a:lnTo>
                  <a:lnTo>
                    <a:pt x="487" y="37"/>
                  </a:lnTo>
                  <a:lnTo>
                    <a:pt x="477" y="54"/>
                  </a:lnTo>
                  <a:lnTo>
                    <a:pt x="466" y="70"/>
                  </a:lnTo>
                  <a:lnTo>
                    <a:pt x="453" y="85"/>
                  </a:lnTo>
                  <a:lnTo>
                    <a:pt x="440" y="100"/>
                  </a:lnTo>
                  <a:lnTo>
                    <a:pt x="425" y="113"/>
                  </a:lnTo>
                  <a:lnTo>
                    <a:pt x="410" y="125"/>
                  </a:lnTo>
                  <a:lnTo>
                    <a:pt x="393" y="136"/>
                  </a:lnTo>
                  <a:lnTo>
                    <a:pt x="377" y="145"/>
                  </a:lnTo>
                  <a:lnTo>
                    <a:pt x="358" y="154"/>
                  </a:lnTo>
                  <a:lnTo>
                    <a:pt x="339" y="160"/>
                  </a:lnTo>
                  <a:lnTo>
                    <a:pt x="320" y="166"/>
                  </a:lnTo>
                  <a:lnTo>
                    <a:pt x="301" y="170"/>
                  </a:lnTo>
                  <a:lnTo>
                    <a:pt x="280" y="172"/>
                  </a:lnTo>
                  <a:lnTo>
                    <a:pt x="259" y="174"/>
                  </a:lnTo>
                  <a:lnTo>
                    <a:pt x="259" y="174"/>
                  </a:lnTo>
                  <a:lnTo>
                    <a:pt x="238" y="172"/>
                  </a:lnTo>
                  <a:lnTo>
                    <a:pt x="217" y="170"/>
                  </a:lnTo>
                  <a:lnTo>
                    <a:pt x="196" y="166"/>
                  </a:lnTo>
                  <a:lnTo>
                    <a:pt x="176" y="160"/>
                  </a:lnTo>
                  <a:lnTo>
                    <a:pt x="156" y="154"/>
                  </a:lnTo>
                  <a:lnTo>
                    <a:pt x="137" y="146"/>
                  </a:lnTo>
                  <a:lnTo>
                    <a:pt x="119" y="136"/>
                  </a:lnTo>
                  <a:lnTo>
                    <a:pt x="101" y="125"/>
                  </a:lnTo>
                  <a:lnTo>
                    <a:pt x="84" y="114"/>
                  </a:lnTo>
                  <a:lnTo>
                    <a:pt x="69" y="101"/>
                  </a:lnTo>
                  <a:lnTo>
                    <a:pt x="53" y="86"/>
                  </a:lnTo>
                  <a:lnTo>
                    <a:pt x="40" y="71"/>
                  </a:lnTo>
                  <a:lnTo>
                    <a:pt x="28" y="56"/>
                  </a:lnTo>
                  <a:lnTo>
                    <a:pt x="17" y="38"/>
                  </a:lnTo>
                  <a:lnTo>
                    <a:pt x="8" y="20"/>
                  </a:lnTo>
                  <a:lnTo>
                    <a:pt x="0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631" name="Freeform 123"/>
          <p:cNvSpPr>
            <a:spLocks/>
          </p:cNvSpPr>
          <p:nvPr/>
        </p:nvSpPr>
        <p:spPr bwMode="auto">
          <a:xfrm>
            <a:off x="8041457" y="2868304"/>
            <a:ext cx="411233" cy="249995"/>
          </a:xfrm>
          <a:custGeom>
            <a:avLst/>
            <a:gdLst>
              <a:gd name="T0" fmla="*/ 2221 w 2222"/>
              <a:gd name="T1" fmla="*/ 842 h 1350"/>
              <a:gd name="T2" fmla="*/ 2212 w 2222"/>
              <a:gd name="T3" fmla="*/ 769 h 1350"/>
              <a:gd name="T4" fmla="*/ 2191 w 2222"/>
              <a:gd name="T5" fmla="*/ 699 h 1350"/>
              <a:gd name="T6" fmla="*/ 2161 w 2222"/>
              <a:gd name="T7" fmla="*/ 634 h 1350"/>
              <a:gd name="T8" fmla="*/ 2123 w 2222"/>
              <a:gd name="T9" fmla="*/ 575 h 1350"/>
              <a:gd name="T10" fmla="*/ 2075 w 2222"/>
              <a:gd name="T11" fmla="*/ 522 h 1350"/>
              <a:gd name="T12" fmla="*/ 2021 w 2222"/>
              <a:gd name="T13" fmla="*/ 477 h 1350"/>
              <a:gd name="T14" fmla="*/ 1960 w 2222"/>
              <a:gd name="T15" fmla="*/ 439 h 1350"/>
              <a:gd name="T16" fmla="*/ 1894 w 2222"/>
              <a:gd name="T17" fmla="*/ 410 h 1350"/>
              <a:gd name="T18" fmla="*/ 1823 w 2222"/>
              <a:gd name="T19" fmla="*/ 393 h 1350"/>
              <a:gd name="T20" fmla="*/ 1748 w 2222"/>
              <a:gd name="T21" fmla="*/ 386 h 1350"/>
              <a:gd name="T22" fmla="*/ 1711 w 2222"/>
              <a:gd name="T23" fmla="*/ 365 h 1350"/>
              <a:gd name="T24" fmla="*/ 1675 w 2222"/>
              <a:gd name="T25" fmla="*/ 304 h 1350"/>
              <a:gd name="T26" fmla="*/ 1633 w 2222"/>
              <a:gd name="T27" fmla="*/ 247 h 1350"/>
              <a:gd name="T28" fmla="*/ 1587 w 2222"/>
              <a:gd name="T29" fmla="*/ 196 h 1350"/>
              <a:gd name="T30" fmla="*/ 1534 w 2222"/>
              <a:gd name="T31" fmla="*/ 148 h 1350"/>
              <a:gd name="T32" fmla="*/ 1476 w 2222"/>
              <a:gd name="T33" fmla="*/ 108 h 1350"/>
              <a:gd name="T34" fmla="*/ 1416 w 2222"/>
              <a:gd name="T35" fmla="*/ 72 h 1350"/>
              <a:gd name="T36" fmla="*/ 1351 w 2222"/>
              <a:gd name="T37" fmla="*/ 43 h 1350"/>
              <a:gd name="T38" fmla="*/ 1281 w 2222"/>
              <a:gd name="T39" fmla="*/ 22 h 1350"/>
              <a:gd name="T40" fmla="*/ 1211 w 2222"/>
              <a:gd name="T41" fmla="*/ 6 h 1350"/>
              <a:gd name="T42" fmla="*/ 1136 w 2222"/>
              <a:gd name="T43" fmla="*/ 0 h 1350"/>
              <a:gd name="T44" fmla="*/ 1077 w 2222"/>
              <a:gd name="T45" fmla="*/ 0 h 1350"/>
              <a:gd name="T46" fmla="*/ 979 w 2222"/>
              <a:gd name="T47" fmla="*/ 12 h 1350"/>
              <a:gd name="T48" fmla="*/ 886 w 2222"/>
              <a:gd name="T49" fmla="*/ 37 h 1350"/>
              <a:gd name="T50" fmla="*/ 799 w 2222"/>
              <a:gd name="T51" fmla="*/ 76 h 1350"/>
              <a:gd name="T52" fmla="*/ 719 w 2222"/>
              <a:gd name="T53" fmla="*/ 124 h 1350"/>
              <a:gd name="T54" fmla="*/ 647 w 2222"/>
              <a:gd name="T55" fmla="*/ 184 h 1350"/>
              <a:gd name="T56" fmla="*/ 583 w 2222"/>
              <a:gd name="T57" fmla="*/ 253 h 1350"/>
              <a:gd name="T58" fmla="*/ 530 w 2222"/>
              <a:gd name="T59" fmla="*/ 330 h 1350"/>
              <a:gd name="T60" fmla="*/ 487 w 2222"/>
              <a:gd name="T61" fmla="*/ 415 h 1350"/>
              <a:gd name="T62" fmla="*/ 457 w 2222"/>
              <a:gd name="T63" fmla="*/ 505 h 1350"/>
              <a:gd name="T64" fmla="*/ 440 w 2222"/>
              <a:gd name="T65" fmla="*/ 601 h 1350"/>
              <a:gd name="T66" fmla="*/ 415 w 2222"/>
              <a:gd name="T67" fmla="*/ 631 h 1350"/>
              <a:gd name="T68" fmla="*/ 354 w 2222"/>
              <a:gd name="T69" fmla="*/ 626 h 1350"/>
              <a:gd name="T70" fmla="*/ 293 w 2222"/>
              <a:gd name="T71" fmla="*/ 633 h 1350"/>
              <a:gd name="T72" fmla="*/ 236 w 2222"/>
              <a:gd name="T73" fmla="*/ 649 h 1350"/>
              <a:gd name="T74" fmla="*/ 183 w 2222"/>
              <a:gd name="T75" fmla="*/ 674 h 1350"/>
              <a:gd name="T76" fmla="*/ 134 w 2222"/>
              <a:gd name="T77" fmla="*/ 708 h 1350"/>
              <a:gd name="T78" fmla="*/ 91 w 2222"/>
              <a:gd name="T79" fmla="*/ 747 h 1350"/>
              <a:gd name="T80" fmla="*/ 56 w 2222"/>
              <a:gd name="T81" fmla="*/ 795 h 1350"/>
              <a:gd name="T82" fmla="*/ 28 w 2222"/>
              <a:gd name="T83" fmla="*/ 848 h 1350"/>
              <a:gd name="T84" fmla="*/ 10 w 2222"/>
              <a:gd name="T85" fmla="*/ 905 h 1350"/>
              <a:gd name="T86" fmla="*/ 1 w 2222"/>
              <a:gd name="T87" fmla="*/ 967 h 1350"/>
              <a:gd name="T88" fmla="*/ 1 w 2222"/>
              <a:gd name="T89" fmla="*/ 1022 h 1350"/>
              <a:gd name="T90" fmla="*/ 16 w 2222"/>
              <a:gd name="T91" fmla="*/ 1109 h 1350"/>
              <a:gd name="T92" fmla="*/ 47 w 2222"/>
              <a:gd name="T93" fmla="*/ 1179 h 1350"/>
              <a:gd name="T94" fmla="*/ 90 w 2222"/>
              <a:gd name="T95" fmla="*/ 1235 h 1350"/>
              <a:gd name="T96" fmla="*/ 140 w 2222"/>
              <a:gd name="T97" fmla="*/ 1276 h 1350"/>
              <a:gd name="T98" fmla="*/ 193 w 2222"/>
              <a:gd name="T99" fmla="*/ 1307 h 1350"/>
              <a:gd name="T100" fmla="*/ 247 w 2222"/>
              <a:gd name="T101" fmla="*/ 1328 h 1350"/>
              <a:gd name="T102" fmla="*/ 326 w 2222"/>
              <a:gd name="T103" fmla="*/ 1346 h 1350"/>
              <a:gd name="T104" fmla="*/ 387 w 2222"/>
              <a:gd name="T105" fmla="*/ 1350 h 1350"/>
              <a:gd name="T106" fmla="*/ 1806 w 2222"/>
              <a:gd name="T107" fmla="*/ 1347 h 1350"/>
              <a:gd name="T108" fmla="*/ 1888 w 2222"/>
              <a:gd name="T109" fmla="*/ 1323 h 1350"/>
              <a:gd name="T110" fmla="*/ 1964 w 2222"/>
              <a:gd name="T111" fmla="*/ 1292 h 1350"/>
              <a:gd name="T112" fmla="*/ 2024 w 2222"/>
              <a:gd name="T113" fmla="*/ 1255 h 1350"/>
              <a:gd name="T114" fmla="*/ 2084 w 2222"/>
              <a:gd name="T115" fmla="*/ 1208 h 1350"/>
              <a:gd name="T116" fmla="*/ 2138 w 2222"/>
              <a:gd name="T117" fmla="*/ 1146 h 1350"/>
              <a:gd name="T118" fmla="*/ 2182 w 2222"/>
              <a:gd name="T119" fmla="*/ 1070 h 1350"/>
              <a:gd name="T120" fmla="*/ 2211 w 2222"/>
              <a:gd name="T121" fmla="*/ 978 h 1350"/>
              <a:gd name="T122" fmla="*/ 2222 w 2222"/>
              <a:gd name="T123" fmla="*/ 868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22" h="1350">
                <a:moveTo>
                  <a:pt x="2222" y="868"/>
                </a:moveTo>
                <a:lnTo>
                  <a:pt x="2222" y="868"/>
                </a:lnTo>
                <a:lnTo>
                  <a:pt x="2221" y="842"/>
                </a:lnTo>
                <a:lnTo>
                  <a:pt x="2220" y="818"/>
                </a:lnTo>
                <a:lnTo>
                  <a:pt x="2216" y="793"/>
                </a:lnTo>
                <a:lnTo>
                  <a:pt x="2212" y="769"/>
                </a:lnTo>
                <a:lnTo>
                  <a:pt x="2206" y="745"/>
                </a:lnTo>
                <a:lnTo>
                  <a:pt x="2200" y="722"/>
                </a:lnTo>
                <a:lnTo>
                  <a:pt x="2191" y="699"/>
                </a:lnTo>
                <a:lnTo>
                  <a:pt x="2182" y="677"/>
                </a:lnTo>
                <a:lnTo>
                  <a:pt x="2172" y="655"/>
                </a:lnTo>
                <a:lnTo>
                  <a:pt x="2161" y="634"/>
                </a:lnTo>
                <a:lnTo>
                  <a:pt x="2149" y="614"/>
                </a:lnTo>
                <a:lnTo>
                  <a:pt x="2137" y="594"/>
                </a:lnTo>
                <a:lnTo>
                  <a:pt x="2123" y="575"/>
                </a:lnTo>
                <a:lnTo>
                  <a:pt x="2108" y="556"/>
                </a:lnTo>
                <a:lnTo>
                  <a:pt x="2092" y="538"/>
                </a:lnTo>
                <a:lnTo>
                  <a:pt x="2075" y="522"/>
                </a:lnTo>
                <a:lnTo>
                  <a:pt x="2059" y="506"/>
                </a:lnTo>
                <a:lnTo>
                  <a:pt x="2040" y="491"/>
                </a:lnTo>
                <a:lnTo>
                  <a:pt x="2021" y="477"/>
                </a:lnTo>
                <a:lnTo>
                  <a:pt x="2001" y="463"/>
                </a:lnTo>
                <a:lnTo>
                  <a:pt x="1981" y="450"/>
                </a:lnTo>
                <a:lnTo>
                  <a:pt x="1960" y="439"/>
                </a:lnTo>
                <a:lnTo>
                  <a:pt x="1938" y="428"/>
                </a:lnTo>
                <a:lnTo>
                  <a:pt x="1916" y="419"/>
                </a:lnTo>
                <a:lnTo>
                  <a:pt x="1894" y="410"/>
                </a:lnTo>
                <a:lnTo>
                  <a:pt x="1870" y="404"/>
                </a:lnTo>
                <a:lnTo>
                  <a:pt x="1847" y="397"/>
                </a:lnTo>
                <a:lnTo>
                  <a:pt x="1823" y="393"/>
                </a:lnTo>
                <a:lnTo>
                  <a:pt x="1798" y="389"/>
                </a:lnTo>
                <a:lnTo>
                  <a:pt x="1773" y="387"/>
                </a:lnTo>
                <a:lnTo>
                  <a:pt x="1748" y="386"/>
                </a:lnTo>
                <a:lnTo>
                  <a:pt x="1721" y="386"/>
                </a:lnTo>
                <a:lnTo>
                  <a:pt x="1721" y="386"/>
                </a:lnTo>
                <a:lnTo>
                  <a:pt x="1711" y="365"/>
                </a:lnTo>
                <a:lnTo>
                  <a:pt x="1699" y="344"/>
                </a:lnTo>
                <a:lnTo>
                  <a:pt x="1688" y="323"/>
                </a:lnTo>
                <a:lnTo>
                  <a:pt x="1675" y="304"/>
                </a:lnTo>
                <a:lnTo>
                  <a:pt x="1662" y="285"/>
                </a:lnTo>
                <a:lnTo>
                  <a:pt x="1648" y="265"/>
                </a:lnTo>
                <a:lnTo>
                  <a:pt x="1633" y="247"/>
                </a:lnTo>
                <a:lnTo>
                  <a:pt x="1619" y="230"/>
                </a:lnTo>
                <a:lnTo>
                  <a:pt x="1602" y="212"/>
                </a:lnTo>
                <a:lnTo>
                  <a:pt x="1587" y="196"/>
                </a:lnTo>
                <a:lnTo>
                  <a:pt x="1569" y="179"/>
                </a:lnTo>
                <a:lnTo>
                  <a:pt x="1551" y="164"/>
                </a:lnTo>
                <a:lnTo>
                  <a:pt x="1534" y="148"/>
                </a:lnTo>
                <a:lnTo>
                  <a:pt x="1515" y="134"/>
                </a:lnTo>
                <a:lnTo>
                  <a:pt x="1496" y="120"/>
                </a:lnTo>
                <a:lnTo>
                  <a:pt x="1476" y="108"/>
                </a:lnTo>
                <a:lnTo>
                  <a:pt x="1456" y="94"/>
                </a:lnTo>
                <a:lnTo>
                  <a:pt x="1437" y="83"/>
                </a:lnTo>
                <a:lnTo>
                  <a:pt x="1416" y="72"/>
                </a:lnTo>
                <a:lnTo>
                  <a:pt x="1394" y="61"/>
                </a:lnTo>
                <a:lnTo>
                  <a:pt x="1373" y="51"/>
                </a:lnTo>
                <a:lnTo>
                  <a:pt x="1351" y="43"/>
                </a:lnTo>
                <a:lnTo>
                  <a:pt x="1327" y="35"/>
                </a:lnTo>
                <a:lnTo>
                  <a:pt x="1304" y="27"/>
                </a:lnTo>
                <a:lnTo>
                  <a:pt x="1281" y="22"/>
                </a:lnTo>
                <a:lnTo>
                  <a:pt x="1258" y="15"/>
                </a:lnTo>
                <a:lnTo>
                  <a:pt x="1234" y="11"/>
                </a:lnTo>
                <a:lnTo>
                  <a:pt x="1211" y="6"/>
                </a:lnTo>
                <a:lnTo>
                  <a:pt x="1185" y="3"/>
                </a:lnTo>
                <a:lnTo>
                  <a:pt x="1161" y="1"/>
                </a:lnTo>
                <a:lnTo>
                  <a:pt x="1136" y="0"/>
                </a:lnTo>
                <a:lnTo>
                  <a:pt x="1111" y="0"/>
                </a:lnTo>
                <a:lnTo>
                  <a:pt x="1111" y="0"/>
                </a:lnTo>
                <a:lnTo>
                  <a:pt x="1077" y="0"/>
                </a:lnTo>
                <a:lnTo>
                  <a:pt x="1044" y="3"/>
                </a:lnTo>
                <a:lnTo>
                  <a:pt x="1012" y="6"/>
                </a:lnTo>
                <a:lnTo>
                  <a:pt x="979" y="12"/>
                </a:lnTo>
                <a:lnTo>
                  <a:pt x="948" y="19"/>
                </a:lnTo>
                <a:lnTo>
                  <a:pt x="917" y="27"/>
                </a:lnTo>
                <a:lnTo>
                  <a:pt x="886" y="37"/>
                </a:lnTo>
                <a:lnTo>
                  <a:pt x="857" y="49"/>
                </a:lnTo>
                <a:lnTo>
                  <a:pt x="828" y="61"/>
                </a:lnTo>
                <a:lnTo>
                  <a:pt x="799" y="76"/>
                </a:lnTo>
                <a:lnTo>
                  <a:pt x="772" y="90"/>
                </a:lnTo>
                <a:lnTo>
                  <a:pt x="745" y="106"/>
                </a:lnTo>
                <a:lnTo>
                  <a:pt x="719" y="124"/>
                </a:lnTo>
                <a:lnTo>
                  <a:pt x="694" y="143"/>
                </a:lnTo>
                <a:lnTo>
                  <a:pt x="670" y="163"/>
                </a:lnTo>
                <a:lnTo>
                  <a:pt x="647" y="184"/>
                </a:lnTo>
                <a:lnTo>
                  <a:pt x="625" y="206"/>
                </a:lnTo>
                <a:lnTo>
                  <a:pt x="603" y="229"/>
                </a:lnTo>
                <a:lnTo>
                  <a:pt x="583" y="253"/>
                </a:lnTo>
                <a:lnTo>
                  <a:pt x="564" y="277"/>
                </a:lnTo>
                <a:lnTo>
                  <a:pt x="547" y="304"/>
                </a:lnTo>
                <a:lnTo>
                  <a:pt x="530" y="330"/>
                </a:lnTo>
                <a:lnTo>
                  <a:pt x="515" y="358"/>
                </a:lnTo>
                <a:lnTo>
                  <a:pt x="500" y="385"/>
                </a:lnTo>
                <a:lnTo>
                  <a:pt x="487" y="415"/>
                </a:lnTo>
                <a:lnTo>
                  <a:pt x="476" y="445"/>
                </a:lnTo>
                <a:lnTo>
                  <a:pt x="466" y="474"/>
                </a:lnTo>
                <a:lnTo>
                  <a:pt x="457" y="505"/>
                </a:lnTo>
                <a:lnTo>
                  <a:pt x="450" y="537"/>
                </a:lnTo>
                <a:lnTo>
                  <a:pt x="444" y="569"/>
                </a:lnTo>
                <a:lnTo>
                  <a:pt x="440" y="601"/>
                </a:lnTo>
                <a:lnTo>
                  <a:pt x="436" y="634"/>
                </a:lnTo>
                <a:lnTo>
                  <a:pt x="436" y="634"/>
                </a:lnTo>
                <a:lnTo>
                  <a:pt x="415" y="631"/>
                </a:lnTo>
                <a:lnTo>
                  <a:pt x="394" y="627"/>
                </a:lnTo>
                <a:lnTo>
                  <a:pt x="374" y="626"/>
                </a:lnTo>
                <a:lnTo>
                  <a:pt x="354" y="626"/>
                </a:lnTo>
                <a:lnTo>
                  <a:pt x="333" y="627"/>
                </a:lnTo>
                <a:lnTo>
                  <a:pt x="313" y="630"/>
                </a:lnTo>
                <a:lnTo>
                  <a:pt x="293" y="633"/>
                </a:lnTo>
                <a:lnTo>
                  <a:pt x="273" y="637"/>
                </a:lnTo>
                <a:lnTo>
                  <a:pt x="254" y="643"/>
                </a:lnTo>
                <a:lnTo>
                  <a:pt x="236" y="649"/>
                </a:lnTo>
                <a:lnTo>
                  <a:pt x="217" y="656"/>
                </a:lnTo>
                <a:lnTo>
                  <a:pt x="199" y="665"/>
                </a:lnTo>
                <a:lnTo>
                  <a:pt x="183" y="674"/>
                </a:lnTo>
                <a:lnTo>
                  <a:pt x="165" y="685"/>
                </a:lnTo>
                <a:lnTo>
                  <a:pt x="150" y="696"/>
                </a:lnTo>
                <a:lnTo>
                  <a:pt x="134" y="708"/>
                </a:lnTo>
                <a:lnTo>
                  <a:pt x="119" y="720"/>
                </a:lnTo>
                <a:lnTo>
                  <a:pt x="104" y="733"/>
                </a:lnTo>
                <a:lnTo>
                  <a:pt x="91" y="747"/>
                </a:lnTo>
                <a:lnTo>
                  <a:pt x="79" y="763"/>
                </a:lnTo>
                <a:lnTo>
                  <a:pt x="67" y="778"/>
                </a:lnTo>
                <a:lnTo>
                  <a:pt x="56" y="795"/>
                </a:lnTo>
                <a:lnTo>
                  <a:pt x="46" y="811"/>
                </a:lnTo>
                <a:lnTo>
                  <a:pt x="36" y="829"/>
                </a:lnTo>
                <a:lnTo>
                  <a:pt x="28" y="848"/>
                </a:lnTo>
                <a:lnTo>
                  <a:pt x="21" y="866"/>
                </a:lnTo>
                <a:lnTo>
                  <a:pt x="15" y="885"/>
                </a:lnTo>
                <a:lnTo>
                  <a:pt x="10" y="905"/>
                </a:lnTo>
                <a:lnTo>
                  <a:pt x="5" y="925"/>
                </a:lnTo>
                <a:lnTo>
                  <a:pt x="2" y="946"/>
                </a:lnTo>
                <a:lnTo>
                  <a:pt x="1" y="967"/>
                </a:lnTo>
                <a:lnTo>
                  <a:pt x="0" y="989"/>
                </a:lnTo>
                <a:lnTo>
                  <a:pt x="0" y="989"/>
                </a:lnTo>
                <a:lnTo>
                  <a:pt x="1" y="1022"/>
                </a:lnTo>
                <a:lnTo>
                  <a:pt x="4" y="1053"/>
                </a:lnTo>
                <a:lnTo>
                  <a:pt x="10" y="1082"/>
                </a:lnTo>
                <a:lnTo>
                  <a:pt x="16" y="1109"/>
                </a:lnTo>
                <a:lnTo>
                  <a:pt x="25" y="1134"/>
                </a:lnTo>
                <a:lnTo>
                  <a:pt x="36" y="1158"/>
                </a:lnTo>
                <a:lnTo>
                  <a:pt x="47" y="1179"/>
                </a:lnTo>
                <a:lnTo>
                  <a:pt x="60" y="1200"/>
                </a:lnTo>
                <a:lnTo>
                  <a:pt x="75" y="1218"/>
                </a:lnTo>
                <a:lnTo>
                  <a:pt x="90" y="1235"/>
                </a:lnTo>
                <a:lnTo>
                  <a:pt x="106" y="1250"/>
                </a:lnTo>
                <a:lnTo>
                  <a:pt x="122" y="1264"/>
                </a:lnTo>
                <a:lnTo>
                  <a:pt x="140" y="1276"/>
                </a:lnTo>
                <a:lnTo>
                  <a:pt x="157" y="1288"/>
                </a:lnTo>
                <a:lnTo>
                  <a:pt x="175" y="1298"/>
                </a:lnTo>
                <a:lnTo>
                  <a:pt x="193" y="1307"/>
                </a:lnTo>
                <a:lnTo>
                  <a:pt x="211" y="1315"/>
                </a:lnTo>
                <a:lnTo>
                  <a:pt x="229" y="1321"/>
                </a:lnTo>
                <a:lnTo>
                  <a:pt x="247" y="1328"/>
                </a:lnTo>
                <a:lnTo>
                  <a:pt x="264" y="1332"/>
                </a:lnTo>
                <a:lnTo>
                  <a:pt x="296" y="1340"/>
                </a:lnTo>
                <a:lnTo>
                  <a:pt x="326" y="1346"/>
                </a:lnTo>
                <a:lnTo>
                  <a:pt x="350" y="1348"/>
                </a:lnTo>
                <a:lnTo>
                  <a:pt x="370" y="1350"/>
                </a:lnTo>
                <a:lnTo>
                  <a:pt x="387" y="1350"/>
                </a:lnTo>
                <a:lnTo>
                  <a:pt x="1787" y="1350"/>
                </a:lnTo>
                <a:lnTo>
                  <a:pt x="1787" y="1350"/>
                </a:lnTo>
                <a:lnTo>
                  <a:pt x="1806" y="1347"/>
                </a:lnTo>
                <a:lnTo>
                  <a:pt x="1827" y="1342"/>
                </a:lnTo>
                <a:lnTo>
                  <a:pt x="1855" y="1335"/>
                </a:lnTo>
                <a:lnTo>
                  <a:pt x="1888" y="1323"/>
                </a:lnTo>
                <a:lnTo>
                  <a:pt x="1924" y="1309"/>
                </a:lnTo>
                <a:lnTo>
                  <a:pt x="1944" y="1301"/>
                </a:lnTo>
                <a:lnTo>
                  <a:pt x="1964" y="1292"/>
                </a:lnTo>
                <a:lnTo>
                  <a:pt x="1984" y="1281"/>
                </a:lnTo>
                <a:lnTo>
                  <a:pt x="2005" y="1268"/>
                </a:lnTo>
                <a:lnTo>
                  <a:pt x="2024" y="1255"/>
                </a:lnTo>
                <a:lnTo>
                  <a:pt x="2045" y="1241"/>
                </a:lnTo>
                <a:lnTo>
                  <a:pt x="2065" y="1224"/>
                </a:lnTo>
                <a:lnTo>
                  <a:pt x="2084" y="1208"/>
                </a:lnTo>
                <a:lnTo>
                  <a:pt x="2103" y="1188"/>
                </a:lnTo>
                <a:lnTo>
                  <a:pt x="2120" y="1168"/>
                </a:lnTo>
                <a:lnTo>
                  <a:pt x="2138" y="1146"/>
                </a:lnTo>
                <a:lnTo>
                  <a:pt x="2153" y="1123"/>
                </a:lnTo>
                <a:lnTo>
                  <a:pt x="2169" y="1098"/>
                </a:lnTo>
                <a:lnTo>
                  <a:pt x="2182" y="1070"/>
                </a:lnTo>
                <a:lnTo>
                  <a:pt x="2193" y="1042"/>
                </a:lnTo>
                <a:lnTo>
                  <a:pt x="2203" y="1011"/>
                </a:lnTo>
                <a:lnTo>
                  <a:pt x="2211" y="978"/>
                </a:lnTo>
                <a:lnTo>
                  <a:pt x="2216" y="944"/>
                </a:lnTo>
                <a:lnTo>
                  <a:pt x="2221" y="906"/>
                </a:lnTo>
                <a:lnTo>
                  <a:pt x="2222" y="868"/>
                </a:lnTo>
                <a:lnTo>
                  <a:pt x="2222" y="86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632" name="Gruppieren 631"/>
          <p:cNvGrpSpPr/>
          <p:nvPr/>
        </p:nvGrpSpPr>
        <p:grpSpPr>
          <a:xfrm>
            <a:off x="8613391" y="2826145"/>
            <a:ext cx="393482" cy="334313"/>
            <a:chOff x="569913" y="2444750"/>
            <a:chExt cx="422275" cy="358776"/>
          </a:xfrm>
        </p:grpSpPr>
        <p:sp>
          <p:nvSpPr>
            <p:cNvPr id="633" name="Line 127"/>
            <p:cNvSpPr>
              <a:spLocks noChangeShapeType="1"/>
            </p:cNvSpPr>
            <p:nvPr/>
          </p:nvSpPr>
          <p:spPr bwMode="auto">
            <a:xfrm>
              <a:off x="885825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4" name="Freeform 128"/>
            <p:cNvSpPr>
              <a:spLocks/>
            </p:cNvSpPr>
            <p:nvPr/>
          </p:nvSpPr>
          <p:spPr bwMode="auto">
            <a:xfrm>
              <a:off x="569913" y="2444750"/>
              <a:ext cx="422275" cy="257175"/>
            </a:xfrm>
            <a:custGeom>
              <a:avLst/>
              <a:gdLst>
                <a:gd name="T0" fmla="*/ 1709 w 2125"/>
                <a:gd name="T1" fmla="*/ 1292 h 1292"/>
                <a:gd name="T2" fmla="*/ 1774 w 2125"/>
                <a:gd name="T3" fmla="*/ 1278 h 1292"/>
                <a:gd name="T4" fmla="*/ 1859 w 2125"/>
                <a:gd name="T5" fmla="*/ 1246 h 1292"/>
                <a:gd name="T6" fmla="*/ 1918 w 2125"/>
                <a:gd name="T7" fmla="*/ 1215 h 1292"/>
                <a:gd name="T8" fmla="*/ 1975 w 2125"/>
                <a:gd name="T9" fmla="*/ 1173 h 1292"/>
                <a:gd name="T10" fmla="*/ 2029 w 2125"/>
                <a:gd name="T11" fmla="*/ 1118 h 1292"/>
                <a:gd name="T12" fmla="*/ 2074 w 2125"/>
                <a:gd name="T13" fmla="*/ 1051 h 1292"/>
                <a:gd name="T14" fmla="*/ 2107 w 2125"/>
                <a:gd name="T15" fmla="*/ 968 h 1292"/>
                <a:gd name="T16" fmla="*/ 2124 w 2125"/>
                <a:gd name="T17" fmla="*/ 868 h 1292"/>
                <a:gd name="T18" fmla="*/ 2125 w 2125"/>
                <a:gd name="T19" fmla="*/ 808 h 1292"/>
                <a:gd name="T20" fmla="*/ 2116 w 2125"/>
                <a:gd name="T21" fmla="*/ 737 h 1292"/>
                <a:gd name="T22" fmla="*/ 2096 w 2125"/>
                <a:gd name="T23" fmla="*/ 670 h 1292"/>
                <a:gd name="T24" fmla="*/ 2067 w 2125"/>
                <a:gd name="T25" fmla="*/ 608 h 1292"/>
                <a:gd name="T26" fmla="*/ 2030 w 2125"/>
                <a:gd name="T27" fmla="*/ 551 h 1292"/>
                <a:gd name="T28" fmla="*/ 1986 w 2125"/>
                <a:gd name="T29" fmla="*/ 500 h 1292"/>
                <a:gd name="T30" fmla="*/ 1933 w 2125"/>
                <a:gd name="T31" fmla="*/ 457 h 1292"/>
                <a:gd name="T32" fmla="*/ 1876 w 2125"/>
                <a:gd name="T33" fmla="*/ 421 h 1292"/>
                <a:gd name="T34" fmla="*/ 1812 w 2125"/>
                <a:gd name="T35" fmla="*/ 395 h 1292"/>
                <a:gd name="T36" fmla="*/ 1743 w 2125"/>
                <a:gd name="T37" fmla="*/ 377 h 1292"/>
                <a:gd name="T38" fmla="*/ 1672 w 2125"/>
                <a:gd name="T39" fmla="*/ 370 h 1292"/>
                <a:gd name="T40" fmla="*/ 1636 w 2125"/>
                <a:gd name="T41" fmla="*/ 350 h 1292"/>
                <a:gd name="T42" fmla="*/ 1602 w 2125"/>
                <a:gd name="T43" fmla="*/ 292 h 1292"/>
                <a:gd name="T44" fmla="*/ 1562 w 2125"/>
                <a:gd name="T45" fmla="*/ 238 h 1292"/>
                <a:gd name="T46" fmla="*/ 1517 w 2125"/>
                <a:gd name="T47" fmla="*/ 187 h 1292"/>
                <a:gd name="T48" fmla="*/ 1468 w 2125"/>
                <a:gd name="T49" fmla="*/ 143 h 1292"/>
                <a:gd name="T50" fmla="*/ 1412 w 2125"/>
                <a:gd name="T51" fmla="*/ 104 h 1292"/>
                <a:gd name="T52" fmla="*/ 1354 w 2125"/>
                <a:gd name="T53" fmla="*/ 70 h 1292"/>
                <a:gd name="T54" fmla="*/ 1291 w 2125"/>
                <a:gd name="T55" fmla="*/ 42 h 1292"/>
                <a:gd name="T56" fmla="*/ 1226 w 2125"/>
                <a:gd name="T57" fmla="*/ 21 h 1292"/>
                <a:gd name="T58" fmla="*/ 1158 w 2125"/>
                <a:gd name="T59" fmla="*/ 8 h 1292"/>
                <a:gd name="T60" fmla="*/ 1087 w 2125"/>
                <a:gd name="T61" fmla="*/ 1 h 1292"/>
                <a:gd name="T62" fmla="*/ 1031 w 2125"/>
                <a:gd name="T63" fmla="*/ 1 h 1292"/>
                <a:gd name="T64" fmla="*/ 937 w 2125"/>
                <a:gd name="T65" fmla="*/ 12 h 1292"/>
                <a:gd name="T66" fmla="*/ 848 w 2125"/>
                <a:gd name="T67" fmla="*/ 37 h 1292"/>
                <a:gd name="T68" fmla="*/ 765 w 2125"/>
                <a:gd name="T69" fmla="*/ 73 h 1292"/>
                <a:gd name="T70" fmla="*/ 688 w 2125"/>
                <a:gd name="T71" fmla="*/ 120 h 1292"/>
                <a:gd name="T72" fmla="*/ 618 w 2125"/>
                <a:gd name="T73" fmla="*/ 178 h 1292"/>
                <a:gd name="T74" fmla="*/ 558 w 2125"/>
                <a:gd name="T75" fmla="*/ 243 h 1292"/>
                <a:gd name="T76" fmla="*/ 507 w 2125"/>
                <a:gd name="T77" fmla="*/ 317 h 1292"/>
                <a:gd name="T78" fmla="*/ 466 w 2125"/>
                <a:gd name="T79" fmla="*/ 398 h 1292"/>
                <a:gd name="T80" fmla="*/ 438 w 2125"/>
                <a:gd name="T81" fmla="*/ 485 h 1292"/>
                <a:gd name="T82" fmla="*/ 421 w 2125"/>
                <a:gd name="T83" fmla="*/ 576 h 1292"/>
                <a:gd name="T84" fmla="*/ 398 w 2125"/>
                <a:gd name="T85" fmla="*/ 604 h 1292"/>
                <a:gd name="T86" fmla="*/ 338 w 2125"/>
                <a:gd name="T87" fmla="*/ 600 h 1292"/>
                <a:gd name="T88" fmla="*/ 280 w 2125"/>
                <a:gd name="T89" fmla="*/ 607 h 1292"/>
                <a:gd name="T90" fmla="*/ 226 w 2125"/>
                <a:gd name="T91" fmla="*/ 623 h 1292"/>
                <a:gd name="T92" fmla="*/ 174 w 2125"/>
                <a:gd name="T93" fmla="*/ 646 h 1292"/>
                <a:gd name="T94" fmla="*/ 128 w 2125"/>
                <a:gd name="T95" fmla="*/ 678 h 1292"/>
                <a:gd name="T96" fmla="*/ 88 w 2125"/>
                <a:gd name="T97" fmla="*/ 716 h 1292"/>
                <a:gd name="T98" fmla="*/ 54 w 2125"/>
                <a:gd name="T99" fmla="*/ 761 h 1292"/>
                <a:gd name="T100" fmla="*/ 27 w 2125"/>
                <a:gd name="T101" fmla="*/ 812 h 1292"/>
                <a:gd name="T102" fmla="*/ 10 w 2125"/>
                <a:gd name="T103" fmla="*/ 867 h 1292"/>
                <a:gd name="T104" fmla="*/ 1 w 2125"/>
                <a:gd name="T105" fmla="*/ 926 h 1292"/>
                <a:gd name="T106" fmla="*/ 1 w 2125"/>
                <a:gd name="T107" fmla="*/ 978 h 1292"/>
                <a:gd name="T108" fmla="*/ 16 w 2125"/>
                <a:gd name="T109" fmla="*/ 1062 h 1292"/>
                <a:gd name="T110" fmla="*/ 45 w 2125"/>
                <a:gd name="T111" fmla="*/ 1129 h 1292"/>
                <a:gd name="T112" fmla="*/ 86 w 2125"/>
                <a:gd name="T113" fmla="*/ 1182 h 1292"/>
                <a:gd name="T114" fmla="*/ 133 w 2125"/>
                <a:gd name="T115" fmla="*/ 1223 h 1292"/>
                <a:gd name="T116" fmla="*/ 185 w 2125"/>
                <a:gd name="T117" fmla="*/ 1251 h 1292"/>
                <a:gd name="T118" fmla="*/ 237 w 2125"/>
                <a:gd name="T119" fmla="*/ 1271 h 1292"/>
                <a:gd name="T120" fmla="*/ 312 w 2125"/>
                <a:gd name="T121" fmla="*/ 1288 h 1292"/>
                <a:gd name="T122" fmla="*/ 369 w 2125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5" h="1292">
                  <a:moveTo>
                    <a:pt x="1569" y="1292"/>
                  </a:moveTo>
                  <a:lnTo>
                    <a:pt x="1709" y="1292"/>
                  </a:lnTo>
                  <a:lnTo>
                    <a:pt x="1709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4" y="1278"/>
                  </a:lnTo>
                  <a:lnTo>
                    <a:pt x="1806" y="1268"/>
                  </a:lnTo>
                  <a:lnTo>
                    <a:pt x="1841" y="1254"/>
                  </a:lnTo>
                  <a:lnTo>
                    <a:pt x="1859" y="1246"/>
                  </a:lnTo>
                  <a:lnTo>
                    <a:pt x="1879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7" y="1202"/>
                  </a:lnTo>
                  <a:lnTo>
                    <a:pt x="1956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1" y="1138"/>
                  </a:lnTo>
                  <a:lnTo>
                    <a:pt x="2029" y="1118"/>
                  </a:lnTo>
                  <a:lnTo>
                    <a:pt x="2045" y="1097"/>
                  </a:lnTo>
                  <a:lnTo>
                    <a:pt x="2060" y="1075"/>
                  </a:lnTo>
                  <a:lnTo>
                    <a:pt x="2074" y="1051"/>
                  </a:lnTo>
                  <a:lnTo>
                    <a:pt x="2087" y="1025"/>
                  </a:lnTo>
                  <a:lnTo>
                    <a:pt x="2098" y="997"/>
                  </a:lnTo>
                  <a:lnTo>
                    <a:pt x="2107" y="968"/>
                  </a:lnTo>
                  <a:lnTo>
                    <a:pt x="2115" y="936"/>
                  </a:lnTo>
                  <a:lnTo>
                    <a:pt x="2120" y="903"/>
                  </a:lnTo>
                  <a:lnTo>
                    <a:pt x="2124" y="868"/>
                  </a:lnTo>
                  <a:lnTo>
                    <a:pt x="2125" y="831"/>
                  </a:lnTo>
                  <a:lnTo>
                    <a:pt x="2125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19" y="760"/>
                  </a:lnTo>
                  <a:lnTo>
                    <a:pt x="2116" y="737"/>
                  </a:lnTo>
                  <a:lnTo>
                    <a:pt x="2110" y="714"/>
                  </a:lnTo>
                  <a:lnTo>
                    <a:pt x="2104" y="692"/>
                  </a:lnTo>
                  <a:lnTo>
                    <a:pt x="2096" y="670"/>
                  </a:lnTo>
                  <a:lnTo>
                    <a:pt x="2087" y="649"/>
                  </a:lnTo>
                  <a:lnTo>
                    <a:pt x="2079" y="628"/>
                  </a:lnTo>
                  <a:lnTo>
                    <a:pt x="2067" y="608"/>
                  </a:lnTo>
                  <a:lnTo>
                    <a:pt x="2056" y="588"/>
                  </a:lnTo>
                  <a:lnTo>
                    <a:pt x="2043" y="570"/>
                  </a:lnTo>
                  <a:lnTo>
                    <a:pt x="2030" y="551"/>
                  </a:lnTo>
                  <a:lnTo>
                    <a:pt x="2017" y="533"/>
                  </a:lnTo>
                  <a:lnTo>
                    <a:pt x="2001" y="517"/>
                  </a:lnTo>
                  <a:lnTo>
                    <a:pt x="1986" y="500"/>
                  </a:lnTo>
                  <a:lnTo>
                    <a:pt x="1969" y="485"/>
                  </a:lnTo>
                  <a:lnTo>
                    <a:pt x="1952" y="471"/>
                  </a:lnTo>
                  <a:lnTo>
                    <a:pt x="1933" y="457"/>
                  </a:lnTo>
                  <a:lnTo>
                    <a:pt x="1914" y="444"/>
                  </a:lnTo>
                  <a:lnTo>
                    <a:pt x="1895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6" y="381"/>
                  </a:lnTo>
                  <a:lnTo>
                    <a:pt x="1743" y="377"/>
                  </a:lnTo>
                  <a:lnTo>
                    <a:pt x="1720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6" y="370"/>
                  </a:lnTo>
                  <a:lnTo>
                    <a:pt x="1646" y="370"/>
                  </a:lnTo>
                  <a:lnTo>
                    <a:pt x="1636" y="350"/>
                  </a:lnTo>
                  <a:lnTo>
                    <a:pt x="1625" y="331"/>
                  </a:lnTo>
                  <a:lnTo>
                    <a:pt x="1614" y="311"/>
                  </a:lnTo>
                  <a:lnTo>
                    <a:pt x="1602" y="292"/>
                  </a:lnTo>
                  <a:lnTo>
                    <a:pt x="1590" y="273"/>
                  </a:lnTo>
                  <a:lnTo>
                    <a:pt x="1577" y="256"/>
                  </a:lnTo>
                  <a:lnTo>
                    <a:pt x="1562" y="238"/>
                  </a:lnTo>
                  <a:lnTo>
                    <a:pt x="1548" y="220"/>
                  </a:lnTo>
                  <a:lnTo>
                    <a:pt x="1533" y="204"/>
                  </a:lnTo>
                  <a:lnTo>
                    <a:pt x="1517" y="187"/>
                  </a:lnTo>
                  <a:lnTo>
                    <a:pt x="1501" y="172"/>
                  </a:lnTo>
                  <a:lnTo>
                    <a:pt x="1484" y="158"/>
                  </a:lnTo>
                  <a:lnTo>
                    <a:pt x="1468" y="143"/>
                  </a:lnTo>
                  <a:lnTo>
                    <a:pt x="1450" y="129"/>
                  </a:lnTo>
                  <a:lnTo>
                    <a:pt x="1431" y="116"/>
                  </a:lnTo>
                  <a:lnTo>
                    <a:pt x="1412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4" y="70"/>
                  </a:lnTo>
                  <a:lnTo>
                    <a:pt x="1333" y="60"/>
                  </a:lnTo>
                  <a:lnTo>
                    <a:pt x="1313" y="51"/>
                  </a:lnTo>
                  <a:lnTo>
                    <a:pt x="1291" y="42"/>
                  </a:lnTo>
                  <a:lnTo>
                    <a:pt x="1270" y="34"/>
                  </a:lnTo>
                  <a:lnTo>
                    <a:pt x="1248" y="28"/>
                  </a:lnTo>
                  <a:lnTo>
                    <a:pt x="1226" y="21"/>
                  </a:lnTo>
                  <a:lnTo>
                    <a:pt x="1204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0" y="2"/>
                  </a:lnTo>
                  <a:lnTo>
                    <a:pt x="1087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8" y="8"/>
                  </a:lnTo>
                  <a:lnTo>
                    <a:pt x="937" y="12"/>
                  </a:lnTo>
                  <a:lnTo>
                    <a:pt x="906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19" y="48"/>
                  </a:lnTo>
                  <a:lnTo>
                    <a:pt x="792" y="60"/>
                  </a:lnTo>
                  <a:lnTo>
                    <a:pt x="765" y="73"/>
                  </a:lnTo>
                  <a:lnTo>
                    <a:pt x="739" y="87"/>
                  </a:lnTo>
                  <a:lnTo>
                    <a:pt x="712" y="104"/>
                  </a:lnTo>
                  <a:lnTo>
                    <a:pt x="688" y="120"/>
                  </a:lnTo>
                  <a:lnTo>
                    <a:pt x="664" y="138"/>
                  </a:lnTo>
                  <a:lnTo>
                    <a:pt x="640" y="158"/>
                  </a:lnTo>
                  <a:lnTo>
                    <a:pt x="618" y="178"/>
                  </a:lnTo>
                  <a:lnTo>
                    <a:pt x="597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0" y="267"/>
                  </a:lnTo>
                  <a:lnTo>
                    <a:pt x="522" y="291"/>
                  </a:lnTo>
                  <a:lnTo>
                    <a:pt x="507" y="317"/>
                  </a:lnTo>
                  <a:lnTo>
                    <a:pt x="493" y="343"/>
                  </a:lnTo>
                  <a:lnTo>
                    <a:pt x="478" y="370"/>
                  </a:lnTo>
                  <a:lnTo>
                    <a:pt x="466" y="398"/>
                  </a:lnTo>
                  <a:lnTo>
                    <a:pt x="455" y="426"/>
                  </a:lnTo>
                  <a:lnTo>
                    <a:pt x="445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4" y="545"/>
                  </a:lnTo>
                  <a:lnTo>
                    <a:pt x="421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8" y="602"/>
                  </a:lnTo>
                  <a:lnTo>
                    <a:pt x="358" y="600"/>
                  </a:lnTo>
                  <a:lnTo>
                    <a:pt x="338" y="600"/>
                  </a:lnTo>
                  <a:lnTo>
                    <a:pt x="318" y="602"/>
                  </a:lnTo>
                  <a:lnTo>
                    <a:pt x="300" y="604"/>
                  </a:lnTo>
                  <a:lnTo>
                    <a:pt x="280" y="607"/>
                  </a:lnTo>
                  <a:lnTo>
                    <a:pt x="261" y="610"/>
                  </a:lnTo>
                  <a:lnTo>
                    <a:pt x="243" y="616"/>
                  </a:lnTo>
                  <a:lnTo>
                    <a:pt x="226" y="623"/>
                  </a:lnTo>
                  <a:lnTo>
                    <a:pt x="208" y="629"/>
                  </a:lnTo>
                  <a:lnTo>
                    <a:pt x="191" y="637"/>
                  </a:lnTo>
                  <a:lnTo>
                    <a:pt x="174" y="646"/>
                  </a:lnTo>
                  <a:lnTo>
                    <a:pt x="159" y="656"/>
                  </a:lnTo>
                  <a:lnTo>
                    <a:pt x="143" y="667"/>
                  </a:lnTo>
                  <a:lnTo>
                    <a:pt x="128" y="678"/>
                  </a:lnTo>
                  <a:lnTo>
                    <a:pt x="114" y="690"/>
                  </a:lnTo>
                  <a:lnTo>
                    <a:pt x="100" y="703"/>
                  </a:lnTo>
                  <a:lnTo>
                    <a:pt x="88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5" y="794"/>
                  </a:lnTo>
                  <a:lnTo>
                    <a:pt x="27" y="812"/>
                  </a:lnTo>
                  <a:lnTo>
                    <a:pt x="21" y="830"/>
                  </a:lnTo>
                  <a:lnTo>
                    <a:pt x="14" y="848"/>
                  </a:lnTo>
                  <a:lnTo>
                    <a:pt x="10" y="867"/>
                  </a:lnTo>
                  <a:lnTo>
                    <a:pt x="5" y="886"/>
                  </a:lnTo>
                  <a:lnTo>
                    <a:pt x="2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4" y="1008"/>
                  </a:lnTo>
                  <a:lnTo>
                    <a:pt x="10" y="1037"/>
                  </a:lnTo>
                  <a:lnTo>
                    <a:pt x="16" y="1062"/>
                  </a:lnTo>
                  <a:lnTo>
                    <a:pt x="24" y="1086"/>
                  </a:lnTo>
                  <a:lnTo>
                    <a:pt x="34" y="1109"/>
                  </a:lnTo>
                  <a:lnTo>
                    <a:pt x="45" y="1129"/>
                  </a:lnTo>
                  <a:lnTo>
                    <a:pt x="58" y="1149"/>
                  </a:lnTo>
                  <a:lnTo>
                    <a:pt x="71" y="1167"/>
                  </a:lnTo>
                  <a:lnTo>
                    <a:pt x="86" y="1182"/>
                  </a:lnTo>
                  <a:lnTo>
                    <a:pt x="101" y="1197"/>
                  </a:lnTo>
                  <a:lnTo>
                    <a:pt x="117" y="1211"/>
                  </a:lnTo>
                  <a:lnTo>
                    <a:pt x="133" y="1223"/>
                  </a:lnTo>
                  <a:lnTo>
                    <a:pt x="151" y="1233"/>
                  </a:lnTo>
                  <a:lnTo>
                    <a:pt x="167" y="1243"/>
                  </a:lnTo>
                  <a:lnTo>
                    <a:pt x="185" y="1251"/>
                  </a:lnTo>
                  <a:lnTo>
                    <a:pt x="203" y="1259"/>
                  </a:lnTo>
                  <a:lnTo>
                    <a:pt x="219" y="1266"/>
                  </a:lnTo>
                  <a:lnTo>
                    <a:pt x="237" y="1271"/>
                  </a:lnTo>
                  <a:lnTo>
                    <a:pt x="252" y="1276"/>
                  </a:lnTo>
                  <a:lnTo>
                    <a:pt x="284" y="1283"/>
                  </a:lnTo>
                  <a:lnTo>
                    <a:pt x="312" y="1288"/>
                  </a:lnTo>
                  <a:lnTo>
                    <a:pt x="336" y="1291"/>
                  </a:lnTo>
                  <a:lnTo>
                    <a:pt x="354" y="1292"/>
                  </a:lnTo>
                  <a:lnTo>
                    <a:pt x="369" y="1292"/>
                  </a:lnTo>
                  <a:lnTo>
                    <a:pt x="554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5" name="Line 129"/>
            <p:cNvSpPr>
              <a:spLocks noChangeShapeType="1"/>
            </p:cNvSpPr>
            <p:nvPr/>
          </p:nvSpPr>
          <p:spPr bwMode="auto">
            <a:xfrm flipV="1">
              <a:off x="781050" y="2611438"/>
              <a:ext cx="0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6" name="Freeform 130"/>
            <p:cNvSpPr>
              <a:spLocks/>
            </p:cNvSpPr>
            <p:nvPr/>
          </p:nvSpPr>
          <p:spPr bwMode="auto">
            <a:xfrm>
              <a:off x="723900" y="2746375"/>
              <a:ext cx="114300" cy="57150"/>
            </a:xfrm>
            <a:custGeom>
              <a:avLst/>
              <a:gdLst>
                <a:gd name="T0" fmla="*/ 0 w 580"/>
                <a:gd name="T1" fmla="*/ 0 h 289"/>
                <a:gd name="T2" fmla="*/ 290 w 580"/>
                <a:gd name="T3" fmla="*/ 289 h 289"/>
                <a:gd name="T4" fmla="*/ 580 w 580"/>
                <a:gd name="T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0" y="0"/>
                  </a:moveTo>
                  <a:lnTo>
                    <a:pt x="290" y="289"/>
                  </a:lnTo>
                  <a:lnTo>
                    <a:pt x="5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37" name="Gruppieren 636"/>
          <p:cNvGrpSpPr/>
          <p:nvPr/>
        </p:nvGrpSpPr>
        <p:grpSpPr>
          <a:xfrm>
            <a:off x="9167573" y="2826145"/>
            <a:ext cx="393482" cy="334313"/>
            <a:chOff x="1270000" y="2444750"/>
            <a:chExt cx="422275" cy="358776"/>
          </a:xfrm>
        </p:grpSpPr>
        <p:sp>
          <p:nvSpPr>
            <p:cNvPr id="638" name="Line 131"/>
            <p:cNvSpPr>
              <a:spLocks noChangeShapeType="1"/>
            </p:cNvSpPr>
            <p:nvPr/>
          </p:nvSpPr>
          <p:spPr bwMode="auto">
            <a:xfrm>
              <a:off x="1566863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9" name="Freeform 132"/>
            <p:cNvSpPr>
              <a:spLocks/>
            </p:cNvSpPr>
            <p:nvPr/>
          </p:nvSpPr>
          <p:spPr bwMode="auto">
            <a:xfrm>
              <a:off x="1270000" y="2444750"/>
              <a:ext cx="422275" cy="257175"/>
            </a:xfrm>
            <a:custGeom>
              <a:avLst/>
              <a:gdLst>
                <a:gd name="T0" fmla="*/ 1710 w 2127"/>
                <a:gd name="T1" fmla="*/ 1292 h 1292"/>
                <a:gd name="T2" fmla="*/ 1775 w 2127"/>
                <a:gd name="T3" fmla="*/ 1278 h 1292"/>
                <a:gd name="T4" fmla="*/ 1861 w 2127"/>
                <a:gd name="T5" fmla="*/ 1246 h 1292"/>
                <a:gd name="T6" fmla="*/ 1918 w 2127"/>
                <a:gd name="T7" fmla="*/ 1215 h 1292"/>
                <a:gd name="T8" fmla="*/ 1975 w 2127"/>
                <a:gd name="T9" fmla="*/ 1173 h 1292"/>
                <a:gd name="T10" fmla="*/ 2030 w 2127"/>
                <a:gd name="T11" fmla="*/ 1118 h 1292"/>
                <a:gd name="T12" fmla="*/ 2075 w 2127"/>
                <a:gd name="T13" fmla="*/ 1051 h 1292"/>
                <a:gd name="T14" fmla="*/ 2108 w 2127"/>
                <a:gd name="T15" fmla="*/ 968 h 1292"/>
                <a:gd name="T16" fmla="*/ 2124 w 2127"/>
                <a:gd name="T17" fmla="*/ 868 h 1292"/>
                <a:gd name="T18" fmla="*/ 2125 w 2127"/>
                <a:gd name="T19" fmla="*/ 808 h 1292"/>
                <a:gd name="T20" fmla="*/ 2117 w 2127"/>
                <a:gd name="T21" fmla="*/ 737 h 1292"/>
                <a:gd name="T22" fmla="*/ 2097 w 2127"/>
                <a:gd name="T23" fmla="*/ 670 h 1292"/>
                <a:gd name="T24" fmla="*/ 2068 w 2127"/>
                <a:gd name="T25" fmla="*/ 608 h 1292"/>
                <a:gd name="T26" fmla="*/ 2032 w 2127"/>
                <a:gd name="T27" fmla="*/ 551 h 1292"/>
                <a:gd name="T28" fmla="*/ 1986 w 2127"/>
                <a:gd name="T29" fmla="*/ 500 h 1292"/>
                <a:gd name="T30" fmla="*/ 1935 w 2127"/>
                <a:gd name="T31" fmla="*/ 457 h 1292"/>
                <a:gd name="T32" fmla="*/ 1876 w 2127"/>
                <a:gd name="T33" fmla="*/ 421 h 1292"/>
                <a:gd name="T34" fmla="*/ 1812 w 2127"/>
                <a:gd name="T35" fmla="*/ 395 h 1292"/>
                <a:gd name="T36" fmla="*/ 1744 w 2127"/>
                <a:gd name="T37" fmla="*/ 377 h 1292"/>
                <a:gd name="T38" fmla="*/ 1672 w 2127"/>
                <a:gd name="T39" fmla="*/ 370 h 1292"/>
                <a:gd name="T40" fmla="*/ 1637 w 2127"/>
                <a:gd name="T41" fmla="*/ 350 h 1292"/>
                <a:gd name="T42" fmla="*/ 1603 w 2127"/>
                <a:gd name="T43" fmla="*/ 292 h 1292"/>
                <a:gd name="T44" fmla="*/ 1563 w 2127"/>
                <a:gd name="T45" fmla="*/ 238 h 1292"/>
                <a:gd name="T46" fmla="*/ 1518 w 2127"/>
                <a:gd name="T47" fmla="*/ 187 h 1292"/>
                <a:gd name="T48" fmla="*/ 1468 w 2127"/>
                <a:gd name="T49" fmla="*/ 143 h 1292"/>
                <a:gd name="T50" fmla="*/ 1413 w 2127"/>
                <a:gd name="T51" fmla="*/ 104 h 1292"/>
                <a:gd name="T52" fmla="*/ 1355 w 2127"/>
                <a:gd name="T53" fmla="*/ 70 h 1292"/>
                <a:gd name="T54" fmla="*/ 1293 w 2127"/>
                <a:gd name="T55" fmla="*/ 42 h 1292"/>
                <a:gd name="T56" fmla="*/ 1227 w 2127"/>
                <a:gd name="T57" fmla="*/ 21 h 1292"/>
                <a:gd name="T58" fmla="*/ 1158 w 2127"/>
                <a:gd name="T59" fmla="*/ 8 h 1292"/>
                <a:gd name="T60" fmla="*/ 1088 w 2127"/>
                <a:gd name="T61" fmla="*/ 1 h 1292"/>
                <a:gd name="T62" fmla="*/ 1031 w 2127"/>
                <a:gd name="T63" fmla="*/ 1 h 1292"/>
                <a:gd name="T64" fmla="*/ 938 w 2127"/>
                <a:gd name="T65" fmla="*/ 12 h 1292"/>
                <a:gd name="T66" fmla="*/ 848 w 2127"/>
                <a:gd name="T67" fmla="*/ 37 h 1292"/>
                <a:gd name="T68" fmla="*/ 766 w 2127"/>
                <a:gd name="T69" fmla="*/ 73 h 1292"/>
                <a:gd name="T70" fmla="*/ 689 w 2127"/>
                <a:gd name="T71" fmla="*/ 120 h 1292"/>
                <a:gd name="T72" fmla="*/ 619 w 2127"/>
                <a:gd name="T73" fmla="*/ 178 h 1292"/>
                <a:gd name="T74" fmla="*/ 558 w 2127"/>
                <a:gd name="T75" fmla="*/ 243 h 1292"/>
                <a:gd name="T76" fmla="*/ 508 w 2127"/>
                <a:gd name="T77" fmla="*/ 317 h 1292"/>
                <a:gd name="T78" fmla="*/ 467 w 2127"/>
                <a:gd name="T79" fmla="*/ 398 h 1292"/>
                <a:gd name="T80" fmla="*/ 438 w 2127"/>
                <a:gd name="T81" fmla="*/ 485 h 1292"/>
                <a:gd name="T82" fmla="*/ 422 w 2127"/>
                <a:gd name="T83" fmla="*/ 576 h 1292"/>
                <a:gd name="T84" fmla="*/ 398 w 2127"/>
                <a:gd name="T85" fmla="*/ 604 h 1292"/>
                <a:gd name="T86" fmla="*/ 339 w 2127"/>
                <a:gd name="T87" fmla="*/ 600 h 1292"/>
                <a:gd name="T88" fmla="*/ 282 w 2127"/>
                <a:gd name="T89" fmla="*/ 607 h 1292"/>
                <a:gd name="T90" fmla="*/ 226 w 2127"/>
                <a:gd name="T91" fmla="*/ 623 h 1292"/>
                <a:gd name="T92" fmla="*/ 176 w 2127"/>
                <a:gd name="T93" fmla="*/ 646 h 1292"/>
                <a:gd name="T94" fmla="*/ 129 w 2127"/>
                <a:gd name="T95" fmla="*/ 678 h 1292"/>
                <a:gd name="T96" fmla="*/ 89 w 2127"/>
                <a:gd name="T97" fmla="*/ 716 h 1292"/>
                <a:gd name="T98" fmla="*/ 54 w 2127"/>
                <a:gd name="T99" fmla="*/ 761 h 1292"/>
                <a:gd name="T100" fmla="*/ 28 w 2127"/>
                <a:gd name="T101" fmla="*/ 812 h 1292"/>
                <a:gd name="T102" fmla="*/ 10 w 2127"/>
                <a:gd name="T103" fmla="*/ 867 h 1292"/>
                <a:gd name="T104" fmla="*/ 1 w 2127"/>
                <a:gd name="T105" fmla="*/ 926 h 1292"/>
                <a:gd name="T106" fmla="*/ 1 w 2127"/>
                <a:gd name="T107" fmla="*/ 978 h 1292"/>
                <a:gd name="T108" fmla="*/ 17 w 2127"/>
                <a:gd name="T109" fmla="*/ 1062 h 1292"/>
                <a:gd name="T110" fmla="*/ 47 w 2127"/>
                <a:gd name="T111" fmla="*/ 1129 h 1292"/>
                <a:gd name="T112" fmla="*/ 86 w 2127"/>
                <a:gd name="T113" fmla="*/ 1182 h 1292"/>
                <a:gd name="T114" fmla="*/ 134 w 2127"/>
                <a:gd name="T115" fmla="*/ 1223 h 1292"/>
                <a:gd name="T116" fmla="*/ 186 w 2127"/>
                <a:gd name="T117" fmla="*/ 1251 h 1292"/>
                <a:gd name="T118" fmla="*/ 237 w 2127"/>
                <a:gd name="T119" fmla="*/ 1271 h 1292"/>
                <a:gd name="T120" fmla="*/ 312 w 2127"/>
                <a:gd name="T121" fmla="*/ 1288 h 1292"/>
                <a:gd name="T122" fmla="*/ 371 w 2127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7" h="1292">
                  <a:moveTo>
                    <a:pt x="1478" y="1292"/>
                  </a:moveTo>
                  <a:lnTo>
                    <a:pt x="1710" y="1292"/>
                  </a:lnTo>
                  <a:lnTo>
                    <a:pt x="1710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5" y="1278"/>
                  </a:lnTo>
                  <a:lnTo>
                    <a:pt x="1807" y="1268"/>
                  </a:lnTo>
                  <a:lnTo>
                    <a:pt x="1842" y="1254"/>
                  </a:lnTo>
                  <a:lnTo>
                    <a:pt x="1861" y="1246"/>
                  </a:lnTo>
                  <a:lnTo>
                    <a:pt x="1880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8" y="1202"/>
                  </a:lnTo>
                  <a:lnTo>
                    <a:pt x="1957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2" y="1138"/>
                  </a:lnTo>
                  <a:lnTo>
                    <a:pt x="2030" y="1118"/>
                  </a:lnTo>
                  <a:lnTo>
                    <a:pt x="2046" y="1097"/>
                  </a:lnTo>
                  <a:lnTo>
                    <a:pt x="2061" y="1075"/>
                  </a:lnTo>
                  <a:lnTo>
                    <a:pt x="2075" y="1051"/>
                  </a:lnTo>
                  <a:lnTo>
                    <a:pt x="2088" y="1025"/>
                  </a:lnTo>
                  <a:lnTo>
                    <a:pt x="2099" y="997"/>
                  </a:lnTo>
                  <a:lnTo>
                    <a:pt x="2108" y="968"/>
                  </a:lnTo>
                  <a:lnTo>
                    <a:pt x="2116" y="936"/>
                  </a:lnTo>
                  <a:lnTo>
                    <a:pt x="2121" y="903"/>
                  </a:lnTo>
                  <a:lnTo>
                    <a:pt x="2124" y="868"/>
                  </a:lnTo>
                  <a:lnTo>
                    <a:pt x="2127" y="831"/>
                  </a:lnTo>
                  <a:lnTo>
                    <a:pt x="2127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21" y="760"/>
                  </a:lnTo>
                  <a:lnTo>
                    <a:pt x="2117" y="737"/>
                  </a:lnTo>
                  <a:lnTo>
                    <a:pt x="2111" y="714"/>
                  </a:lnTo>
                  <a:lnTo>
                    <a:pt x="2104" y="692"/>
                  </a:lnTo>
                  <a:lnTo>
                    <a:pt x="2097" y="670"/>
                  </a:lnTo>
                  <a:lnTo>
                    <a:pt x="2089" y="649"/>
                  </a:lnTo>
                  <a:lnTo>
                    <a:pt x="2079" y="628"/>
                  </a:lnTo>
                  <a:lnTo>
                    <a:pt x="2068" y="608"/>
                  </a:lnTo>
                  <a:lnTo>
                    <a:pt x="2057" y="588"/>
                  </a:lnTo>
                  <a:lnTo>
                    <a:pt x="2045" y="570"/>
                  </a:lnTo>
                  <a:lnTo>
                    <a:pt x="2032" y="551"/>
                  </a:lnTo>
                  <a:lnTo>
                    <a:pt x="2017" y="533"/>
                  </a:lnTo>
                  <a:lnTo>
                    <a:pt x="2002" y="517"/>
                  </a:lnTo>
                  <a:lnTo>
                    <a:pt x="1986" y="500"/>
                  </a:lnTo>
                  <a:lnTo>
                    <a:pt x="1970" y="485"/>
                  </a:lnTo>
                  <a:lnTo>
                    <a:pt x="1952" y="471"/>
                  </a:lnTo>
                  <a:lnTo>
                    <a:pt x="1935" y="457"/>
                  </a:lnTo>
                  <a:lnTo>
                    <a:pt x="1916" y="444"/>
                  </a:lnTo>
                  <a:lnTo>
                    <a:pt x="1896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7" y="381"/>
                  </a:lnTo>
                  <a:lnTo>
                    <a:pt x="1744" y="377"/>
                  </a:lnTo>
                  <a:lnTo>
                    <a:pt x="1721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7" y="370"/>
                  </a:lnTo>
                  <a:lnTo>
                    <a:pt x="1647" y="370"/>
                  </a:lnTo>
                  <a:lnTo>
                    <a:pt x="1637" y="350"/>
                  </a:lnTo>
                  <a:lnTo>
                    <a:pt x="1627" y="331"/>
                  </a:lnTo>
                  <a:lnTo>
                    <a:pt x="1615" y="311"/>
                  </a:lnTo>
                  <a:lnTo>
                    <a:pt x="1603" y="292"/>
                  </a:lnTo>
                  <a:lnTo>
                    <a:pt x="1591" y="273"/>
                  </a:lnTo>
                  <a:lnTo>
                    <a:pt x="1577" y="256"/>
                  </a:lnTo>
                  <a:lnTo>
                    <a:pt x="1563" y="238"/>
                  </a:lnTo>
                  <a:lnTo>
                    <a:pt x="1549" y="220"/>
                  </a:lnTo>
                  <a:lnTo>
                    <a:pt x="1533" y="204"/>
                  </a:lnTo>
                  <a:lnTo>
                    <a:pt x="1518" y="187"/>
                  </a:lnTo>
                  <a:lnTo>
                    <a:pt x="1501" y="172"/>
                  </a:lnTo>
                  <a:lnTo>
                    <a:pt x="1485" y="158"/>
                  </a:lnTo>
                  <a:lnTo>
                    <a:pt x="1468" y="143"/>
                  </a:lnTo>
                  <a:lnTo>
                    <a:pt x="1451" y="129"/>
                  </a:lnTo>
                  <a:lnTo>
                    <a:pt x="1432" y="116"/>
                  </a:lnTo>
                  <a:lnTo>
                    <a:pt x="1413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5" y="70"/>
                  </a:lnTo>
                  <a:lnTo>
                    <a:pt x="1335" y="60"/>
                  </a:lnTo>
                  <a:lnTo>
                    <a:pt x="1314" y="51"/>
                  </a:lnTo>
                  <a:lnTo>
                    <a:pt x="1293" y="42"/>
                  </a:lnTo>
                  <a:lnTo>
                    <a:pt x="1271" y="34"/>
                  </a:lnTo>
                  <a:lnTo>
                    <a:pt x="1249" y="28"/>
                  </a:lnTo>
                  <a:lnTo>
                    <a:pt x="1227" y="21"/>
                  </a:lnTo>
                  <a:lnTo>
                    <a:pt x="1205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1" y="2"/>
                  </a:lnTo>
                  <a:lnTo>
                    <a:pt x="1088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9" y="8"/>
                  </a:lnTo>
                  <a:lnTo>
                    <a:pt x="938" y="12"/>
                  </a:lnTo>
                  <a:lnTo>
                    <a:pt x="908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21" y="48"/>
                  </a:lnTo>
                  <a:lnTo>
                    <a:pt x="792" y="60"/>
                  </a:lnTo>
                  <a:lnTo>
                    <a:pt x="766" y="73"/>
                  </a:lnTo>
                  <a:lnTo>
                    <a:pt x="739" y="87"/>
                  </a:lnTo>
                  <a:lnTo>
                    <a:pt x="714" y="104"/>
                  </a:lnTo>
                  <a:lnTo>
                    <a:pt x="689" y="120"/>
                  </a:lnTo>
                  <a:lnTo>
                    <a:pt x="664" y="138"/>
                  </a:lnTo>
                  <a:lnTo>
                    <a:pt x="641" y="158"/>
                  </a:lnTo>
                  <a:lnTo>
                    <a:pt x="619" y="178"/>
                  </a:lnTo>
                  <a:lnTo>
                    <a:pt x="598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1" y="267"/>
                  </a:lnTo>
                  <a:lnTo>
                    <a:pt x="524" y="291"/>
                  </a:lnTo>
                  <a:lnTo>
                    <a:pt x="508" y="317"/>
                  </a:lnTo>
                  <a:lnTo>
                    <a:pt x="493" y="343"/>
                  </a:lnTo>
                  <a:lnTo>
                    <a:pt x="479" y="370"/>
                  </a:lnTo>
                  <a:lnTo>
                    <a:pt x="467" y="398"/>
                  </a:lnTo>
                  <a:lnTo>
                    <a:pt x="456" y="426"/>
                  </a:lnTo>
                  <a:lnTo>
                    <a:pt x="446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5" y="545"/>
                  </a:lnTo>
                  <a:lnTo>
                    <a:pt x="422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9" y="602"/>
                  </a:lnTo>
                  <a:lnTo>
                    <a:pt x="359" y="600"/>
                  </a:lnTo>
                  <a:lnTo>
                    <a:pt x="339" y="600"/>
                  </a:lnTo>
                  <a:lnTo>
                    <a:pt x="319" y="602"/>
                  </a:lnTo>
                  <a:lnTo>
                    <a:pt x="300" y="604"/>
                  </a:lnTo>
                  <a:lnTo>
                    <a:pt x="282" y="607"/>
                  </a:lnTo>
                  <a:lnTo>
                    <a:pt x="263" y="610"/>
                  </a:lnTo>
                  <a:lnTo>
                    <a:pt x="244" y="616"/>
                  </a:lnTo>
                  <a:lnTo>
                    <a:pt x="226" y="623"/>
                  </a:lnTo>
                  <a:lnTo>
                    <a:pt x="209" y="629"/>
                  </a:lnTo>
                  <a:lnTo>
                    <a:pt x="191" y="637"/>
                  </a:lnTo>
                  <a:lnTo>
                    <a:pt x="176" y="646"/>
                  </a:lnTo>
                  <a:lnTo>
                    <a:pt x="159" y="656"/>
                  </a:lnTo>
                  <a:lnTo>
                    <a:pt x="144" y="667"/>
                  </a:lnTo>
                  <a:lnTo>
                    <a:pt x="129" y="678"/>
                  </a:lnTo>
                  <a:lnTo>
                    <a:pt x="115" y="690"/>
                  </a:lnTo>
                  <a:lnTo>
                    <a:pt x="101" y="703"/>
                  </a:lnTo>
                  <a:lnTo>
                    <a:pt x="89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6" y="794"/>
                  </a:lnTo>
                  <a:lnTo>
                    <a:pt x="28" y="812"/>
                  </a:lnTo>
                  <a:lnTo>
                    <a:pt x="21" y="830"/>
                  </a:lnTo>
                  <a:lnTo>
                    <a:pt x="15" y="848"/>
                  </a:lnTo>
                  <a:lnTo>
                    <a:pt x="10" y="867"/>
                  </a:lnTo>
                  <a:lnTo>
                    <a:pt x="6" y="886"/>
                  </a:lnTo>
                  <a:lnTo>
                    <a:pt x="4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5" y="1008"/>
                  </a:lnTo>
                  <a:lnTo>
                    <a:pt x="10" y="1037"/>
                  </a:lnTo>
                  <a:lnTo>
                    <a:pt x="17" y="1062"/>
                  </a:lnTo>
                  <a:lnTo>
                    <a:pt x="25" y="1086"/>
                  </a:lnTo>
                  <a:lnTo>
                    <a:pt x="35" y="1109"/>
                  </a:lnTo>
                  <a:lnTo>
                    <a:pt x="47" y="1129"/>
                  </a:lnTo>
                  <a:lnTo>
                    <a:pt x="59" y="1149"/>
                  </a:lnTo>
                  <a:lnTo>
                    <a:pt x="72" y="1167"/>
                  </a:lnTo>
                  <a:lnTo>
                    <a:pt x="86" y="1182"/>
                  </a:lnTo>
                  <a:lnTo>
                    <a:pt x="102" y="1197"/>
                  </a:lnTo>
                  <a:lnTo>
                    <a:pt x="118" y="1211"/>
                  </a:lnTo>
                  <a:lnTo>
                    <a:pt x="134" y="1223"/>
                  </a:lnTo>
                  <a:lnTo>
                    <a:pt x="151" y="1233"/>
                  </a:lnTo>
                  <a:lnTo>
                    <a:pt x="168" y="1243"/>
                  </a:lnTo>
                  <a:lnTo>
                    <a:pt x="186" y="1251"/>
                  </a:lnTo>
                  <a:lnTo>
                    <a:pt x="203" y="1259"/>
                  </a:lnTo>
                  <a:lnTo>
                    <a:pt x="220" y="1266"/>
                  </a:lnTo>
                  <a:lnTo>
                    <a:pt x="237" y="1271"/>
                  </a:lnTo>
                  <a:lnTo>
                    <a:pt x="254" y="1276"/>
                  </a:lnTo>
                  <a:lnTo>
                    <a:pt x="285" y="1283"/>
                  </a:lnTo>
                  <a:lnTo>
                    <a:pt x="312" y="1288"/>
                  </a:lnTo>
                  <a:lnTo>
                    <a:pt x="337" y="1291"/>
                  </a:lnTo>
                  <a:lnTo>
                    <a:pt x="354" y="1292"/>
                  </a:lnTo>
                  <a:lnTo>
                    <a:pt x="371" y="1292"/>
                  </a:lnTo>
                  <a:lnTo>
                    <a:pt x="647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0" name="Line 133"/>
            <p:cNvSpPr>
              <a:spLocks noChangeShapeType="1"/>
            </p:cNvSpPr>
            <p:nvPr/>
          </p:nvSpPr>
          <p:spPr bwMode="auto">
            <a:xfrm>
              <a:off x="1481138" y="2592388"/>
              <a:ext cx="0" cy="21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1" name="Freeform 134"/>
            <p:cNvSpPr>
              <a:spLocks/>
            </p:cNvSpPr>
            <p:nvPr/>
          </p:nvSpPr>
          <p:spPr bwMode="auto">
            <a:xfrm>
              <a:off x="1422400" y="2592388"/>
              <a:ext cx="115888" cy="57150"/>
            </a:xfrm>
            <a:custGeom>
              <a:avLst/>
              <a:gdLst>
                <a:gd name="T0" fmla="*/ 580 w 580"/>
                <a:gd name="T1" fmla="*/ 289 h 289"/>
                <a:gd name="T2" fmla="*/ 290 w 580"/>
                <a:gd name="T3" fmla="*/ 0 h 289"/>
                <a:gd name="T4" fmla="*/ 0 w 580"/>
                <a:gd name="T5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580" y="289"/>
                  </a:moveTo>
                  <a:lnTo>
                    <a:pt x="290" y="0"/>
                  </a:lnTo>
                  <a:lnTo>
                    <a:pt x="0" y="28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2" name="Gruppieren 641"/>
          <p:cNvGrpSpPr/>
          <p:nvPr/>
        </p:nvGrpSpPr>
        <p:grpSpPr>
          <a:xfrm>
            <a:off x="10210849" y="2828365"/>
            <a:ext cx="329875" cy="329875"/>
            <a:chOff x="3549651" y="2439988"/>
            <a:chExt cx="354013" cy="354013"/>
          </a:xfrm>
        </p:grpSpPr>
        <p:sp>
          <p:nvSpPr>
            <p:cNvPr id="643" name="Freeform 139"/>
            <p:cNvSpPr>
              <a:spLocks/>
            </p:cNvSpPr>
            <p:nvPr/>
          </p:nvSpPr>
          <p:spPr bwMode="auto">
            <a:xfrm>
              <a:off x="3549651" y="2439988"/>
              <a:ext cx="354013" cy="354013"/>
            </a:xfrm>
            <a:custGeom>
              <a:avLst/>
              <a:gdLst>
                <a:gd name="T0" fmla="*/ 1339 w 1339"/>
                <a:gd name="T1" fmla="*/ 757 h 1339"/>
                <a:gd name="T2" fmla="*/ 1151 w 1339"/>
                <a:gd name="T3" fmla="*/ 583 h 1339"/>
                <a:gd name="T4" fmla="*/ 1140 w 1339"/>
                <a:gd name="T5" fmla="*/ 542 h 1339"/>
                <a:gd name="T6" fmla="*/ 1119 w 1339"/>
                <a:gd name="T7" fmla="*/ 472 h 1339"/>
                <a:gd name="T8" fmla="*/ 1101 w 1339"/>
                <a:gd name="T9" fmla="*/ 430 h 1339"/>
                <a:gd name="T10" fmla="*/ 1226 w 1339"/>
                <a:gd name="T11" fmla="*/ 279 h 1339"/>
                <a:gd name="T12" fmla="*/ 927 w 1339"/>
                <a:gd name="T13" fmla="*/ 249 h 1339"/>
                <a:gd name="T14" fmla="*/ 909 w 1339"/>
                <a:gd name="T15" fmla="*/ 238 h 1339"/>
                <a:gd name="T16" fmla="*/ 868 w 1339"/>
                <a:gd name="T17" fmla="*/ 222 h 1339"/>
                <a:gd name="T18" fmla="*/ 799 w 1339"/>
                <a:gd name="T19" fmla="*/ 201 h 1339"/>
                <a:gd name="T20" fmla="*/ 757 w 1339"/>
                <a:gd name="T21" fmla="*/ 0 h 1339"/>
                <a:gd name="T22" fmla="*/ 582 w 1339"/>
                <a:gd name="T23" fmla="*/ 190 h 1339"/>
                <a:gd name="T24" fmla="*/ 540 w 1339"/>
                <a:gd name="T25" fmla="*/ 201 h 1339"/>
                <a:gd name="T26" fmla="*/ 472 w 1339"/>
                <a:gd name="T27" fmla="*/ 222 h 1339"/>
                <a:gd name="T28" fmla="*/ 430 w 1339"/>
                <a:gd name="T29" fmla="*/ 238 h 1339"/>
                <a:gd name="T30" fmla="*/ 279 w 1339"/>
                <a:gd name="T31" fmla="*/ 114 h 1339"/>
                <a:gd name="T32" fmla="*/ 247 w 1339"/>
                <a:gd name="T33" fmla="*/ 413 h 1339"/>
                <a:gd name="T34" fmla="*/ 238 w 1339"/>
                <a:gd name="T35" fmla="*/ 430 h 1339"/>
                <a:gd name="T36" fmla="*/ 222 w 1339"/>
                <a:gd name="T37" fmla="*/ 472 h 1339"/>
                <a:gd name="T38" fmla="*/ 201 w 1339"/>
                <a:gd name="T39" fmla="*/ 542 h 1339"/>
                <a:gd name="T40" fmla="*/ 0 w 1339"/>
                <a:gd name="T41" fmla="*/ 583 h 1339"/>
                <a:gd name="T42" fmla="*/ 190 w 1339"/>
                <a:gd name="T43" fmla="*/ 757 h 1339"/>
                <a:gd name="T44" fmla="*/ 201 w 1339"/>
                <a:gd name="T45" fmla="*/ 799 h 1339"/>
                <a:gd name="T46" fmla="*/ 222 w 1339"/>
                <a:gd name="T47" fmla="*/ 868 h 1339"/>
                <a:gd name="T48" fmla="*/ 238 w 1339"/>
                <a:gd name="T49" fmla="*/ 911 h 1339"/>
                <a:gd name="T50" fmla="*/ 114 w 1339"/>
                <a:gd name="T51" fmla="*/ 1062 h 1339"/>
                <a:gd name="T52" fmla="*/ 413 w 1339"/>
                <a:gd name="T53" fmla="*/ 1092 h 1339"/>
                <a:gd name="T54" fmla="*/ 430 w 1339"/>
                <a:gd name="T55" fmla="*/ 1101 h 1339"/>
                <a:gd name="T56" fmla="*/ 472 w 1339"/>
                <a:gd name="T57" fmla="*/ 1119 h 1339"/>
                <a:gd name="T58" fmla="*/ 540 w 1339"/>
                <a:gd name="T59" fmla="*/ 1140 h 1339"/>
                <a:gd name="T60" fmla="*/ 582 w 1339"/>
                <a:gd name="T61" fmla="*/ 1339 h 1339"/>
                <a:gd name="T62" fmla="*/ 757 w 1339"/>
                <a:gd name="T63" fmla="*/ 1151 h 1339"/>
                <a:gd name="T64" fmla="*/ 799 w 1339"/>
                <a:gd name="T65" fmla="*/ 1140 h 1339"/>
                <a:gd name="T66" fmla="*/ 868 w 1339"/>
                <a:gd name="T67" fmla="*/ 1119 h 1339"/>
                <a:gd name="T68" fmla="*/ 909 w 1339"/>
                <a:gd name="T69" fmla="*/ 1101 h 1339"/>
                <a:gd name="T70" fmla="*/ 1062 w 1339"/>
                <a:gd name="T71" fmla="*/ 1226 h 1339"/>
                <a:gd name="T72" fmla="*/ 1092 w 1339"/>
                <a:gd name="T73" fmla="*/ 928 h 1339"/>
                <a:gd name="T74" fmla="*/ 1101 w 1339"/>
                <a:gd name="T75" fmla="*/ 911 h 1339"/>
                <a:gd name="T76" fmla="*/ 1119 w 1339"/>
                <a:gd name="T77" fmla="*/ 868 h 1339"/>
                <a:gd name="T78" fmla="*/ 1140 w 1339"/>
                <a:gd name="T79" fmla="*/ 799 h 1339"/>
                <a:gd name="T80" fmla="*/ 1151 w 1339"/>
                <a:gd name="T81" fmla="*/ 757 h 1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9" h="1339">
                  <a:moveTo>
                    <a:pt x="1151" y="757"/>
                  </a:moveTo>
                  <a:lnTo>
                    <a:pt x="1339" y="757"/>
                  </a:lnTo>
                  <a:lnTo>
                    <a:pt x="1339" y="583"/>
                  </a:lnTo>
                  <a:lnTo>
                    <a:pt x="1151" y="583"/>
                  </a:lnTo>
                  <a:lnTo>
                    <a:pt x="1151" y="583"/>
                  </a:lnTo>
                  <a:lnTo>
                    <a:pt x="1140" y="542"/>
                  </a:lnTo>
                  <a:lnTo>
                    <a:pt x="1126" y="495"/>
                  </a:lnTo>
                  <a:lnTo>
                    <a:pt x="1119" y="472"/>
                  </a:lnTo>
                  <a:lnTo>
                    <a:pt x="1111" y="450"/>
                  </a:lnTo>
                  <a:lnTo>
                    <a:pt x="1101" y="430"/>
                  </a:lnTo>
                  <a:lnTo>
                    <a:pt x="1092" y="413"/>
                  </a:lnTo>
                  <a:lnTo>
                    <a:pt x="1226" y="279"/>
                  </a:lnTo>
                  <a:lnTo>
                    <a:pt x="1062" y="114"/>
                  </a:lnTo>
                  <a:lnTo>
                    <a:pt x="927" y="249"/>
                  </a:lnTo>
                  <a:lnTo>
                    <a:pt x="927" y="249"/>
                  </a:lnTo>
                  <a:lnTo>
                    <a:pt x="909" y="238"/>
                  </a:lnTo>
                  <a:lnTo>
                    <a:pt x="889" y="230"/>
                  </a:lnTo>
                  <a:lnTo>
                    <a:pt x="868" y="222"/>
                  </a:lnTo>
                  <a:lnTo>
                    <a:pt x="845" y="214"/>
                  </a:lnTo>
                  <a:lnTo>
                    <a:pt x="799" y="201"/>
                  </a:lnTo>
                  <a:lnTo>
                    <a:pt x="757" y="190"/>
                  </a:lnTo>
                  <a:lnTo>
                    <a:pt x="757" y="0"/>
                  </a:lnTo>
                  <a:lnTo>
                    <a:pt x="582" y="0"/>
                  </a:lnTo>
                  <a:lnTo>
                    <a:pt x="582" y="190"/>
                  </a:lnTo>
                  <a:lnTo>
                    <a:pt x="582" y="190"/>
                  </a:lnTo>
                  <a:lnTo>
                    <a:pt x="540" y="201"/>
                  </a:lnTo>
                  <a:lnTo>
                    <a:pt x="495" y="214"/>
                  </a:lnTo>
                  <a:lnTo>
                    <a:pt x="472" y="222"/>
                  </a:lnTo>
                  <a:lnTo>
                    <a:pt x="450" y="230"/>
                  </a:lnTo>
                  <a:lnTo>
                    <a:pt x="430" y="238"/>
                  </a:lnTo>
                  <a:lnTo>
                    <a:pt x="413" y="249"/>
                  </a:lnTo>
                  <a:lnTo>
                    <a:pt x="279" y="114"/>
                  </a:lnTo>
                  <a:lnTo>
                    <a:pt x="114" y="279"/>
                  </a:lnTo>
                  <a:lnTo>
                    <a:pt x="247" y="413"/>
                  </a:lnTo>
                  <a:lnTo>
                    <a:pt x="247" y="413"/>
                  </a:lnTo>
                  <a:lnTo>
                    <a:pt x="238" y="430"/>
                  </a:lnTo>
                  <a:lnTo>
                    <a:pt x="230" y="450"/>
                  </a:lnTo>
                  <a:lnTo>
                    <a:pt x="222" y="472"/>
                  </a:lnTo>
                  <a:lnTo>
                    <a:pt x="213" y="495"/>
                  </a:lnTo>
                  <a:lnTo>
                    <a:pt x="201" y="542"/>
                  </a:lnTo>
                  <a:lnTo>
                    <a:pt x="190" y="583"/>
                  </a:lnTo>
                  <a:lnTo>
                    <a:pt x="0" y="583"/>
                  </a:lnTo>
                  <a:lnTo>
                    <a:pt x="0" y="757"/>
                  </a:lnTo>
                  <a:lnTo>
                    <a:pt x="190" y="757"/>
                  </a:lnTo>
                  <a:lnTo>
                    <a:pt x="190" y="757"/>
                  </a:lnTo>
                  <a:lnTo>
                    <a:pt x="201" y="799"/>
                  </a:lnTo>
                  <a:lnTo>
                    <a:pt x="213" y="845"/>
                  </a:lnTo>
                  <a:lnTo>
                    <a:pt x="222" y="868"/>
                  </a:lnTo>
                  <a:lnTo>
                    <a:pt x="230" y="889"/>
                  </a:lnTo>
                  <a:lnTo>
                    <a:pt x="238" y="911"/>
                  </a:lnTo>
                  <a:lnTo>
                    <a:pt x="247" y="928"/>
                  </a:lnTo>
                  <a:lnTo>
                    <a:pt x="114" y="1062"/>
                  </a:lnTo>
                  <a:lnTo>
                    <a:pt x="279" y="1226"/>
                  </a:lnTo>
                  <a:lnTo>
                    <a:pt x="413" y="1092"/>
                  </a:lnTo>
                  <a:lnTo>
                    <a:pt x="413" y="1092"/>
                  </a:lnTo>
                  <a:lnTo>
                    <a:pt x="430" y="1101"/>
                  </a:lnTo>
                  <a:lnTo>
                    <a:pt x="450" y="1111"/>
                  </a:lnTo>
                  <a:lnTo>
                    <a:pt x="472" y="1119"/>
                  </a:lnTo>
                  <a:lnTo>
                    <a:pt x="495" y="1127"/>
                  </a:lnTo>
                  <a:lnTo>
                    <a:pt x="540" y="1140"/>
                  </a:lnTo>
                  <a:lnTo>
                    <a:pt x="582" y="1151"/>
                  </a:lnTo>
                  <a:lnTo>
                    <a:pt x="582" y="1339"/>
                  </a:lnTo>
                  <a:lnTo>
                    <a:pt x="757" y="1339"/>
                  </a:lnTo>
                  <a:lnTo>
                    <a:pt x="757" y="1151"/>
                  </a:lnTo>
                  <a:lnTo>
                    <a:pt x="757" y="1151"/>
                  </a:lnTo>
                  <a:lnTo>
                    <a:pt x="799" y="1140"/>
                  </a:lnTo>
                  <a:lnTo>
                    <a:pt x="845" y="1127"/>
                  </a:lnTo>
                  <a:lnTo>
                    <a:pt x="868" y="1119"/>
                  </a:lnTo>
                  <a:lnTo>
                    <a:pt x="889" y="1111"/>
                  </a:lnTo>
                  <a:lnTo>
                    <a:pt x="909" y="1101"/>
                  </a:lnTo>
                  <a:lnTo>
                    <a:pt x="927" y="1092"/>
                  </a:lnTo>
                  <a:lnTo>
                    <a:pt x="1062" y="1226"/>
                  </a:lnTo>
                  <a:lnTo>
                    <a:pt x="1226" y="1062"/>
                  </a:lnTo>
                  <a:lnTo>
                    <a:pt x="1092" y="928"/>
                  </a:lnTo>
                  <a:lnTo>
                    <a:pt x="1092" y="928"/>
                  </a:lnTo>
                  <a:lnTo>
                    <a:pt x="1101" y="911"/>
                  </a:lnTo>
                  <a:lnTo>
                    <a:pt x="1111" y="889"/>
                  </a:lnTo>
                  <a:lnTo>
                    <a:pt x="1119" y="868"/>
                  </a:lnTo>
                  <a:lnTo>
                    <a:pt x="1126" y="845"/>
                  </a:lnTo>
                  <a:lnTo>
                    <a:pt x="1140" y="799"/>
                  </a:lnTo>
                  <a:lnTo>
                    <a:pt x="1151" y="757"/>
                  </a:lnTo>
                  <a:lnTo>
                    <a:pt x="1151" y="75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4" name="Freeform 140"/>
            <p:cNvSpPr>
              <a:spLocks/>
            </p:cNvSpPr>
            <p:nvPr/>
          </p:nvSpPr>
          <p:spPr bwMode="auto">
            <a:xfrm>
              <a:off x="3657601" y="2547938"/>
              <a:ext cx="138113" cy="138113"/>
            </a:xfrm>
            <a:custGeom>
              <a:avLst/>
              <a:gdLst>
                <a:gd name="T0" fmla="*/ 523 w 523"/>
                <a:gd name="T1" fmla="*/ 262 h 525"/>
                <a:gd name="T2" fmla="*/ 519 w 523"/>
                <a:gd name="T3" fmla="*/ 315 h 525"/>
                <a:gd name="T4" fmla="*/ 504 w 523"/>
                <a:gd name="T5" fmla="*/ 364 h 525"/>
                <a:gd name="T6" fmla="*/ 479 w 523"/>
                <a:gd name="T7" fmla="*/ 409 h 525"/>
                <a:gd name="T8" fmla="*/ 447 w 523"/>
                <a:gd name="T9" fmla="*/ 447 h 525"/>
                <a:gd name="T10" fmla="*/ 409 w 523"/>
                <a:gd name="T11" fmla="*/ 479 h 525"/>
                <a:gd name="T12" fmla="*/ 364 w 523"/>
                <a:gd name="T13" fmla="*/ 504 h 525"/>
                <a:gd name="T14" fmla="*/ 315 w 523"/>
                <a:gd name="T15" fmla="*/ 519 h 525"/>
                <a:gd name="T16" fmla="*/ 262 w 523"/>
                <a:gd name="T17" fmla="*/ 525 h 525"/>
                <a:gd name="T18" fmla="*/ 235 w 523"/>
                <a:gd name="T19" fmla="*/ 522 h 525"/>
                <a:gd name="T20" fmla="*/ 184 w 523"/>
                <a:gd name="T21" fmla="*/ 512 h 525"/>
                <a:gd name="T22" fmla="*/ 137 w 523"/>
                <a:gd name="T23" fmla="*/ 493 h 525"/>
                <a:gd name="T24" fmla="*/ 95 w 523"/>
                <a:gd name="T25" fmla="*/ 464 h 525"/>
                <a:gd name="T26" fmla="*/ 60 w 523"/>
                <a:gd name="T27" fmla="*/ 429 h 525"/>
                <a:gd name="T28" fmla="*/ 32 w 523"/>
                <a:gd name="T29" fmla="*/ 387 h 525"/>
                <a:gd name="T30" fmla="*/ 12 w 523"/>
                <a:gd name="T31" fmla="*/ 340 h 525"/>
                <a:gd name="T32" fmla="*/ 1 w 523"/>
                <a:gd name="T33" fmla="*/ 289 h 525"/>
                <a:gd name="T34" fmla="*/ 0 w 523"/>
                <a:gd name="T35" fmla="*/ 262 h 525"/>
                <a:gd name="T36" fmla="*/ 6 w 523"/>
                <a:gd name="T37" fmla="*/ 210 h 525"/>
                <a:gd name="T38" fmla="*/ 21 w 523"/>
                <a:gd name="T39" fmla="*/ 161 h 525"/>
                <a:gd name="T40" fmla="*/ 44 w 523"/>
                <a:gd name="T41" fmla="*/ 116 h 525"/>
                <a:gd name="T42" fmla="*/ 77 w 523"/>
                <a:gd name="T43" fmla="*/ 77 h 525"/>
                <a:gd name="T44" fmla="*/ 116 w 523"/>
                <a:gd name="T45" fmla="*/ 45 h 525"/>
                <a:gd name="T46" fmla="*/ 160 w 523"/>
                <a:gd name="T47" fmla="*/ 21 h 525"/>
                <a:gd name="T48" fmla="*/ 210 w 523"/>
                <a:gd name="T49" fmla="*/ 6 h 525"/>
                <a:gd name="T50" fmla="*/ 262 w 523"/>
                <a:gd name="T51" fmla="*/ 0 h 525"/>
                <a:gd name="T52" fmla="*/ 289 w 523"/>
                <a:gd name="T53" fmla="*/ 1 h 525"/>
                <a:gd name="T54" fmla="*/ 340 w 523"/>
                <a:gd name="T55" fmla="*/ 12 h 525"/>
                <a:gd name="T56" fmla="*/ 386 w 523"/>
                <a:gd name="T57" fmla="*/ 32 h 525"/>
                <a:gd name="T58" fmla="*/ 429 w 523"/>
                <a:gd name="T59" fmla="*/ 60 h 525"/>
                <a:gd name="T60" fmla="*/ 464 w 523"/>
                <a:gd name="T61" fmla="*/ 96 h 525"/>
                <a:gd name="T62" fmla="*/ 492 w 523"/>
                <a:gd name="T63" fmla="*/ 137 h 525"/>
                <a:gd name="T64" fmla="*/ 512 w 523"/>
                <a:gd name="T65" fmla="*/ 184 h 525"/>
                <a:gd name="T66" fmla="*/ 522 w 523"/>
                <a:gd name="T67" fmla="*/ 235 h 525"/>
                <a:gd name="T68" fmla="*/ 523 w 523"/>
                <a:gd name="T69" fmla="*/ 262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3" h="525">
                  <a:moveTo>
                    <a:pt x="523" y="262"/>
                  </a:moveTo>
                  <a:lnTo>
                    <a:pt x="523" y="262"/>
                  </a:lnTo>
                  <a:lnTo>
                    <a:pt x="522" y="289"/>
                  </a:lnTo>
                  <a:lnTo>
                    <a:pt x="519" y="315"/>
                  </a:lnTo>
                  <a:lnTo>
                    <a:pt x="512" y="340"/>
                  </a:lnTo>
                  <a:lnTo>
                    <a:pt x="504" y="364"/>
                  </a:lnTo>
                  <a:lnTo>
                    <a:pt x="492" y="387"/>
                  </a:lnTo>
                  <a:lnTo>
                    <a:pt x="479" y="409"/>
                  </a:lnTo>
                  <a:lnTo>
                    <a:pt x="464" y="429"/>
                  </a:lnTo>
                  <a:lnTo>
                    <a:pt x="447" y="447"/>
                  </a:lnTo>
                  <a:lnTo>
                    <a:pt x="429" y="464"/>
                  </a:lnTo>
                  <a:lnTo>
                    <a:pt x="409" y="479"/>
                  </a:lnTo>
                  <a:lnTo>
                    <a:pt x="386" y="493"/>
                  </a:lnTo>
                  <a:lnTo>
                    <a:pt x="364" y="504"/>
                  </a:lnTo>
                  <a:lnTo>
                    <a:pt x="340" y="512"/>
                  </a:lnTo>
                  <a:lnTo>
                    <a:pt x="315" y="519"/>
                  </a:lnTo>
                  <a:lnTo>
                    <a:pt x="289" y="522"/>
                  </a:lnTo>
                  <a:lnTo>
                    <a:pt x="262" y="525"/>
                  </a:lnTo>
                  <a:lnTo>
                    <a:pt x="262" y="525"/>
                  </a:lnTo>
                  <a:lnTo>
                    <a:pt x="235" y="522"/>
                  </a:lnTo>
                  <a:lnTo>
                    <a:pt x="210" y="519"/>
                  </a:lnTo>
                  <a:lnTo>
                    <a:pt x="184" y="512"/>
                  </a:lnTo>
                  <a:lnTo>
                    <a:pt x="160" y="504"/>
                  </a:lnTo>
                  <a:lnTo>
                    <a:pt x="137" y="493"/>
                  </a:lnTo>
                  <a:lnTo>
                    <a:pt x="116" y="479"/>
                  </a:lnTo>
                  <a:lnTo>
                    <a:pt x="95" y="464"/>
                  </a:lnTo>
                  <a:lnTo>
                    <a:pt x="77" y="447"/>
                  </a:lnTo>
                  <a:lnTo>
                    <a:pt x="60" y="429"/>
                  </a:lnTo>
                  <a:lnTo>
                    <a:pt x="44" y="409"/>
                  </a:lnTo>
                  <a:lnTo>
                    <a:pt x="32" y="387"/>
                  </a:lnTo>
                  <a:lnTo>
                    <a:pt x="21" y="364"/>
                  </a:lnTo>
                  <a:lnTo>
                    <a:pt x="12" y="340"/>
                  </a:lnTo>
                  <a:lnTo>
                    <a:pt x="6" y="315"/>
                  </a:lnTo>
                  <a:lnTo>
                    <a:pt x="1" y="289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1" y="235"/>
                  </a:lnTo>
                  <a:lnTo>
                    <a:pt x="6" y="210"/>
                  </a:lnTo>
                  <a:lnTo>
                    <a:pt x="12" y="184"/>
                  </a:lnTo>
                  <a:lnTo>
                    <a:pt x="21" y="161"/>
                  </a:lnTo>
                  <a:lnTo>
                    <a:pt x="32" y="137"/>
                  </a:lnTo>
                  <a:lnTo>
                    <a:pt x="44" y="116"/>
                  </a:lnTo>
                  <a:lnTo>
                    <a:pt x="60" y="96"/>
                  </a:lnTo>
                  <a:lnTo>
                    <a:pt x="77" y="77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7" y="32"/>
                  </a:lnTo>
                  <a:lnTo>
                    <a:pt x="160" y="21"/>
                  </a:lnTo>
                  <a:lnTo>
                    <a:pt x="184" y="12"/>
                  </a:lnTo>
                  <a:lnTo>
                    <a:pt x="210" y="6"/>
                  </a:lnTo>
                  <a:lnTo>
                    <a:pt x="235" y="1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89" y="1"/>
                  </a:lnTo>
                  <a:lnTo>
                    <a:pt x="315" y="6"/>
                  </a:lnTo>
                  <a:lnTo>
                    <a:pt x="340" y="12"/>
                  </a:lnTo>
                  <a:lnTo>
                    <a:pt x="364" y="21"/>
                  </a:lnTo>
                  <a:lnTo>
                    <a:pt x="386" y="32"/>
                  </a:lnTo>
                  <a:lnTo>
                    <a:pt x="409" y="45"/>
                  </a:lnTo>
                  <a:lnTo>
                    <a:pt x="429" y="60"/>
                  </a:lnTo>
                  <a:lnTo>
                    <a:pt x="447" y="77"/>
                  </a:lnTo>
                  <a:lnTo>
                    <a:pt x="464" y="96"/>
                  </a:lnTo>
                  <a:lnTo>
                    <a:pt x="479" y="116"/>
                  </a:lnTo>
                  <a:lnTo>
                    <a:pt x="492" y="137"/>
                  </a:lnTo>
                  <a:lnTo>
                    <a:pt x="504" y="161"/>
                  </a:lnTo>
                  <a:lnTo>
                    <a:pt x="512" y="184"/>
                  </a:lnTo>
                  <a:lnTo>
                    <a:pt x="519" y="210"/>
                  </a:lnTo>
                  <a:lnTo>
                    <a:pt x="522" y="235"/>
                  </a:lnTo>
                  <a:lnTo>
                    <a:pt x="523" y="262"/>
                  </a:lnTo>
                  <a:lnTo>
                    <a:pt x="523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5" name="Gruppieren 644"/>
          <p:cNvGrpSpPr/>
          <p:nvPr/>
        </p:nvGrpSpPr>
        <p:grpSpPr>
          <a:xfrm>
            <a:off x="9721755" y="2827625"/>
            <a:ext cx="328395" cy="331353"/>
            <a:chOff x="2979738" y="2432050"/>
            <a:chExt cx="352425" cy="355600"/>
          </a:xfrm>
        </p:grpSpPr>
        <p:sp>
          <p:nvSpPr>
            <p:cNvPr id="646" name="Freeform 141"/>
            <p:cNvSpPr>
              <a:spLocks/>
            </p:cNvSpPr>
            <p:nvPr/>
          </p:nvSpPr>
          <p:spPr bwMode="auto">
            <a:xfrm>
              <a:off x="3055938" y="2617788"/>
              <a:ext cx="92075" cy="92075"/>
            </a:xfrm>
            <a:custGeom>
              <a:avLst/>
              <a:gdLst>
                <a:gd name="T0" fmla="*/ 349 w 349"/>
                <a:gd name="T1" fmla="*/ 175 h 349"/>
                <a:gd name="T2" fmla="*/ 346 w 349"/>
                <a:gd name="T3" fmla="*/ 210 h 349"/>
                <a:gd name="T4" fmla="*/ 335 w 349"/>
                <a:gd name="T5" fmla="*/ 243 h 349"/>
                <a:gd name="T6" fmla="*/ 319 w 349"/>
                <a:gd name="T7" fmla="*/ 272 h 349"/>
                <a:gd name="T8" fmla="*/ 298 w 349"/>
                <a:gd name="T9" fmla="*/ 298 h 349"/>
                <a:gd name="T10" fmla="*/ 272 w 349"/>
                <a:gd name="T11" fmla="*/ 320 h 349"/>
                <a:gd name="T12" fmla="*/ 243 w 349"/>
                <a:gd name="T13" fmla="*/ 335 h 349"/>
                <a:gd name="T14" fmla="*/ 210 w 349"/>
                <a:gd name="T15" fmla="*/ 346 h 349"/>
                <a:gd name="T16" fmla="*/ 175 w 349"/>
                <a:gd name="T17" fmla="*/ 349 h 349"/>
                <a:gd name="T18" fmla="*/ 157 w 349"/>
                <a:gd name="T19" fmla="*/ 348 h 349"/>
                <a:gd name="T20" fmla="*/ 122 w 349"/>
                <a:gd name="T21" fmla="*/ 341 h 349"/>
                <a:gd name="T22" fmla="*/ 92 w 349"/>
                <a:gd name="T23" fmla="*/ 328 h 349"/>
                <a:gd name="T24" fmla="*/ 64 w 349"/>
                <a:gd name="T25" fmla="*/ 310 h 349"/>
                <a:gd name="T26" fmla="*/ 40 w 349"/>
                <a:gd name="T27" fmla="*/ 286 h 349"/>
                <a:gd name="T28" fmla="*/ 21 w 349"/>
                <a:gd name="T29" fmla="*/ 258 h 349"/>
                <a:gd name="T30" fmla="*/ 7 w 349"/>
                <a:gd name="T31" fmla="*/ 226 h 349"/>
                <a:gd name="T32" fmla="*/ 0 w 349"/>
                <a:gd name="T33" fmla="*/ 192 h 349"/>
                <a:gd name="T34" fmla="*/ 0 w 349"/>
                <a:gd name="T35" fmla="*/ 175 h 349"/>
                <a:gd name="T36" fmla="*/ 4 w 349"/>
                <a:gd name="T37" fmla="*/ 140 h 349"/>
                <a:gd name="T38" fmla="*/ 13 w 349"/>
                <a:gd name="T39" fmla="*/ 107 h 349"/>
                <a:gd name="T40" fmla="*/ 30 w 349"/>
                <a:gd name="T41" fmla="*/ 78 h 349"/>
                <a:gd name="T42" fmla="*/ 51 w 349"/>
                <a:gd name="T43" fmla="*/ 52 h 349"/>
                <a:gd name="T44" fmla="*/ 77 w 349"/>
                <a:gd name="T45" fmla="*/ 30 h 349"/>
                <a:gd name="T46" fmla="*/ 107 w 349"/>
                <a:gd name="T47" fmla="*/ 14 h 349"/>
                <a:gd name="T48" fmla="*/ 140 w 349"/>
                <a:gd name="T49" fmla="*/ 4 h 349"/>
                <a:gd name="T50" fmla="*/ 175 w 349"/>
                <a:gd name="T51" fmla="*/ 0 h 349"/>
                <a:gd name="T52" fmla="*/ 192 w 349"/>
                <a:gd name="T53" fmla="*/ 2 h 349"/>
                <a:gd name="T54" fmla="*/ 226 w 349"/>
                <a:gd name="T55" fmla="*/ 9 h 349"/>
                <a:gd name="T56" fmla="*/ 258 w 349"/>
                <a:gd name="T57" fmla="*/ 21 h 349"/>
                <a:gd name="T58" fmla="*/ 286 w 349"/>
                <a:gd name="T59" fmla="*/ 40 h 349"/>
                <a:gd name="T60" fmla="*/ 310 w 349"/>
                <a:gd name="T61" fmla="*/ 64 h 349"/>
                <a:gd name="T62" fmla="*/ 328 w 349"/>
                <a:gd name="T63" fmla="*/ 92 h 349"/>
                <a:gd name="T64" fmla="*/ 341 w 349"/>
                <a:gd name="T65" fmla="*/ 123 h 349"/>
                <a:gd name="T66" fmla="*/ 348 w 349"/>
                <a:gd name="T67" fmla="*/ 157 h 349"/>
                <a:gd name="T68" fmla="*/ 349 w 349"/>
                <a:gd name="T69" fmla="*/ 1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349">
                  <a:moveTo>
                    <a:pt x="349" y="175"/>
                  </a:moveTo>
                  <a:lnTo>
                    <a:pt x="349" y="175"/>
                  </a:lnTo>
                  <a:lnTo>
                    <a:pt x="348" y="192"/>
                  </a:lnTo>
                  <a:lnTo>
                    <a:pt x="346" y="210"/>
                  </a:lnTo>
                  <a:lnTo>
                    <a:pt x="341" y="226"/>
                  </a:lnTo>
                  <a:lnTo>
                    <a:pt x="335" y="243"/>
                  </a:lnTo>
                  <a:lnTo>
                    <a:pt x="328" y="258"/>
                  </a:lnTo>
                  <a:lnTo>
                    <a:pt x="319" y="272"/>
                  </a:lnTo>
                  <a:lnTo>
                    <a:pt x="310" y="286"/>
                  </a:lnTo>
                  <a:lnTo>
                    <a:pt x="298" y="298"/>
                  </a:lnTo>
                  <a:lnTo>
                    <a:pt x="286" y="310"/>
                  </a:lnTo>
                  <a:lnTo>
                    <a:pt x="272" y="320"/>
                  </a:lnTo>
                  <a:lnTo>
                    <a:pt x="258" y="328"/>
                  </a:lnTo>
                  <a:lnTo>
                    <a:pt x="243" y="335"/>
                  </a:lnTo>
                  <a:lnTo>
                    <a:pt x="226" y="341"/>
                  </a:lnTo>
                  <a:lnTo>
                    <a:pt x="210" y="346"/>
                  </a:lnTo>
                  <a:lnTo>
                    <a:pt x="192" y="348"/>
                  </a:lnTo>
                  <a:lnTo>
                    <a:pt x="175" y="349"/>
                  </a:lnTo>
                  <a:lnTo>
                    <a:pt x="175" y="349"/>
                  </a:lnTo>
                  <a:lnTo>
                    <a:pt x="157" y="348"/>
                  </a:lnTo>
                  <a:lnTo>
                    <a:pt x="140" y="346"/>
                  </a:lnTo>
                  <a:lnTo>
                    <a:pt x="122" y="341"/>
                  </a:lnTo>
                  <a:lnTo>
                    <a:pt x="107" y="335"/>
                  </a:lnTo>
                  <a:lnTo>
                    <a:pt x="92" y="328"/>
                  </a:lnTo>
                  <a:lnTo>
                    <a:pt x="77" y="320"/>
                  </a:lnTo>
                  <a:lnTo>
                    <a:pt x="64" y="310"/>
                  </a:lnTo>
                  <a:lnTo>
                    <a:pt x="51" y="298"/>
                  </a:lnTo>
                  <a:lnTo>
                    <a:pt x="40" y="286"/>
                  </a:lnTo>
                  <a:lnTo>
                    <a:pt x="30" y="272"/>
                  </a:lnTo>
                  <a:lnTo>
                    <a:pt x="21" y="258"/>
                  </a:lnTo>
                  <a:lnTo>
                    <a:pt x="13" y="243"/>
                  </a:lnTo>
                  <a:lnTo>
                    <a:pt x="7" y="226"/>
                  </a:lnTo>
                  <a:lnTo>
                    <a:pt x="4" y="210"/>
                  </a:lnTo>
                  <a:lnTo>
                    <a:pt x="0" y="192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57"/>
                  </a:lnTo>
                  <a:lnTo>
                    <a:pt x="4" y="140"/>
                  </a:lnTo>
                  <a:lnTo>
                    <a:pt x="7" y="123"/>
                  </a:lnTo>
                  <a:lnTo>
                    <a:pt x="13" y="107"/>
                  </a:lnTo>
                  <a:lnTo>
                    <a:pt x="21" y="92"/>
                  </a:lnTo>
                  <a:lnTo>
                    <a:pt x="30" y="78"/>
                  </a:lnTo>
                  <a:lnTo>
                    <a:pt x="40" y="64"/>
                  </a:lnTo>
                  <a:lnTo>
                    <a:pt x="51" y="52"/>
                  </a:lnTo>
                  <a:lnTo>
                    <a:pt x="64" y="40"/>
                  </a:lnTo>
                  <a:lnTo>
                    <a:pt x="77" y="30"/>
                  </a:lnTo>
                  <a:lnTo>
                    <a:pt x="92" y="21"/>
                  </a:lnTo>
                  <a:lnTo>
                    <a:pt x="107" y="14"/>
                  </a:lnTo>
                  <a:lnTo>
                    <a:pt x="122" y="9"/>
                  </a:lnTo>
                  <a:lnTo>
                    <a:pt x="140" y="4"/>
                  </a:lnTo>
                  <a:lnTo>
                    <a:pt x="157" y="2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2"/>
                  </a:lnTo>
                  <a:lnTo>
                    <a:pt x="210" y="4"/>
                  </a:lnTo>
                  <a:lnTo>
                    <a:pt x="226" y="9"/>
                  </a:lnTo>
                  <a:lnTo>
                    <a:pt x="243" y="14"/>
                  </a:lnTo>
                  <a:lnTo>
                    <a:pt x="258" y="21"/>
                  </a:lnTo>
                  <a:lnTo>
                    <a:pt x="272" y="30"/>
                  </a:lnTo>
                  <a:lnTo>
                    <a:pt x="286" y="40"/>
                  </a:lnTo>
                  <a:lnTo>
                    <a:pt x="298" y="52"/>
                  </a:lnTo>
                  <a:lnTo>
                    <a:pt x="310" y="64"/>
                  </a:lnTo>
                  <a:lnTo>
                    <a:pt x="319" y="78"/>
                  </a:lnTo>
                  <a:lnTo>
                    <a:pt x="328" y="92"/>
                  </a:lnTo>
                  <a:lnTo>
                    <a:pt x="335" y="107"/>
                  </a:lnTo>
                  <a:lnTo>
                    <a:pt x="341" y="123"/>
                  </a:lnTo>
                  <a:lnTo>
                    <a:pt x="346" y="140"/>
                  </a:lnTo>
                  <a:lnTo>
                    <a:pt x="348" y="157"/>
                  </a:lnTo>
                  <a:lnTo>
                    <a:pt x="349" y="175"/>
                  </a:lnTo>
                  <a:lnTo>
                    <a:pt x="349" y="1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7" name="Freeform 142"/>
            <p:cNvSpPr>
              <a:spLocks/>
            </p:cNvSpPr>
            <p:nvPr/>
          </p:nvSpPr>
          <p:spPr bwMode="auto">
            <a:xfrm>
              <a:off x="3240088" y="2478088"/>
              <a:ext cx="47625" cy="47625"/>
            </a:xfrm>
            <a:custGeom>
              <a:avLst/>
              <a:gdLst>
                <a:gd name="T0" fmla="*/ 174 w 174"/>
                <a:gd name="T1" fmla="*/ 87 h 174"/>
                <a:gd name="T2" fmla="*/ 173 w 174"/>
                <a:gd name="T3" fmla="*/ 104 h 174"/>
                <a:gd name="T4" fmla="*/ 167 w 174"/>
                <a:gd name="T5" fmla="*/ 120 h 174"/>
                <a:gd name="T6" fmla="*/ 159 w 174"/>
                <a:gd name="T7" fmla="*/ 136 h 174"/>
                <a:gd name="T8" fmla="*/ 148 w 174"/>
                <a:gd name="T9" fmla="*/ 149 h 174"/>
                <a:gd name="T10" fmla="*/ 135 w 174"/>
                <a:gd name="T11" fmla="*/ 159 h 174"/>
                <a:gd name="T12" fmla="*/ 121 w 174"/>
                <a:gd name="T13" fmla="*/ 167 h 174"/>
                <a:gd name="T14" fmla="*/ 105 w 174"/>
                <a:gd name="T15" fmla="*/ 172 h 174"/>
                <a:gd name="T16" fmla="*/ 87 w 174"/>
                <a:gd name="T17" fmla="*/ 174 h 174"/>
                <a:gd name="T18" fmla="*/ 78 w 174"/>
                <a:gd name="T19" fmla="*/ 173 h 174"/>
                <a:gd name="T20" fmla="*/ 60 w 174"/>
                <a:gd name="T21" fmla="*/ 170 h 174"/>
                <a:gd name="T22" fmla="*/ 45 w 174"/>
                <a:gd name="T23" fmla="*/ 164 h 174"/>
                <a:gd name="T24" fmla="*/ 31 w 174"/>
                <a:gd name="T25" fmla="*/ 154 h 174"/>
                <a:gd name="T26" fmla="*/ 19 w 174"/>
                <a:gd name="T27" fmla="*/ 143 h 174"/>
                <a:gd name="T28" fmla="*/ 10 w 174"/>
                <a:gd name="T29" fmla="*/ 129 h 174"/>
                <a:gd name="T30" fmla="*/ 3 w 174"/>
                <a:gd name="T31" fmla="*/ 112 h 174"/>
                <a:gd name="T32" fmla="*/ 0 w 174"/>
                <a:gd name="T33" fmla="*/ 96 h 174"/>
                <a:gd name="T34" fmla="*/ 0 w 174"/>
                <a:gd name="T35" fmla="*/ 87 h 174"/>
                <a:gd name="T36" fmla="*/ 2 w 174"/>
                <a:gd name="T37" fmla="*/ 69 h 174"/>
                <a:gd name="T38" fmla="*/ 7 w 174"/>
                <a:gd name="T39" fmla="*/ 53 h 174"/>
                <a:gd name="T40" fmla="*/ 15 w 174"/>
                <a:gd name="T41" fmla="*/ 37 h 174"/>
                <a:gd name="T42" fmla="*/ 25 w 174"/>
                <a:gd name="T43" fmla="*/ 24 h 174"/>
                <a:gd name="T44" fmla="*/ 38 w 174"/>
                <a:gd name="T45" fmla="*/ 14 h 174"/>
                <a:gd name="T46" fmla="*/ 53 w 174"/>
                <a:gd name="T47" fmla="*/ 6 h 174"/>
                <a:gd name="T48" fmla="*/ 70 w 174"/>
                <a:gd name="T49" fmla="*/ 1 h 174"/>
                <a:gd name="T50" fmla="*/ 87 w 174"/>
                <a:gd name="T51" fmla="*/ 0 h 174"/>
                <a:gd name="T52" fmla="*/ 96 w 174"/>
                <a:gd name="T53" fmla="*/ 0 h 174"/>
                <a:gd name="T54" fmla="*/ 113 w 174"/>
                <a:gd name="T55" fmla="*/ 3 h 174"/>
                <a:gd name="T56" fmla="*/ 128 w 174"/>
                <a:gd name="T57" fmla="*/ 10 h 174"/>
                <a:gd name="T58" fmla="*/ 142 w 174"/>
                <a:gd name="T59" fmla="*/ 20 h 174"/>
                <a:gd name="T60" fmla="*/ 154 w 174"/>
                <a:gd name="T61" fmla="*/ 31 h 174"/>
                <a:gd name="T62" fmla="*/ 164 w 174"/>
                <a:gd name="T63" fmla="*/ 46 h 174"/>
                <a:gd name="T64" fmla="*/ 171 w 174"/>
                <a:gd name="T65" fmla="*/ 61 h 174"/>
                <a:gd name="T66" fmla="*/ 174 w 174"/>
                <a:gd name="T67" fmla="*/ 78 h 174"/>
                <a:gd name="T68" fmla="*/ 174 w 174"/>
                <a:gd name="T69" fmla="*/ 8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" h="174">
                  <a:moveTo>
                    <a:pt x="174" y="87"/>
                  </a:moveTo>
                  <a:lnTo>
                    <a:pt x="174" y="87"/>
                  </a:lnTo>
                  <a:lnTo>
                    <a:pt x="174" y="96"/>
                  </a:lnTo>
                  <a:lnTo>
                    <a:pt x="173" y="104"/>
                  </a:lnTo>
                  <a:lnTo>
                    <a:pt x="171" y="112"/>
                  </a:lnTo>
                  <a:lnTo>
                    <a:pt x="167" y="120"/>
                  </a:lnTo>
                  <a:lnTo>
                    <a:pt x="164" y="129"/>
                  </a:lnTo>
                  <a:lnTo>
                    <a:pt x="159" y="136"/>
                  </a:lnTo>
                  <a:lnTo>
                    <a:pt x="154" y="143"/>
                  </a:lnTo>
                  <a:lnTo>
                    <a:pt x="148" y="149"/>
                  </a:lnTo>
                  <a:lnTo>
                    <a:pt x="142" y="154"/>
                  </a:lnTo>
                  <a:lnTo>
                    <a:pt x="135" y="159"/>
                  </a:lnTo>
                  <a:lnTo>
                    <a:pt x="128" y="164"/>
                  </a:lnTo>
                  <a:lnTo>
                    <a:pt x="121" y="167"/>
                  </a:lnTo>
                  <a:lnTo>
                    <a:pt x="113" y="170"/>
                  </a:lnTo>
                  <a:lnTo>
                    <a:pt x="105" y="172"/>
                  </a:lnTo>
                  <a:lnTo>
                    <a:pt x="96" y="173"/>
                  </a:lnTo>
                  <a:lnTo>
                    <a:pt x="87" y="174"/>
                  </a:lnTo>
                  <a:lnTo>
                    <a:pt x="87" y="174"/>
                  </a:lnTo>
                  <a:lnTo>
                    <a:pt x="78" y="173"/>
                  </a:lnTo>
                  <a:lnTo>
                    <a:pt x="70" y="172"/>
                  </a:lnTo>
                  <a:lnTo>
                    <a:pt x="60" y="170"/>
                  </a:lnTo>
                  <a:lnTo>
                    <a:pt x="53" y="167"/>
                  </a:lnTo>
                  <a:lnTo>
                    <a:pt x="45" y="164"/>
                  </a:lnTo>
                  <a:lnTo>
                    <a:pt x="38" y="159"/>
                  </a:lnTo>
                  <a:lnTo>
                    <a:pt x="31" y="154"/>
                  </a:lnTo>
                  <a:lnTo>
                    <a:pt x="25" y="149"/>
                  </a:lnTo>
                  <a:lnTo>
                    <a:pt x="19" y="143"/>
                  </a:lnTo>
                  <a:lnTo>
                    <a:pt x="15" y="136"/>
                  </a:lnTo>
                  <a:lnTo>
                    <a:pt x="10" y="129"/>
                  </a:lnTo>
                  <a:lnTo>
                    <a:pt x="7" y="120"/>
                  </a:lnTo>
                  <a:lnTo>
                    <a:pt x="3" y="112"/>
                  </a:lnTo>
                  <a:lnTo>
                    <a:pt x="2" y="104"/>
                  </a:lnTo>
                  <a:lnTo>
                    <a:pt x="0" y="9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78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7" y="53"/>
                  </a:lnTo>
                  <a:lnTo>
                    <a:pt x="10" y="46"/>
                  </a:lnTo>
                  <a:lnTo>
                    <a:pt x="15" y="37"/>
                  </a:lnTo>
                  <a:lnTo>
                    <a:pt x="19" y="31"/>
                  </a:lnTo>
                  <a:lnTo>
                    <a:pt x="25" y="24"/>
                  </a:lnTo>
                  <a:lnTo>
                    <a:pt x="31" y="20"/>
                  </a:lnTo>
                  <a:lnTo>
                    <a:pt x="38" y="14"/>
                  </a:lnTo>
                  <a:lnTo>
                    <a:pt x="45" y="10"/>
                  </a:lnTo>
                  <a:lnTo>
                    <a:pt x="53" y="6"/>
                  </a:lnTo>
                  <a:lnTo>
                    <a:pt x="60" y="3"/>
                  </a:lnTo>
                  <a:lnTo>
                    <a:pt x="70" y="1"/>
                  </a:lnTo>
                  <a:lnTo>
                    <a:pt x="78" y="0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96" y="0"/>
                  </a:lnTo>
                  <a:lnTo>
                    <a:pt x="105" y="1"/>
                  </a:lnTo>
                  <a:lnTo>
                    <a:pt x="113" y="3"/>
                  </a:lnTo>
                  <a:lnTo>
                    <a:pt x="121" y="6"/>
                  </a:lnTo>
                  <a:lnTo>
                    <a:pt x="128" y="10"/>
                  </a:lnTo>
                  <a:lnTo>
                    <a:pt x="135" y="14"/>
                  </a:lnTo>
                  <a:lnTo>
                    <a:pt x="142" y="20"/>
                  </a:lnTo>
                  <a:lnTo>
                    <a:pt x="148" y="24"/>
                  </a:lnTo>
                  <a:lnTo>
                    <a:pt x="154" y="31"/>
                  </a:lnTo>
                  <a:lnTo>
                    <a:pt x="159" y="37"/>
                  </a:lnTo>
                  <a:lnTo>
                    <a:pt x="164" y="46"/>
                  </a:lnTo>
                  <a:lnTo>
                    <a:pt x="167" y="53"/>
                  </a:lnTo>
                  <a:lnTo>
                    <a:pt x="171" y="61"/>
                  </a:lnTo>
                  <a:lnTo>
                    <a:pt x="173" y="69"/>
                  </a:lnTo>
                  <a:lnTo>
                    <a:pt x="174" y="78"/>
                  </a:lnTo>
                  <a:lnTo>
                    <a:pt x="174" y="87"/>
                  </a:lnTo>
                  <a:lnTo>
                    <a:pt x="174" y="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8" name="Freeform 143"/>
            <p:cNvSpPr>
              <a:spLocks/>
            </p:cNvSpPr>
            <p:nvPr/>
          </p:nvSpPr>
          <p:spPr bwMode="auto">
            <a:xfrm>
              <a:off x="2979738" y="2540000"/>
              <a:ext cx="244475" cy="247650"/>
            </a:xfrm>
            <a:custGeom>
              <a:avLst/>
              <a:gdLst>
                <a:gd name="T0" fmla="*/ 840 w 923"/>
                <a:gd name="T1" fmla="*/ 466 h 932"/>
                <a:gd name="T2" fmla="*/ 838 w 923"/>
                <a:gd name="T3" fmla="*/ 426 h 932"/>
                <a:gd name="T4" fmla="*/ 832 w 923"/>
                <a:gd name="T5" fmla="*/ 386 h 932"/>
                <a:gd name="T6" fmla="*/ 806 w 923"/>
                <a:gd name="T7" fmla="*/ 132 h 932"/>
                <a:gd name="T8" fmla="*/ 717 w 923"/>
                <a:gd name="T9" fmla="*/ 185 h 932"/>
                <a:gd name="T10" fmla="*/ 688 w 923"/>
                <a:gd name="T11" fmla="*/ 160 h 932"/>
                <a:gd name="T12" fmla="*/ 656 w 923"/>
                <a:gd name="T13" fmla="*/ 139 h 932"/>
                <a:gd name="T14" fmla="*/ 622 w 923"/>
                <a:gd name="T15" fmla="*/ 120 h 932"/>
                <a:gd name="T16" fmla="*/ 583 w 923"/>
                <a:gd name="T17" fmla="*/ 106 h 932"/>
                <a:gd name="T18" fmla="*/ 349 w 923"/>
                <a:gd name="T19" fmla="*/ 0 h 932"/>
                <a:gd name="T20" fmla="*/ 349 w 923"/>
                <a:gd name="T21" fmla="*/ 106 h 932"/>
                <a:gd name="T22" fmla="*/ 308 w 923"/>
                <a:gd name="T23" fmla="*/ 120 h 932"/>
                <a:gd name="T24" fmla="*/ 273 w 923"/>
                <a:gd name="T25" fmla="*/ 139 h 932"/>
                <a:gd name="T26" fmla="*/ 241 w 923"/>
                <a:gd name="T27" fmla="*/ 160 h 932"/>
                <a:gd name="T28" fmla="*/ 210 w 923"/>
                <a:gd name="T29" fmla="*/ 185 h 932"/>
                <a:gd name="T30" fmla="*/ 0 w 923"/>
                <a:gd name="T31" fmla="*/ 334 h 932"/>
                <a:gd name="T32" fmla="*/ 92 w 923"/>
                <a:gd name="T33" fmla="*/ 386 h 932"/>
                <a:gd name="T34" fmla="*/ 86 w 923"/>
                <a:gd name="T35" fmla="*/ 426 h 932"/>
                <a:gd name="T36" fmla="*/ 84 w 923"/>
                <a:gd name="T37" fmla="*/ 466 h 932"/>
                <a:gd name="T38" fmla="*/ 84 w 923"/>
                <a:gd name="T39" fmla="*/ 486 h 932"/>
                <a:gd name="T40" fmla="*/ 88 w 923"/>
                <a:gd name="T41" fmla="*/ 526 h 932"/>
                <a:gd name="T42" fmla="*/ 0 w 923"/>
                <a:gd name="T43" fmla="*/ 598 h 932"/>
                <a:gd name="T44" fmla="*/ 210 w 923"/>
                <a:gd name="T45" fmla="*/ 747 h 932"/>
                <a:gd name="T46" fmla="*/ 225 w 923"/>
                <a:gd name="T47" fmla="*/ 760 h 932"/>
                <a:gd name="T48" fmla="*/ 256 w 923"/>
                <a:gd name="T49" fmla="*/ 782 h 932"/>
                <a:gd name="T50" fmla="*/ 290 w 923"/>
                <a:gd name="T51" fmla="*/ 803 h 932"/>
                <a:gd name="T52" fmla="*/ 328 w 923"/>
                <a:gd name="T53" fmla="*/ 820 h 932"/>
                <a:gd name="T54" fmla="*/ 349 w 923"/>
                <a:gd name="T55" fmla="*/ 932 h 932"/>
                <a:gd name="T56" fmla="*/ 583 w 923"/>
                <a:gd name="T57" fmla="*/ 825 h 932"/>
                <a:gd name="T58" fmla="*/ 604 w 923"/>
                <a:gd name="T59" fmla="*/ 820 h 932"/>
                <a:gd name="T60" fmla="*/ 640 w 923"/>
                <a:gd name="T61" fmla="*/ 803 h 932"/>
                <a:gd name="T62" fmla="*/ 673 w 923"/>
                <a:gd name="T63" fmla="*/ 782 h 932"/>
                <a:gd name="T64" fmla="*/ 702 w 923"/>
                <a:gd name="T65" fmla="*/ 760 h 932"/>
                <a:gd name="T66" fmla="*/ 807 w 923"/>
                <a:gd name="T67" fmla="*/ 800 h 932"/>
                <a:gd name="T68" fmla="*/ 832 w 923"/>
                <a:gd name="T69" fmla="*/ 546 h 932"/>
                <a:gd name="T70" fmla="*/ 836 w 923"/>
                <a:gd name="T71" fmla="*/ 526 h 932"/>
                <a:gd name="T72" fmla="*/ 839 w 923"/>
                <a:gd name="T73" fmla="*/ 486 h 932"/>
                <a:gd name="T74" fmla="*/ 840 w 923"/>
                <a:gd name="T75" fmla="*/ 466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23" h="932">
                  <a:moveTo>
                    <a:pt x="840" y="466"/>
                  </a:moveTo>
                  <a:lnTo>
                    <a:pt x="840" y="466"/>
                  </a:lnTo>
                  <a:lnTo>
                    <a:pt x="839" y="446"/>
                  </a:lnTo>
                  <a:lnTo>
                    <a:pt x="838" y="426"/>
                  </a:lnTo>
                  <a:lnTo>
                    <a:pt x="836" y="406"/>
                  </a:lnTo>
                  <a:lnTo>
                    <a:pt x="832" y="386"/>
                  </a:lnTo>
                  <a:lnTo>
                    <a:pt x="923" y="334"/>
                  </a:lnTo>
                  <a:lnTo>
                    <a:pt x="806" y="132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02" y="172"/>
                  </a:lnTo>
                  <a:lnTo>
                    <a:pt x="688" y="160"/>
                  </a:lnTo>
                  <a:lnTo>
                    <a:pt x="673" y="149"/>
                  </a:lnTo>
                  <a:lnTo>
                    <a:pt x="656" y="139"/>
                  </a:lnTo>
                  <a:lnTo>
                    <a:pt x="640" y="129"/>
                  </a:lnTo>
                  <a:lnTo>
                    <a:pt x="622" y="120"/>
                  </a:lnTo>
                  <a:lnTo>
                    <a:pt x="604" y="112"/>
                  </a:lnTo>
                  <a:lnTo>
                    <a:pt x="583" y="106"/>
                  </a:lnTo>
                  <a:lnTo>
                    <a:pt x="583" y="0"/>
                  </a:lnTo>
                  <a:lnTo>
                    <a:pt x="349" y="0"/>
                  </a:lnTo>
                  <a:lnTo>
                    <a:pt x="349" y="106"/>
                  </a:lnTo>
                  <a:lnTo>
                    <a:pt x="349" y="106"/>
                  </a:lnTo>
                  <a:lnTo>
                    <a:pt x="328" y="112"/>
                  </a:lnTo>
                  <a:lnTo>
                    <a:pt x="308" y="120"/>
                  </a:lnTo>
                  <a:lnTo>
                    <a:pt x="290" y="129"/>
                  </a:lnTo>
                  <a:lnTo>
                    <a:pt x="273" y="139"/>
                  </a:lnTo>
                  <a:lnTo>
                    <a:pt x="256" y="149"/>
                  </a:lnTo>
                  <a:lnTo>
                    <a:pt x="241" y="160"/>
                  </a:lnTo>
                  <a:lnTo>
                    <a:pt x="225" y="172"/>
                  </a:lnTo>
                  <a:lnTo>
                    <a:pt x="210" y="185"/>
                  </a:lnTo>
                  <a:lnTo>
                    <a:pt x="118" y="132"/>
                  </a:lnTo>
                  <a:lnTo>
                    <a:pt x="0" y="334"/>
                  </a:lnTo>
                  <a:lnTo>
                    <a:pt x="92" y="386"/>
                  </a:lnTo>
                  <a:lnTo>
                    <a:pt x="92" y="386"/>
                  </a:lnTo>
                  <a:lnTo>
                    <a:pt x="88" y="406"/>
                  </a:lnTo>
                  <a:lnTo>
                    <a:pt x="86" y="426"/>
                  </a:lnTo>
                  <a:lnTo>
                    <a:pt x="84" y="446"/>
                  </a:lnTo>
                  <a:lnTo>
                    <a:pt x="84" y="466"/>
                  </a:lnTo>
                  <a:lnTo>
                    <a:pt x="84" y="466"/>
                  </a:lnTo>
                  <a:lnTo>
                    <a:pt x="84" y="486"/>
                  </a:lnTo>
                  <a:lnTo>
                    <a:pt x="86" y="506"/>
                  </a:lnTo>
                  <a:lnTo>
                    <a:pt x="88" y="526"/>
                  </a:lnTo>
                  <a:lnTo>
                    <a:pt x="92" y="546"/>
                  </a:lnTo>
                  <a:lnTo>
                    <a:pt x="0" y="598"/>
                  </a:lnTo>
                  <a:lnTo>
                    <a:pt x="116" y="800"/>
                  </a:lnTo>
                  <a:lnTo>
                    <a:pt x="210" y="747"/>
                  </a:lnTo>
                  <a:lnTo>
                    <a:pt x="210" y="747"/>
                  </a:lnTo>
                  <a:lnTo>
                    <a:pt x="225" y="760"/>
                  </a:lnTo>
                  <a:lnTo>
                    <a:pt x="241" y="772"/>
                  </a:lnTo>
                  <a:lnTo>
                    <a:pt x="256" y="782"/>
                  </a:lnTo>
                  <a:lnTo>
                    <a:pt x="273" y="793"/>
                  </a:lnTo>
                  <a:lnTo>
                    <a:pt x="290" y="803"/>
                  </a:lnTo>
                  <a:lnTo>
                    <a:pt x="308" y="811"/>
                  </a:lnTo>
                  <a:lnTo>
                    <a:pt x="328" y="820"/>
                  </a:lnTo>
                  <a:lnTo>
                    <a:pt x="349" y="825"/>
                  </a:lnTo>
                  <a:lnTo>
                    <a:pt x="349" y="932"/>
                  </a:lnTo>
                  <a:lnTo>
                    <a:pt x="583" y="932"/>
                  </a:lnTo>
                  <a:lnTo>
                    <a:pt x="583" y="825"/>
                  </a:lnTo>
                  <a:lnTo>
                    <a:pt x="583" y="825"/>
                  </a:lnTo>
                  <a:lnTo>
                    <a:pt x="604" y="820"/>
                  </a:lnTo>
                  <a:lnTo>
                    <a:pt x="622" y="811"/>
                  </a:lnTo>
                  <a:lnTo>
                    <a:pt x="640" y="803"/>
                  </a:lnTo>
                  <a:lnTo>
                    <a:pt x="656" y="793"/>
                  </a:lnTo>
                  <a:lnTo>
                    <a:pt x="673" y="782"/>
                  </a:lnTo>
                  <a:lnTo>
                    <a:pt x="688" y="772"/>
                  </a:lnTo>
                  <a:lnTo>
                    <a:pt x="702" y="760"/>
                  </a:lnTo>
                  <a:lnTo>
                    <a:pt x="717" y="747"/>
                  </a:lnTo>
                  <a:lnTo>
                    <a:pt x="807" y="800"/>
                  </a:lnTo>
                  <a:lnTo>
                    <a:pt x="923" y="598"/>
                  </a:lnTo>
                  <a:lnTo>
                    <a:pt x="832" y="546"/>
                  </a:lnTo>
                  <a:lnTo>
                    <a:pt x="832" y="546"/>
                  </a:lnTo>
                  <a:lnTo>
                    <a:pt x="836" y="526"/>
                  </a:lnTo>
                  <a:lnTo>
                    <a:pt x="838" y="506"/>
                  </a:lnTo>
                  <a:lnTo>
                    <a:pt x="839" y="486"/>
                  </a:lnTo>
                  <a:lnTo>
                    <a:pt x="840" y="466"/>
                  </a:lnTo>
                  <a:lnTo>
                    <a:pt x="840" y="4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9" name="Freeform 144"/>
            <p:cNvSpPr>
              <a:spLocks/>
            </p:cNvSpPr>
            <p:nvPr/>
          </p:nvSpPr>
          <p:spPr bwMode="auto">
            <a:xfrm>
              <a:off x="3195638" y="2432050"/>
              <a:ext cx="136525" cy="139700"/>
            </a:xfrm>
            <a:custGeom>
              <a:avLst/>
              <a:gdLst>
                <a:gd name="T0" fmla="*/ 459 w 513"/>
                <a:gd name="T1" fmla="*/ 262 h 524"/>
                <a:gd name="T2" fmla="*/ 459 w 513"/>
                <a:gd name="T3" fmla="*/ 262 h 524"/>
                <a:gd name="T4" fmla="*/ 459 w 513"/>
                <a:gd name="T5" fmla="*/ 250 h 524"/>
                <a:gd name="T6" fmla="*/ 458 w 513"/>
                <a:gd name="T7" fmla="*/ 238 h 524"/>
                <a:gd name="T8" fmla="*/ 454 w 513"/>
                <a:gd name="T9" fmla="*/ 215 h 524"/>
                <a:gd name="T10" fmla="*/ 512 w 513"/>
                <a:gd name="T11" fmla="*/ 181 h 524"/>
                <a:gd name="T12" fmla="*/ 453 w 513"/>
                <a:gd name="T13" fmla="*/ 80 h 524"/>
                <a:gd name="T14" fmla="*/ 398 w 513"/>
                <a:gd name="T15" fmla="*/ 114 h 524"/>
                <a:gd name="T16" fmla="*/ 398 w 513"/>
                <a:gd name="T17" fmla="*/ 114 h 524"/>
                <a:gd name="T18" fmla="*/ 379 w 513"/>
                <a:gd name="T19" fmla="*/ 99 h 524"/>
                <a:gd name="T20" fmla="*/ 361 w 513"/>
                <a:gd name="T21" fmla="*/ 86 h 524"/>
                <a:gd name="T22" fmla="*/ 340 w 513"/>
                <a:gd name="T23" fmla="*/ 75 h 524"/>
                <a:gd name="T24" fmla="*/ 318 w 513"/>
                <a:gd name="T25" fmla="*/ 67 h 524"/>
                <a:gd name="T26" fmla="*/ 318 w 513"/>
                <a:gd name="T27" fmla="*/ 0 h 524"/>
                <a:gd name="T28" fmla="*/ 201 w 513"/>
                <a:gd name="T29" fmla="*/ 0 h 524"/>
                <a:gd name="T30" fmla="*/ 201 w 513"/>
                <a:gd name="T31" fmla="*/ 67 h 524"/>
                <a:gd name="T32" fmla="*/ 201 w 513"/>
                <a:gd name="T33" fmla="*/ 67 h 524"/>
                <a:gd name="T34" fmla="*/ 179 w 513"/>
                <a:gd name="T35" fmla="*/ 75 h 524"/>
                <a:gd name="T36" fmla="*/ 158 w 513"/>
                <a:gd name="T37" fmla="*/ 86 h 524"/>
                <a:gd name="T38" fmla="*/ 147 w 513"/>
                <a:gd name="T39" fmla="*/ 92 h 524"/>
                <a:gd name="T40" fmla="*/ 137 w 513"/>
                <a:gd name="T41" fmla="*/ 99 h 524"/>
                <a:gd name="T42" fmla="*/ 128 w 513"/>
                <a:gd name="T43" fmla="*/ 106 h 524"/>
                <a:gd name="T44" fmla="*/ 118 w 513"/>
                <a:gd name="T45" fmla="*/ 114 h 524"/>
                <a:gd name="T46" fmla="*/ 60 w 513"/>
                <a:gd name="T47" fmla="*/ 80 h 524"/>
                <a:gd name="T48" fmla="*/ 0 w 513"/>
                <a:gd name="T49" fmla="*/ 181 h 524"/>
                <a:gd name="T50" fmla="*/ 58 w 513"/>
                <a:gd name="T51" fmla="*/ 215 h 524"/>
                <a:gd name="T52" fmla="*/ 58 w 513"/>
                <a:gd name="T53" fmla="*/ 215 h 524"/>
                <a:gd name="T54" fmla="*/ 54 w 513"/>
                <a:gd name="T55" fmla="*/ 238 h 524"/>
                <a:gd name="T56" fmla="*/ 53 w 513"/>
                <a:gd name="T57" fmla="*/ 250 h 524"/>
                <a:gd name="T58" fmla="*/ 53 w 513"/>
                <a:gd name="T59" fmla="*/ 262 h 524"/>
                <a:gd name="T60" fmla="*/ 53 w 513"/>
                <a:gd name="T61" fmla="*/ 262 h 524"/>
                <a:gd name="T62" fmla="*/ 53 w 513"/>
                <a:gd name="T63" fmla="*/ 273 h 524"/>
                <a:gd name="T64" fmla="*/ 54 w 513"/>
                <a:gd name="T65" fmla="*/ 286 h 524"/>
                <a:gd name="T66" fmla="*/ 58 w 513"/>
                <a:gd name="T67" fmla="*/ 308 h 524"/>
                <a:gd name="T68" fmla="*/ 0 w 513"/>
                <a:gd name="T69" fmla="*/ 342 h 524"/>
                <a:gd name="T70" fmla="*/ 58 w 513"/>
                <a:gd name="T71" fmla="*/ 443 h 524"/>
                <a:gd name="T72" fmla="*/ 118 w 513"/>
                <a:gd name="T73" fmla="*/ 409 h 524"/>
                <a:gd name="T74" fmla="*/ 118 w 513"/>
                <a:gd name="T75" fmla="*/ 409 h 524"/>
                <a:gd name="T76" fmla="*/ 128 w 513"/>
                <a:gd name="T77" fmla="*/ 417 h 524"/>
                <a:gd name="T78" fmla="*/ 137 w 513"/>
                <a:gd name="T79" fmla="*/ 424 h 524"/>
                <a:gd name="T80" fmla="*/ 147 w 513"/>
                <a:gd name="T81" fmla="*/ 431 h 524"/>
                <a:gd name="T82" fmla="*/ 158 w 513"/>
                <a:gd name="T83" fmla="*/ 438 h 524"/>
                <a:gd name="T84" fmla="*/ 179 w 513"/>
                <a:gd name="T85" fmla="*/ 449 h 524"/>
                <a:gd name="T86" fmla="*/ 201 w 513"/>
                <a:gd name="T87" fmla="*/ 457 h 524"/>
                <a:gd name="T88" fmla="*/ 201 w 513"/>
                <a:gd name="T89" fmla="*/ 524 h 524"/>
                <a:gd name="T90" fmla="*/ 318 w 513"/>
                <a:gd name="T91" fmla="*/ 524 h 524"/>
                <a:gd name="T92" fmla="*/ 318 w 513"/>
                <a:gd name="T93" fmla="*/ 457 h 524"/>
                <a:gd name="T94" fmla="*/ 318 w 513"/>
                <a:gd name="T95" fmla="*/ 457 h 524"/>
                <a:gd name="T96" fmla="*/ 340 w 513"/>
                <a:gd name="T97" fmla="*/ 449 h 524"/>
                <a:gd name="T98" fmla="*/ 361 w 513"/>
                <a:gd name="T99" fmla="*/ 438 h 524"/>
                <a:gd name="T100" fmla="*/ 379 w 513"/>
                <a:gd name="T101" fmla="*/ 424 h 524"/>
                <a:gd name="T102" fmla="*/ 398 w 513"/>
                <a:gd name="T103" fmla="*/ 409 h 524"/>
                <a:gd name="T104" fmla="*/ 454 w 513"/>
                <a:gd name="T105" fmla="*/ 443 h 524"/>
                <a:gd name="T106" fmla="*/ 513 w 513"/>
                <a:gd name="T107" fmla="*/ 342 h 524"/>
                <a:gd name="T108" fmla="*/ 454 w 513"/>
                <a:gd name="T109" fmla="*/ 308 h 524"/>
                <a:gd name="T110" fmla="*/ 454 w 513"/>
                <a:gd name="T111" fmla="*/ 308 h 524"/>
                <a:gd name="T112" fmla="*/ 458 w 513"/>
                <a:gd name="T113" fmla="*/ 286 h 524"/>
                <a:gd name="T114" fmla="*/ 459 w 513"/>
                <a:gd name="T115" fmla="*/ 262 h 524"/>
                <a:gd name="T116" fmla="*/ 459 w 513"/>
                <a:gd name="T117" fmla="*/ 262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3" h="524">
                  <a:moveTo>
                    <a:pt x="459" y="262"/>
                  </a:moveTo>
                  <a:lnTo>
                    <a:pt x="459" y="262"/>
                  </a:lnTo>
                  <a:lnTo>
                    <a:pt x="459" y="250"/>
                  </a:lnTo>
                  <a:lnTo>
                    <a:pt x="458" y="238"/>
                  </a:lnTo>
                  <a:lnTo>
                    <a:pt x="454" y="215"/>
                  </a:lnTo>
                  <a:lnTo>
                    <a:pt x="512" y="181"/>
                  </a:lnTo>
                  <a:lnTo>
                    <a:pt x="453" y="80"/>
                  </a:lnTo>
                  <a:lnTo>
                    <a:pt x="398" y="114"/>
                  </a:lnTo>
                  <a:lnTo>
                    <a:pt x="398" y="114"/>
                  </a:lnTo>
                  <a:lnTo>
                    <a:pt x="379" y="99"/>
                  </a:lnTo>
                  <a:lnTo>
                    <a:pt x="361" y="86"/>
                  </a:lnTo>
                  <a:lnTo>
                    <a:pt x="340" y="75"/>
                  </a:lnTo>
                  <a:lnTo>
                    <a:pt x="318" y="67"/>
                  </a:lnTo>
                  <a:lnTo>
                    <a:pt x="318" y="0"/>
                  </a:lnTo>
                  <a:lnTo>
                    <a:pt x="201" y="0"/>
                  </a:lnTo>
                  <a:lnTo>
                    <a:pt x="201" y="67"/>
                  </a:lnTo>
                  <a:lnTo>
                    <a:pt x="201" y="67"/>
                  </a:lnTo>
                  <a:lnTo>
                    <a:pt x="179" y="75"/>
                  </a:lnTo>
                  <a:lnTo>
                    <a:pt x="158" y="86"/>
                  </a:lnTo>
                  <a:lnTo>
                    <a:pt x="147" y="92"/>
                  </a:lnTo>
                  <a:lnTo>
                    <a:pt x="137" y="99"/>
                  </a:lnTo>
                  <a:lnTo>
                    <a:pt x="128" y="106"/>
                  </a:lnTo>
                  <a:lnTo>
                    <a:pt x="118" y="114"/>
                  </a:lnTo>
                  <a:lnTo>
                    <a:pt x="60" y="80"/>
                  </a:lnTo>
                  <a:lnTo>
                    <a:pt x="0" y="181"/>
                  </a:lnTo>
                  <a:lnTo>
                    <a:pt x="58" y="215"/>
                  </a:lnTo>
                  <a:lnTo>
                    <a:pt x="58" y="215"/>
                  </a:lnTo>
                  <a:lnTo>
                    <a:pt x="54" y="238"/>
                  </a:lnTo>
                  <a:lnTo>
                    <a:pt x="53" y="250"/>
                  </a:lnTo>
                  <a:lnTo>
                    <a:pt x="53" y="262"/>
                  </a:lnTo>
                  <a:lnTo>
                    <a:pt x="53" y="262"/>
                  </a:lnTo>
                  <a:lnTo>
                    <a:pt x="53" y="273"/>
                  </a:lnTo>
                  <a:lnTo>
                    <a:pt x="54" y="286"/>
                  </a:lnTo>
                  <a:lnTo>
                    <a:pt x="58" y="308"/>
                  </a:lnTo>
                  <a:lnTo>
                    <a:pt x="0" y="342"/>
                  </a:lnTo>
                  <a:lnTo>
                    <a:pt x="58" y="443"/>
                  </a:lnTo>
                  <a:lnTo>
                    <a:pt x="118" y="409"/>
                  </a:lnTo>
                  <a:lnTo>
                    <a:pt x="118" y="409"/>
                  </a:lnTo>
                  <a:lnTo>
                    <a:pt x="128" y="417"/>
                  </a:lnTo>
                  <a:lnTo>
                    <a:pt x="137" y="424"/>
                  </a:lnTo>
                  <a:lnTo>
                    <a:pt x="147" y="431"/>
                  </a:lnTo>
                  <a:lnTo>
                    <a:pt x="158" y="438"/>
                  </a:lnTo>
                  <a:lnTo>
                    <a:pt x="179" y="449"/>
                  </a:lnTo>
                  <a:lnTo>
                    <a:pt x="201" y="457"/>
                  </a:lnTo>
                  <a:lnTo>
                    <a:pt x="201" y="524"/>
                  </a:lnTo>
                  <a:lnTo>
                    <a:pt x="318" y="524"/>
                  </a:lnTo>
                  <a:lnTo>
                    <a:pt x="318" y="457"/>
                  </a:lnTo>
                  <a:lnTo>
                    <a:pt x="318" y="457"/>
                  </a:lnTo>
                  <a:lnTo>
                    <a:pt x="340" y="449"/>
                  </a:lnTo>
                  <a:lnTo>
                    <a:pt x="361" y="438"/>
                  </a:lnTo>
                  <a:lnTo>
                    <a:pt x="379" y="424"/>
                  </a:lnTo>
                  <a:lnTo>
                    <a:pt x="398" y="409"/>
                  </a:lnTo>
                  <a:lnTo>
                    <a:pt x="454" y="443"/>
                  </a:lnTo>
                  <a:lnTo>
                    <a:pt x="513" y="342"/>
                  </a:lnTo>
                  <a:lnTo>
                    <a:pt x="454" y="308"/>
                  </a:lnTo>
                  <a:lnTo>
                    <a:pt x="454" y="308"/>
                  </a:lnTo>
                  <a:lnTo>
                    <a:pt x="458" y="286"/>
                  </a:lnTo>
                  <a:lnTo>
                    <a:pt x="459" y="262"/>
                  </a:lnTo>
                  <a:lnTo>
                    <a:pt x="459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50" name="Gruppieren 649"/>
          <p:cNvGrpSpPr/>
          <p:nvPr/>
        </p:nvGrpSpPr>
        <p:grpSpPr>
          <a:xfrm>
            <a:off x="10874786" y="3979263"/>
            <a:ext cx="439341" cy="370692"/>
            <a:chOff x="4303713" y="2513013"/>
            <a:chExt cx="355601" cy="300037"/>
          </a:xfrm>
        </p:grpSpPr>
        <p:sp>
          <p:nvSpPr>
            <p:cNvPr id="651" name="Freeform 148"/>
            <p:cNvSpPr>
              <a:spLocks/>
            </p:cNvSpPr>
            <p:nvPr/>
          </p:nvSpPr>
          <p:spPr bwMode="auto">
            <a:xfrm>
              <a:off x="4303713" y="2613025"/>
              <a:ext cx="177800" cy="200025"/>
            </a:xfrm>
            <a:custGeom>
              <a:avLst/>
              <a:gdLst>
                <a:gd name="T0" fmla="*/ 670 w 670"/>
                <a:gd name="T1" fmla="*/ 292 h 757"/>
                <a:gd name="T2" fmla="*/ 0 w 670"/>
                <a:gd name="T3" fmla="*/ 0 h 757"/>
                <a:gd name="T4" fmla="*/ 0 w 670"/>
                <a:gd name="T5" fmla="*/ 466 h 757"/>
                <a:gd name="T6" fmla="*/ 670 w 670"/>
                <a:gd name="T7" fmla="*/ 757 h 757"/>
                <a:gd name="T8" fmla="*/ 670 w 670"/>
                <a:gd name="T9" fmla="*/ 292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0" h="757">
                  <a:moveTo>
                    <a:pt x="670" y="292"/>
                  </a:moveTo>
                  <a:lnTo>
                    <a:pt x="0" y="0"/>
                  </a:lnTo>
                  <a:lnTo>
                    <a:pt x="0" y="466"/>
                  </a:lnTo>
                  <a:lnTo>
                    <a:pt x="670" y="757"/>
                  </a:lnTo>
                  <a:lnTo>
                    <a:pt x="670" y="2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2" name="Freeform 149"/>
            <p:cNvSpPr>
              <a:spLocks/>
            </p:cNvSpPr>
            <p:nvPr/>
          </p:nvSpPr>
          <p:spPr bwMode="auto">
            <a:xfrm>
              <a:off x="4481513" y="2613025"/>
              <a:ext cx="177800" cy="200025"/>
            </a:xfrm>
            <a:custGeom>
              <a:avLst/>
              <a:gdLst>
                <a:gd name="T0" fmla="*/ 669 w 669"/>
                <a:gd name="T1" fmla="*/ 0 h 757"/>
                <a:gd name="T2" fmla="*/ 0 w 669"/>
                <a:gd name="T3" fmla="*/ 292 h 757"/>
                <a:gd name="T4" fmla="*/ 0 w 669"/>
                <a:gd name="T5" fmla="*/ 757 h 757"/>
                <a:gd name="T6" fmla="*/ 669 w 669"/>
                <a:gd name="T7" fmla="*/ 466 h 757"/>
                <a:gd name="T8" fmla="*/ 669 w 669"/>
                <a:gd name="T9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9" h="757">
                  <a:moveTo>
                    <a:pt x="669" y="0"/>
                  </a:moveTo>
                  <a:lnTo>
                    <a:pt x="0" y="292"/>
                  </a:lnTo>
                  <a:lnTo>
                    <a:pt x="0" y="757"/>
                  </a:lnTo>
                  <a:lnTo>
                    <a:pt x="669" y="466"/>
                  </a:lnTo>
                  <a:lnTo>
                    <a:pt x="66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3" name="Freeform 150"/>
            <p:cNvSpPr>
              <a:spLocks/>
            </p:cNvSpPr>
            <p:nvPr/>
          </p:nvSpPr>
          <p:spPr bwMode="auto">
            <a:xfrm>
              <a:off x="4435476" y="2598738"/>
              <a:ext cx="92075" cy="46038"/>
            </a:xfrm>
            <a:custGeom>
              <a:avLst/>
              <a:gdLst>
                <a:gd name="T0" fmla="*/ 349 w 349"/>
                <a:gd name="T1" fmla="*/ 86 h 174"/>
                <a:gd name="T2" fmla="*/ 346 w 349"/>
                <a:gd name="T3" fmla="*/ 104 h 174"/>
                <a:gd name="T4" fmla="*/ 335 w 349"/>
                <a:gd name="T5" fmla="*/ 120 h 174"/>
                <a:gd name="T6" fmla="*/ 320 w 349"/>
                <a:gd name="T7" fmla="*/ 136 h 174"/>
                <a:gd name="T8" fmla="*/ 298 w 349"/>
                <a:gd name="T9" fmla="*/ 149 h 174"/>
                <a:gd name="T10" fmla="*/ 272 w 349"/>
                <a:gd name="T11" fmla="*/ 159 h 174"/>
                <a:gd name="T12" fmla="*/ 243 w 349"/>
                <a:gd name="T13" fmla="*/ 167 h 174"/>
                <a:gd name="T14" fmla="*/ 210 w 349"/>
                <a:gd name="T15" fmla="*/ 172 h 174"/>
                <a:gd name="T16" fmla="*/ 175 w 349"/>
                <a:gd name="T17" fmla="*/ 174 h 174"/>
                <a:gd name="T18" fmla="*/ 157 w 349"/>
                <a:gd name="T19" fmla="*/ 173 h 174"/>
                <a:gd name="T20" fmla="*/ 123 w 349"/>
                <a:gd name="T21" fmla="*/ 170 h 174"/>
                <a:gd name="T22" fmla="*/ 92 w 349"/>
                <a:gd name="T23" fmla="*/ 164 h 174"/>
                <a:gd name="T24" fmla="*/ 64 w 349"/>
                <a:gd name="T25" fmla="*/ 154 h 174"/>
                <a:gd name="T26" fmla="*/ 40 w 349"/>
                <a:gd name="T27" fmla="*/ 143 h 174"/>
                <a:gd name="T28" fmla="*/ 21 w 349"/>
                <a:gd name="T29" fmla="*/ 129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4 w 349"/>
                <a:gd name="T37" fmla="*/ 69 h 174"/>
                <a:gd name="T38" fmla="*/ 14 w 349"/>
                <a:gd name="T39" fmla="*/ 52 h 174"/>
                <a:gd name="T40" fmla="*/ 30 w 349"/>
                <a:gd name="T41" fmla="*/ 38 h 174"/>
                <a:gd name="T42" fmla="*/ 52 w 349"/>
                <a:gd name="T43" fmla="*/ 26 h 174"/>
                <a:gd name="T44" fmla="*/ 78 w 349"/>
                <a:gd name="T45" fmla="*/ 14 h 174"/>
                <a:gd name="T46" fmla="*/ 107 w 349"/>
                <a:gd name="T47" fmla="*/ 7 h 174"/>
                <a:gd name="T48" fmla="*/ 140 w 349"/>
                <a:gd name="T49" fmla="*/ 1 h 174"/>
                <a:gd name="T50" fmla="*/ 175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20 h 174"/>
                <a:gd name="T60" fmla="*/ 310 w 349"/>
                <a:gd name="T61" fmla="*/ 31 h 174"/>
                <a:gd name="T62" fmla="*/ 328 w 349"/>
                <a:gd name="T63" fmla="*/ 45 h 174"/>
                <a:gd name="T64" fmla="*/ 341 w 349"/>
                <a:gd name="T65" fmla="*/ 61 h 174"/>
                <a:gd name="T66" fmla="*/ 348 w 349"/>
                <a:gd name="T67" fmla="*/ 78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6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9"/>
                  </a:lnTo>
                  <a:lnTo>
                    <a:pt x="320" y="136"/>
                  </a:lnTo>
                  <a:lnTo>
                    <a:pt x="310" y="143"/>
                  </a:lnTo>
                  <a:lnTo>
                    <a:pt x="298" y="149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3" y="167"/>
                  </a:lnTo>
                  <a:lnTo>
                    <a:pt x="226" y="170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5" y="174"/>
                  </a:lnTo>
                  <a:lnTo>
                    <a:pt x="175" y="174"/>
                  </a:lnTo>
                  <a:lnTo>
                    <a:pt x="157" y="173"/>
                  </a:lnTo>
                  <a:lnTo>
                    <a:pt x="140" y="172"/>
                  </a:lnTo>
                  <a:lnTo>
                    <a:pt x="123" y="170"/>
                  </a:lnTo>
                  <a:lnTo>
                    <a:pt x="107" y="167"/>
                  </a:lnTo>
                  <a:lnTo>
                    <a:pt x="92" y="164"/>
                  </a:lnTo>
                  <a:lnTo>
                    <a:pt x="78" y="159"/>
                  </a:lnTo>
                  <a:lnTo>
                    <a:pt x="64" y="154"/>
                  </a:lnTo>
                  <a:lnTo>
                    <a:pt x="52" y="149"/>
                  </a:lnTo>
                  <a:lnTo>
                    <a:pt x="40" y="143"/>
                  </a:lnTo>
                  <a:lnTo>
                    <a:pt x="30" y="136"/>
                  </a:lnTo>
                  <a:lnTo>
                    <a:pt x="21" y="129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4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8"/>
                  </a:lnTo>
                  <a:lnTo>
                    <a:pt x="4" y="69"/>
                  </a:lnTo>
                  <a:lnTo>
                    <a:pt x="8" y="61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30" y="38"/>
                  </a:lnTo>
                  <a:lnTo>
                    <a:pt x="40" y="31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4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3"/>
                  </a:lnTo>
                  <a:lnTo>
                    <a:pt x="140" y="1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1"/>
                  </a:lnTo>
                  <a:lnTo>
                    <a:pt x="320" y="38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1"/>
                  </a:lnTo>
                  <a:lnTo>
                    <a:pt x="346" y="69"/>
                  </a:lnTo>
                  <a:lnTo>
                    <a:pt x="348" y="78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4" name="Freeform 151"/>
            <p:cNvSpPr>
              <a:spLocks/>
            </p:cNvSpPr>
            <p:nvPr/>
          </p:nvSpPr>
          <p:spPr bwMode="auto">
            <a:xfrm>
              <a:off x="4435476" y="2513013"/>
              <a:ext cx="92075" cy="46038"/>
            </a:xfrm>
            <a:custGeom>
              <a:avLst/>
              <a:gdLst>
                <a:gd name="T0" fmla="*/ 349 w 349"/>
                <a:gd name="T1" fmla="*/ 88 h 176"/>
                <a:gd name="T2" fmla="*/ 346 w 349"/>
                <a:gd name="T3" fmla="*/ 105 h 176"/>
                <a:gd name="T4" fmla="*/ 335 w 349"/>
                <a:gd name="T5" fmla="*/ 122 h 176"/>
                <a:gd name="T6" fmla="*/ 320 w 349"/>
                <a:gd name="T7" fmla="*/ 137 h 176"/>
                <a:gd name="T8" fmla="*/ 298 w 349"/>
                <a:gd name="T9" fmla="*/ 150 h 176"/>
                <a:gd name="T10" fmla="*/ 272 w 349"/>
                <a:gd name="T11" fmla="*/ 160 h 176"/>
                <a:gd name="T12" fmla="*/ 243 w 349"/>
                <a:gd name="T13" fmla="*/ 169 h 176"/>
                <a:gd name="T14" fmla="*/ 210 w 349"/>
                <a:gd name="T15" fmla="*/ 173 h 176"/>
                <a:gd name="T16" fmla="*/ 175 w 349"/>
                <a:gd name="T17" fmla="*/ 176 h 176"/>
                <a:gd name="T18" fmla="*/ 157 w 349"/>
                <a:gd name="T19" fmla="*/ 174 h 176"/>
                <a:gd name="T20" fmla="*/ 123 w 349"/>
                <a:gd name="T21" fmla="*/ 171 h 176"/>
                <a:gd name="T22" fmla="*/ 92 w 349"/>
                <a:gd name="T23" fmla="*/ 165 h 176"/>
                <a:gd name="T24" fmla="*/ 64 w 349"/>
                <a:gd name="T25" fmla="*/ 156 h 176"/>
                <a:gd name="T26" fmla="*/ 40 w 349"/>
                <a:gd name="T27" fmla="*/ 143 h 176"/>
                <a:gd name="T28" fmla="*/ 21 w 349"/>
                <a:gd name="T29" fmla="*/ 130 h 176"/>
                <a:gd name="T30" fmla="*/ 8 w 349"/>
                <a:gd name="T31" fmla="*/ 113 h 176"/>
                <a:gd name="T32" fmla="*/ 1 w 349"/>
                <a:gd name="T33" fmla="*/ 97 h 176"/>
                <a:gd name="T34" fmla="*/ 0 w 349"/>
                <a:gd name="T35" fmla="*/ 88 h 176"/>
                <a:gd name="T36" fmla="*/ 4 w 349"/>
                <a:gd name="T37" fmla="*/ 70 h 176"/>
                <a:gd name="T38" fmla="*/ 14 w 349"/>
                <a:gd name="T39" fmla="*/ 54 h 176"/>
                <a:gd name="T40" fmla="*/ 30 w 349"/>
                <a:gd name="T41" fmla="*/ 39 h 176"/>
                <a:gd name="T42" fmla="*/ 52 w 349"/>
                <a:gd name="T43" fmla="*/ 26 h 176"/>
                <a:gd name="T44" fmla="*/ 78 w 349"/>
                <a:gd name="T45" fmla="*/ 15 h 176"/>
                <a:gd name="T46" fmla="*/ 107 w 349"/>
                <a:gd name="T47" fmla="*/ 7 h 176"/>
                <a:gd name="T48" fmla="*/ 140 w 349"/>
                <a:gd name="T49" fmla="*/ 2 h 176"/>
                <a:gd name="T50" fmla="*/ 175 w 349"/>
                <a:gd name="T51" fmla="*/ 0 h 176"/>
                <a:gd name="T52" fmla="*/ 192 w 349"/>
                <a:gd name="T53" fmla="*/ 1 h 176"/>
                <a:gd name="T54" fmla="*/ 226 w 349"/>
                <a:gd name="T55" fmla="*/ 5 h 176"/>
                <a:gd name="T56" fmla="*/ 258 w 349"/>
                <a:gd name="T57" fmla="*/ 10 h 176"/>
                <a:gd name="T58" fmla="*/ 286 w 349"/>
                <a:gd name="T59" fmla="*/ 20 h 176"/>
                <a:gd name="T60" fmla="*/ 310 w 349"/>
                <a:gd name="T61" fmla="*/ 33 h 176"/>
                <a:gd name="T62" fmla="*/ 328 w 349"/>
                <a:gd name="T63" fmla="*/ 46 h 176"/>
                <a:gd name="T64" fmla="*/ 341 w 349"/>
                <a:gd name="T65" fmla="*/ 62 h 176"/>
                <a:gd name="T66" fmla="*/ 348 w 349"/>
                <a:gd name="T67" fmla="*/ 78 h 176"/>
                <a:gd name="T68" fmla="*/ 349 w 349"/>
                <a:gd name="T69" fmla="*/ 8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6">
                  <a:moveTo>
                    <a:pt x="349" y="88"/>
                  </a:moveTo>
                  <a:lnTo>
                    <a:pt x="349" y="88"/>
                  </a:lnTo>
                  <a:lnTo>
                    <a:pt x="348" y="97"/>
                  </a:lnTo>
                  <a:lnTo>
                    <a:pt x="346" y="105"/>
                  </a:lnTo>
                  <a:lnTo>
                    <a:pt x="341" y="113"/>
                  </a:lnTo>
                  <a:lnTo>
                    <a:pt x="335" y="122"/>
                  </a:lnTo>
                  <a:lnTo>
                    <a:pt x="328" y="130"/>
                  </a:lnTo>
                  <a:lnTo>
                    <a:pt x="320" y="137"/>
                  </a:lnTo>
                  <a:lnTo>
                    <a:pt x="310" y="143"/>
                  </a:lnTo>
                  <a:lnTo>
                    <a:pt x="298" y="150"/>
                  </a:lnTo>
                  <a:lnTo>
                    <a:pt x="286" y="156"/>
                  </a:lnTo>
                  <a:lnTo>
                    <a:pt x="272" y="160"/>
                  </a:lnTo>
                  <a:lnTo>
                    <a:pt x="258" y="165"/>
                  </a:lnTo>
                  <a:lnTo>
                    <a:pt x="243" y="169"/>
                  </a:lnTo>
                  <a:lnTo>
                    <a:pt x="226" y="171"/>
                  </a:lnTo>
                  <a:lnTo>
                    <a:pt x="210" y="173"/>
                  </a:lnTo>
                  <a:lnTo>
                    <a:pt x="192" y="174"/>
                  </a:lnTo>
                  <a:lnTo>
                    <a:pt x="175" y="176"/>
                  </a:lnTo>
                  <a:lnTo>
                    <a:pt x="175" y="176"/>
                  </a:lnTo>
                  <a:lnTo>
                    <a:pt x="157" y="174"/>
                  </a:lnTo>
                  <a:lnTo>
                    <a:pt x="140" y="173"/>
                  </a:lnTo>
                  <a:lnTo>
                    <a:pt x="123" y="171"/>
                  </a:lnTo>
                  <a:lnTo>
                    <a:pt x="107" y="169"/>
                  </a:lnTo>
                  <a:lnTo>
                    <a:pt x="92" y="165"/>
                  </a:lnTo>
                  <a:lnTo>
                    <a:pt x="78" y="160"/>
                  </a:lnTo>
                  <a:lnTo>
                    <a:pt x="64" y="156"/>
                  </a:lnTo>
                  <a:lnTo>
                    <a:pt x="52" y="150"/>
                  </a:lnTo>
                  <a:lnTo>
                    <a:pt x="40" y="143"/>
                  </a:lnTo>
                  <a:lnTo>
                    <a:pt x="30" y="137"/>
                  </a:lnTo>
                  <a:lnTo>
                    <a:pt x="21" y="130"/>
                  </a:lnTo>
                  <a:lnTo>
                    <a:pt x="14" y="122"/>
                  </a:lnTo>
                  <a:lnTo>
                    <a:pt x="8" y="113"/>
                  </a:lnTo>
                  <a:lnTo>
                    <a:pt x="4" y="105"/>
                  </a:lnTo>
                  <a:lnTo>
                    <a:pt x="1" y="9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8"/>
                  </a:lnTo>
                  <a:lnTo>
                    <a:pt x="4" y="70"/>
                  </a:lnTo>
                  <a:lnTo>
                    <a:pt x="8" y="62"/>
                  </a:lnTo>
                  <a:lnTo>
                    <a:pt x="14" y="54"/>
                  </a:lnTo>
                  <a:lnTo>
                    <a:pt x="21" y="46"/>
                  </a:lnTo>
                  <a:lnTo>
                    <a:pt x="30" y="39"/>
                  </a:lnTo>
                  <a:lnTo>
                    <a:pt x="40" y="33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5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5"/>
                  </a:lnTo>
                  <a:lnTo>
                    <a:pt x="140" y="2"/>
                  </a:lnTo>
                  <a:lnTo>
                    <a:pt x="157" y="1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2"/>
                  </a:lnTo>
                  <a:lnTo>
                    <a:pt x="226" y="5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5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3"/>
                  </a:lnTo>
                  <a:lnTo>
                    <a:pt x="320" y="39"/>
                  </a:lnTo>
                  <a:lnTo>
                    <a:pt x="328" y="46"/>
                  </a:lnTo>
                  <a:lnTo>
                    <a:pt x="335" y="54"/>
                  </a:lnTo>
                  <a:lnTo>
                    <a:pt x="341" y="62"/>
                  </a:lnTo>
                  <a:lnTo>
                    <a:pt x="346" y="70"/>
                  </a:lnTo>
                  <a:lnTo>
                    <a:pt x="348" y="78"/>
                  </a:lnTo>
                  <a:lnTo>
                    <a:pt x="349" y="88"/>
                  </a:lnTo>
                  <a:lnTo>
                    <a:pt x="349" y="8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5" name="Freeform 152"/>
            <p:cNvSpPr>
              <a:spLocks/>
            </p:cNvSpPr>
            <p:nvPr/>
          </p:nvSpPr>
          <p:spPr bwMode="auto">
            <a:xfrm>
              <a:off x="4543426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19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7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3 w 349"/>
                <a:gd name="T39" fmla="*/ 52 h 174"/>
                <a:gd name="T40" fmla="*/ 29 w 349"/>
                <a:gd name="T41" fmla="*/ 37 h 174"/>
                <a:gd name="T42" fmla="*/ 50 w 349"/>
                <a:gd name="T43" fmla="*/ 24 h 174"/>
                <a:gd name="T44" fmla="*/ 76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19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6" y="159"/>
                  </a:lnTo>
                  <a:lnTo>
                    <a:pt x="63" y="154"/>
                  </a:lnTo>
                  <a:lnTo>
                    <a:pt x="50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3" y="120"/>
                  </a:lnTo>
                  <a:lnTo>
                    <a:pt x="7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7" y="60"/>
                  </a:lnTo>
                  <a:lnTo>
                    <a:pt x="13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0" y="24"/>
                  </a:lnTo>
                  <a:lnTo>
                    <a:pt x="63" y="19"/>
                  </a:lnTo>
                  <a:lnTo>
                    <a:pt x="76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19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6" name="Freeform 153"/>
            <p:cNvSpPr>
              <a:spLocks/>
            </p:cNvSpPr>
            <p:nvPr/>
          </p:nvSpPr>
          <p:spPr bwMode="auto">
            <a:xfrm>
              <a:off x="4335463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20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4 w 349"/>
                <a:gd name="T39" fmla="*/ 52 h 174"/>
                <a:gd name="T40" fmla="*/ 29 w 349"/>
                <a:gd name="T41" fmla="*/ 37 h 174"/>
                <a:gd name="T42" fmla="*/ 51 w 349"/>
                <a:gd name="T43" fmla="*/ 24 h 174"/>
                <a:gd name="T44" fmla="*/ 77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20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7" y="159"/>
                  </a:lnTo>
                  <a:lnTo>
                    <a:pt x="63" y="154"/>
                  </a:lnTo>
                  <a:lnTo>
                    <a:pt x="51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8" y="60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1" y="24"/>
                  </a:lnTo>
                  <a:lnTo>
                    <a:pt x="63" y="19"/>
                  </a:lnTo>
                  <a:lnTo>
                    <a:pt x="77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20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7" name="Line 154"/>
            <p:cNvSpPr>
              <a:spLocks noChangeShapeType="1"/>
            </p:cNvSpPr>
            <p:nvPr/>
          </p:nvSpPr>
          <p:spPr bwMode="auto">
            <a:xfrm flipH="1">
              <a:off x="4303713" y="2595563"/>
              <a:ext cx="39688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8" name="Line 155"/>
            <p:cNvSpPr>
              <a:spLocks noChangeShapeType="1"/>
            </p:cNvSpPr>
            <p:nvPr/>
          </p:nvSpPr>
          <p:spPr bwMode="auto">
            <a:xfrm flipH="1">
              <a:off x="4413251" y="2551113"/>
              <a:ext cx="33338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9" name="Line 156"/>
            <p:cNvSpPr>
              <a:spLocks noChangeShapeType="1"/>
            </p:cNvSpPr>
            <p:nvPr/>
          </p:nvSpPr>
          <p:spPr bwMode="auto">
            <a:xfrm flipH="1" flipV="1">
              <a:off x="4516438" y="2551113"/>
              <a:ext cx="3810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60" name="Line 157"/>
            <p:cNvSpPr>
              <a:spLocks noChangeShapeType="1"/>
            </p:cNvSpPr>
            <p:nvPr/>
          </p:nvSpPr>
          <p:spPr bwMode="auto">
            <a:xfrm flipH="1" flipV="1">
              <a:off x="4622801" y="2598738"/>
              <a:ext cx="36513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1" name="Gruppieren 660"/>
          <p:cNvGrpSpPr/>
          <p:nvPr/>
        </p:nvGrpSpPr>
        <p:grpSpPr>
          <a:xfrm>
            <a:off x="8041457" y="3446165"/>
            <a:ext cx="417615" cy="181572"/>
            <a:chOff x="315802" y="3490138"/>
            <a:chExt cx="7160015" cy="3113050"/>
          </a:xfrm>
        </p:grpSpPr>
        <p:grpSp>
          <p:nvGrpSpPr>
            <p:cNvPr id="662" name="Gruppieren 661"/>
            <p:cNvGrpSpPr/>
            <p:nvPr/>
          </p:nvGrpSpPr>
          <p:grpSpPr>
            <a:xfrm>
              <a:off x="315802" y="3490138"/>
              <a:ext cx="7160015" cy="3113050"/>
              <a:chOff x="596900" y="3714750"/>
              <a:chExt cx="292100" cy="127000"/>
            </a:xfrm>
          </p:grpSpPr>
          <p:sp>
            <p:nvSpPr>
              <p:cNvPr id="666" name="Freeform 265"/>
              <p:cNvSpPr>
                <a:spLocks/>
              </p:cNvSpPr>
              <p:nvPr/>
            </p:nvSpPr>
            <p:spPr bwMode="auto">
              <a:xfrm>
                <a:off x="825500" y="3714750"/>
                <a:ext cx="63500" cy="127000"/>
              </a:xfrm>
              <a:custGeom>
                <a:avLst/>
                <a:gdLst>
                  <a:gd name="T0" fmla="*/ 0 w 40"/>
                  <a:gd name="T1" fmla="*/ 0 h 80"/>
                  <a:gd name="T2" fmla="*/ 40 w 40"/>
                  <a:gd name="T3" fmla="*/ 40 h 80"/>
                  <a:gd name="T4" fmla="*/ 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0" y="0"/>
                    </a:moveTo>
                    <a:lnTo>
                      <a:pt x="40" y="40"/>
                    </a:lnTo>
                    <a:lnTo>
                      <a:pt x="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67" name="Freeform 266"/>
              <p:cNvSpPr>
                <a:spLocks/>
              </p:cNvSpPr>
              <p:nvPr/>
            </p:nvSpPr>
            <p:spPr bwMode="auto">
              <a:xfrm>
                <a:off x="596900" y="3714750"/>
                <a:ext cx="63500" cy="127000"/>
              </a:xfrm>
              <a:custGeom>
                <a:avLst/>
                <a:gdLst>
                  <a:gd name="T0" fmla="*/ 40 w 40"/>
                  <a:gd name="T1" fmla="*/ 0 h 80"/>
                  <a:gd name="T2" fmla="*/ 0 w 40"/>
                  <a:gd name="T3" fmla="*/ 40 h 80"/>
                  <a:gd name="T4" fmla="*/ 4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40" y="0"/>
                    </a:moveTo>
                    <a:lnTo>
                      <a:pt x="0" y="40"/>
                    </a:lnTo>
                    <a:lnTo>
                      <a:pt x="4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663" name="Rechteck 662"/>
            <p:cNvSpPr/>
            <p:nvPr/>
          </p:nvSpPr>
          <p:spPr bwMode="auto">
            <a:xfrm>
              <a:off x="5135660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4" name="Rechteck 663"/>
            <p:cNvSpPr/>
            <p:nvPr/>
          </p:nvSpPr>
          <p:spPr bwMode="auto">
            <a:xfrm>
              <a:off x="3664739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5" name="Rechteck 664"/>
            <p:cNvSpPr/>
            <p:nvPr/>
          </p:nvSpPr>
          <p:spPr bwMode="auto">
            <a:xfrm>
              <a:off x="2294565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668" name="Gruppieren 667"/>
          <p:cNvGrpSpPr/>
          <p:nvPr/>
        </p:nvGrpSpPr>
        <p:grpSpPr>
          <a:xfrm>
            <a:off x="9264443" y="3350695"/>
            <a:ext cx="372512" cy="372512"/>
            <a:chOff x="3777488" y="4809406"/>
            <a:chExt cx="509587" cy="509587"/>
          </a:xfrm>
        </p:grpSpPr>
        <p:sp>
          <p:nvSpPr>
            <p:cNvPr id="669" name="Freeform 191"/>
            <p:cNvSpPr>
              <a:spLocks/>
            </p:cNvSpPr>
            <p:nvPr/>
          </p:nvSpPr>
          <p:spPr bwMode="auto">
            <a:xfrm>
              <a:off x="3777488" y="4976093"/>
              <a:ext cx="168275" cy="177800"/>
            </a:xfrm>
            <a:custGeom>
              <a:avLst/>
              <a:gdLst>
                <a:gd name="T0" fmla="*/ 738 w 738"/>
                <a:gd name="T1" fmla="*/ 216 h 782"/>
                <a:gd name="T2" fmla="*/ 712 w 738"/>
                <a:gd name="T3" fmla="*/ 171 h 782"/>
                <a:gd name="T4" fmla="*/ 679 w 738"/>
                <a:gd name="T5" fmla="*/ 129 h 782"/>
                <a:gd name="T6" fmla="*/ 640 w 738"/>
                <a:gd name="T7" fmla="*/ 92 h 782"/>
                <a:gd name="T8" fmla="*/ 598 w 738"/>
                <a:gd name="T9" fmla="*/ 61 h 782"/>
                <a:gd name="T10" fmla="*/ 551 w 738"/>
                <a:gd name="T11" fmla="*/ 35 h 782"/>
                <a:gd name="T12" fmla="*/ 501 w 738"/>
                <a:gd name="T13" fmla="*/ 17 h 782"/>
                <a:gd name="T14" fmla="*/ 447 w 738"/>
                <a:gd name="T15" fmla="*/ 5 h 782"/>
                <a:gd name="T16" fmla="*/ 390 w 738"/>
                <a:gd name="T17" fmla="*/ 0 h 782"/>
                <a:gd name="T18" fmla="*/ 370 w 738"/>
                <a:gd name="T19" fmla="*/ 1 h 782"/>
                <a:gd name="T20" fmla="*/ 331 w 738"/>
                <a:gd name="T21" fmla="*/ 6 h 782"/>
                <a:gd name="T22" fmla="*/ 292 w 738"/>
                <a:gd name="T23" fmla="*/ 13 h 782"/>
                <a:gd name="T24" fmla="*/ 256 w 738"/>
                <a:gd name="T25" fmla="*/ 24 h 782"/>
                <a:gd name="T26" fmla="*/ 221 w 738"/>
                <a:gd name="T27" fmla="*/ 39 h 782"/>
                <a:gd name="T28" fmla="*/ 188 w 738"/>
                <a:gd name="T29" fmla="*/ 57 h 782"/>
                <a:gd name="T30" fmla="*/ 157 w 738"/>
                <a:gd name="T31" fmla="*/ 78 h 782"/>
                <a:gd name="T32" fmla="*/ 128 w 738"/>
                <a:gd name="T33" fmla="*/ 101 h 782"/>
                <a:gd name="T34" fmla="*/ 101 w 738"/>
                <a:gd name="T35" fmla="*/ 129 h 782"/>
                <a:gd name="T36" fmla="*/ 78 w 738"/>
                <a:gd name="T37" fmla="*/ 158 h 782"/>
                <a:gd name="T38" fmla="*/ 57 w 738"/>
                <a:gd name="T39" fmla="*/ 189 h 782"/>
                <a:gd name="T40" fmla="*/ 38 w 738"/>
                <a:gd name="T41" fmla="*/ 222 h 782"/>
                <a:gd name="T42" fmla="*/ 24 w 738"/>
                <a:gd name="T43" fmla="*/ 257 h 782"/>
                <a:gd name="T44" fmla="*/ 13 w 738"/>
                <a:gd name="T45" fmla="*/ 293 h 782"/>
                <a:gd name="T46" fmla="*/ 5 w 738"/>
                <a:gd name="T47" fmla="*/ 332 h 782"/>
                <a:gd name="T48" fmla="*/ 1 w 738"/>
                <a:gd name="T49" fmla="*/ 372 h 782"/>
                <a:gd name="T50" fmla="*/ 0 w 738"/>
                <a:gd name="T51" fmla="*/ 391 h 782"/>
                <a:gd name="T52" fmla="*/ 2 w 738"/>
                <a:gd name="T53" fmla="*/ 431 h 782"/>
                <a:gd name="T54" fmla="*/ 8 w 738"/>
                <a:gd name="T55" fmla="*/ 470 h 782"/>
                <a:gd name="T56" fmla="*/ 17 w 738"/>
                <a:gd name="T57" fmla="*/ 507 h 782"/>
                <a:gd name="T58" fmla="*/ 30 w 738"/>
                <a:gd name="T59" fmla="*/ 543 h 782"/>
                <a:gd name="T60" fmla="*/ 47 w 738"/>
                <a:gd name="T61" fmla="*/ 578 h 782"/>
                <a:gd name="T62" fmla="*/ 67 w 738"/>
                <a:gd name="T63" fmla="*/ 610 h 782"/>
                <a:gd name="T64" fmla="*/ 89 w 738"/>
                <a:gd name="T65" fmla="*/ 639 h 782"/>
                <a:gd name="T66" fmla="*/ 114 w 738"/>
                <a:gd name="T67" fmla="*/ 667 h 782"/>
                <a:gd name="T68" fmla="*/ 142 w 738"/>
                <a:gd name="T69" fmla="*/ 692 h 782"/>
                <a:gd name="T70" fmla="*/ 172 w 738"/>
                <a:gd name="T71" fmla="*/ 715 h 782"/>
                <a:gd name="T72" fmla="*/ 204 w 738"/>
                <a:gd name="T73" fmla="*/ 734 h 782"/>
                <a:gd name="T74" fmla="*/ 239 w 738"/>
                <a:gd name="T75" fmla="*/ 751 h 782"/>
                <a:gd name="T76" fmla="*/ 274 w 738"/>
                <a:gd name="T77" fmla="*/ 764 h 782"/>
                <a:gd name="T78" fmla="*/ 311 w 738"/>
                <a:gd name="T79" fmla="*/ 774 h 782"/>
                <a:gd name="T80" fmla="*/ 351 w 738"/>
                <a:gd name="T81" fmla="*/ 779 h 782"/>
                <a:gd name="T82" fmla="*/ 390 w 738"/>
                <a:gd name="T83" fmla="*/ 782 h 782"/>
                <a:gd name="T84" fmla="*/ 418 w 738"/>
                <a:gd name="T85" fmla="*/ 780 h 782"/>
                <a:gd name="T86" fmla="*/ 473 w 738"/>
                <a:gd name="T87" fmla="*/ 773 h 782"/>
                <a:gd name="T88" fmla="*/ 526 w 738"/>
                <a:gd name="T89" fmla="*/ 757 h 782"/>
                <a:gd name="T90" fmla="*/ 574 w 738"/>
                <a:gd name="T91" fmla="*/ 735 h 782"/>
                <a:gd name="T92" fmla="*/ 620 w 738"/>
                <a:gd name="T93" fmla="*/ 707 h 782"/>
                <a:gd name="T94" fmla="*/ 660 w 738"/>
                <a:gd name="T95" fmla="*/ 672 h 782"/>
                <a:gd name="T96" fmla="*/ 696 w 738"/>
                <a:gd name="T97" fmla="*/ 633 h 782"/>
                <a:gd name="T98" fmla="*/ 726 w 738"/>
                <a:gd name="T99" fmla="*/ 58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38" h="782">
                  <a:moveTo>
                    <a:pt x="738" y="216"/>
                  </a:moveTo>
                  <a:lnTo>
                    <a:pt x="738" y="216"/>
                  </a:lnTo>
                  <a:lnTo>
                    <a:pt x="726" y="193"/>
                  </a:lnTo>
                  <a:lnTo>
                    <a:pt x="712" y="171"/>
                  </a:lnTo>
                  <a:lnTo>
                    <a:pt x="696" y="149"/>
                  </a:lnTo>
                  <a:lnTo>
                    <a:pt x="679" y="129"/>
                  </a:lnTo>
                  <a:lnTo>
                    <a:pt x="660" y="110"/>
                  </a:lnTo>
                  <a:lnTo>
                    <a:pt x="640" y="92"/>
                  </a:lnTo>
                  <a:lnTo>
                    <a:pt x="620" y="76"/>
                  </a:lnTo>
                  <a:lnTo>
                    <a:pt x="598" y="61"/>
                  </a:lnTo>
                  <a:lnTo>
                    <a:pt x="574" y="47"/>
                  </a:lnTo>
                  <a:lnTo>
                    <a:pt x="551" y="35"/>
                  </a:lnTo>
                  <a:lnTo>
                    <a:pt x="526" y="25"/>
                  </a:lnTo>
                  <a:lnTo>
                    <a:pt x="501" y="17"/>
                  </a:lnTo>
                  <a:lnTo>
                    <a:pt x="473" y="10"/>
                  </a:lnTo>
                  <a:lnTo>
                    <a:pt x="447" y="5"/>
                  </a:lnTo>
                  <a:lnTo>
                    <a:pt x="418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1" y="2"/>
                  </a:lnTo>
                  <a:lnTo>
                    <a:pt x="331" y="6"/>
                  </a:lnTo>
                  <a:lnTo>
                    <a:pt x="311" y="9"/>
                  </a:lnTo>
                  <a:lnTo>
                    <a:pt x="292" y="13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9" y="31"/>
                  </a:lnTo>
                  <a:lnTo>
                    <a:pt x="221" y="39"/>
                  </a:lnTo>
                  <a:lnTo>
                    <a:pt x="204" y="47"/>
                  </a:lnTo>
                  <a:lnTo>
                    <a:pt x="188" y="57"/>
                  </a:lnTo>
                  <a:lnTo>
                    <a:pt x="172" y="67"/>
                  </a:lnTo>
                  <a:lnTo>
                    <a:pt x="157" y="78"/>
                  </a:lnTo>
                  <a:lnTo>
                    <a:pt x="142" y="89"/>
                  </a:lnTo>
                  <a:lnTo>
                    <a:pt x="128" y="101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2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7" y="189"/>
                  </a:lnTo>
                  <a:lnTo>
                    <a:pt x="47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4" y="257"/>
                  </a:lnTo>
                  <a:lnTo>
                    <a:pt x="17" y="275"/>
                  </a:lnTo>
                  <a:lnTo>
                    <a:pt x="13" y="293"/>
                  </a:lnTo>
                  <a:lnTo>
                    <a:pt x="8" y="312"/>
                  </a:lnTo>
                  <a:lnTo>
                    <a:pt x="5" y="332"/>
                  </a:lnTo>
                  <a:lnTo>
                    <a:pt x="2" y="352"/>
                  </a:lnTo>
                  <a:lnTo>
                    <a:pt x="1" y="372"/>
                  </a:lnTo>
                  <a:lnTo>
                    <a:pt x="0" y="391"/>
                  </a:lnTo>
                  <a:lnTo>
                    <a:pt x="0" y="391"/>
                  </a:lnTo>
                  <a:lnTo>
                    <a:pt x="1" y="411"/>
                  </a:lnTo>
                  <a:lnTo>
                    <a:pt x="2" y="431"/>
                  </a:lnTo>
                  <a:lnTo>
                    <a:pt x="5" y="451"/>
                  </a:lnTo>
                  <a:lnTo>
                    <a:pt x="8" y="470"/>
                  </a:lnTo>
                  <a:lnTo>
                    <a:pt x="13" y="488"/>
                  </a:lnTo>
                  <a:lnTo>
                    <a:pt x="17" y="507"/>
                  </a:lnTo>
                  <a:lnTo>
                    <a:pt x="24" y="526"/>
                  </a:lnTo>
                  <a:lnTo>
                    <a:pt x="30" y="543"/>
                  </a:lnTo>
                  <a:lnTo>
                    <a:pt x="38" y="560"/>
                  </a:lnTo>
                  <a:lnTo>
                    <a:pt x="47" y="578"/>
                  </a:lnTo>
                  <a:lnTo>
                    <a:pt x="57" y="593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39"/>
                  </a:lnTo>
                  <a:lnTo>
                    <a:pt x="101" y="654"/>
                  </a:lnTo>
                  <a:lnTo>
                    <a:pt x="114" y="667"/>
                  </a:lnTo>
                  <a:lnTo>
                    <a:pt x="128" y="680"/>
                  </a:lnTo>
                  <a:lnTo>
                    <a:pt x="142" y="692"/>
                  </a:lnTo>
                  <a:lnTo>
                    <a:pt x="157" y="704"/>
                  </a:lnTo>
                  <a:lnTo>
                    <a:pt x="172" y="715"/>
                  </a:lnTo>
                  <a:lnTo>
                    <a:pt x="188" y="725"/>
                  </a:lnTo>
                  <a:lnTo>
                    <a:pt x="204" y="734"/>
                  </a:lnTo>
                  <a:lnTo>
                    <a:pt x="221" y="743"/>
                  </a:lnTo>
                  <a:lnTo>
                    <a:pt x="239" y="751"/>
                  </a:lnTo>
                  <a:lnTo>
                    <a:pt x="256" y="758"/>
                  </a:lnTo>
                  <a:lnTo>
                    <a:pt x="274" y="764"/>
                  </a:lnTo>
                  <a:lnTo>
                    <a:pt x="292" y="769"/>
                  </a:lnTo>
                  <a:lnTo>
                    <a:pt x="311" y="774"/>
                  </a:lnTo>
                  <a:lnTo>
                    <a:pt x="331" y="777"/>
                  </a:lnTo>
                  <a:lnTo>
                    <a:pt x="351" y="779"/>
                  </a:lnTo>
                  <a:lnTo>
                    <a:pt x="370" y="782"/>
                  </a:lnTo>
                  <a:lnTo>
                    <a:pt x="390" y="782"/>
                  </a:lnTo>
                  <a:lnTo>
                    <a:pt x="390" y="782"/>
                  </a:lnTo>
                  <a:lnTo>
                    <a:pt x="418" y="780"/>
                  </a:lnTo>
                  <a:lnTo>
                    <a:pt x="447" y="777"/>
                  </a:lnTo>
                  <a:lnTo>
                    <a:pt x="473" y="773"/>
                  </a:lnTo>
                  <a:lnTo>
                    <a:pt x="501" y="766"/>
                  </a:lnTo>
                  <a:lnTo>
                    <a:pt x="526" y="757"/>
                  </a:lnTo>
                  <a:lnTo>
                    <a:pt x="551" y="747"/>
                  </a:lnTo>
                  <a:lnTo>
                    <a:pt x="574" y="735"/>
                  </a:lnTo>
                  <a:lnTo>
                    <a:pt x="598" y="722"/>
                  </a:lnTo>
                  <a:lnTo>
                    <a:pt x="620" y="707"/>
                  </a:lnTo>
                  <a:lnTo>
                    <a:pt x="640" y="690"/>
                  </a:lnTo>
                  <a:lnTo>
                    <a:pt x="660" y="672"/>
                  </a:lnTo>
                  <a:lnTo>
                    <a:pt x="679" y="654"/>
                  </a:lnTo>
                  <a:lnTo>
                    <a:pt x="696" y="633"/>
                  </a:lnTo>
                  <a:lnTo>
                    <a:pt x="712" y="612"/>
                  </a:lnTo>
                  <a:lnTo>
                    <a:pt x="726" y="589"/>
                  </a:lnTo>
                  <a:lnTo>
                    <a:pt x="738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0" name="Freeform 192"/>
            <p:cNvSpPr>
              <a:spLocks/>
            </p:cNvSpPr>
            <p:nvPr/>
          </p:nvSpPr>
          <p:spPr bwMode="auto">
            <a:xfrm>
              <a:off x="4109275" y="4809406"/>
              <a:ext cx="177800" cy="177800"/>
            </a:xfrm>
            <a:custGeom>
              <a:avLst/>
              <a:gdLst>
                <a:gd name="T0" fmla="*/ 390 w 781"/>
                <a:gd name="T1" fmla="*/ 782 h 782"/>
                <a:gd name="T2" fmla="*/ 431 w 781"/>
                <a:gd name="T3" fmla="*/ 779 h 782"/>
                <a:gd name="T4" fmla="*/ 469 w 781"/>
                <a:gd name="T5" fmla="*/ 774 h 782"/>
                <a:gd name="T6" fmla="*/ 507 w 781"/>
                <a:gd name="T7" fmla="*/ 764 h 782"/>
                <a:gd name="T8" fmla="*/ 542 w 781"/>
                <a:gd name="T9" fmla="*/ 751 h 782"/>
                <a:gd name="T10" fmla="*/ 576 w 781"/>
                <a:gd name="T11" fmla="*/ 734 h 782"/>
                <a:gd name="T12" fmla="*/ 608 w 781"/>
                <a:gd name="T13" fmla="*/ 714 h 782"/>
                <a:gd name="T14" fmla="*/ 639 w 781"/>
                <a:gd name="T15" fmla="*/ 692 h 782"/>
                <a:gd name="T16" fmla="*/ 666 w 781"/>
                <a:gd name="T17" fmla="*/ 667 h 782"/>
                <a:gd name="T18" fmla="*/ 692 w 781"/>
                <a:gd name="T19" fmla="*/ 640 h 782"/>
                <a:gd name="T20" fmla="*/ 714 w 781"/>
                <a:gd name="T21" fmla="*/ 610 h 782"/>
                <a:gd name="T22" fmla="*/ 733 w 781"/>
                <a:gd name="T23" fmla="*/ 577 h 782"/>
                <a:gd name="T24" fmla="*/ 750 w 781"/>
                <a:gd name="T25" fmla="*/ 543 h 782"/>
                <a:gd name="T26" fmla="*/ 763 w 781"/>
                <a:gd name="T27" fmla="*/ 507 h 782"/>
                <a:gd name="T28" fmla="*/ 772 w 781"/>
                <a:gd name="T29" fmla="*/ 470 h 782"/>
                <a:gd name="T30" fmla="*/ 779 w 781"/>
                <a:gd name="T31" fmla="*/ 431 h 782"/>
                <a:gd name="T32" fmla="*/ 781 w 781"/>
                <a:gd name="T33" fmla="*/ 390 h 782"/>
                <a:gd name="T34" fmla="*/ 780 w 781"/>
                <a:gd name="T35" fmla="*/ 371 h 782"/>
                <a:gd name="T36" fmla="*/ 776 w 781"/>
                <a:gd name="T37" fmla="*/ 331 h 782"/>
                <a:gd name="T38" fmla="*/ 768 w 781"/>
                <a:gd name="T39" fmla="*/ 293 h 782"/>
                <a:gd name="T40" fmla="*/ 757 w 781"/>
                <a:gd name="T41" fmla="*/ 257 h 782"/>
                <a:gd name="T42" fmla="*/ 742 w 781"/>
                <a:gd name="T43" fmla="*/ 222 h 782"/>
                <a:gd name="T44" fmla="*/ 724 w 781"/>
                <a:gd name="T45" fmla="*/ 189 h 782"/>
                <a:gd name="T46" fmla="*/ 703 w 781"/>
                <a:gd name="T47" fmla="*/ 157 h 782"/>
                <a:gd name="T48" fmla="*/ 679 w 781"/>
                <a:gd name="T49" fmla="*/ 128 h 782"/>
                <a:gd name="T50" fmla="*/ 653 w 781"/>
                <a:gd name="T51" fmla="*/ 102 h 782"/>
                <a:gd name="T52" fmla="*/ 623 w 781"/>
                <a:gd name="T53" fmla="*/ 78 h 782"/>
                <a:gd name="T54" fmla="*/ 592 w 781"/>
                <a:gd name="T55" fmla="*/ 56 h 782"/>
                <a:gd name="T56" fmla="*/ 559 w 781"/>
                <a:gd name="T57" fmla="*/ 39 h 782"/>
                <a:gd name="T58" fmla="*/ 524 w 781"/>
                <a:gd name="T59" fmla="*/ 24 h 782"/>
                <a:gd name="T60" fmla="*/ 488 w 781"/>
                <a:gd name="T61" fmla="*/ 12 h 782"/>
                <a:gd name="T62" fmla="*/ 449 w 781"/>
                <a:gd name="T63" fmla="*/ 5 h 782"/>
                <a:gd name="T64" fmla="*/ 411 w 781"/>
                <a:gd name="T65" fmla="*/ 1 h 782"/>
                <a:gd name="T66" fmla="*/ 390 w 781"/>
                <a:gd name="T67" fmla="*/ 0 h 782"/>
                <a:gd name="T68" fmla="*/ 350 w 781"/>
                <a:gd name="T69" fmla="*/ 2 h 782"/>
                <a:gd name="T70" fmla="*/ 312 w 781"/>
                <a:gd name="T71" fmla="*/ 8 h 782"/>
                <a:gd name="T72" fmla="*/ 274 w 781"/>
                <a:gd name="T73" fmla="*/ 18 h 782"/>
                <a:gd name="T74" fmla="*/ 238 w 781"/>
                <a:gd name="T75" fmla="*/ 31 h 782"/>
                <a:gd name="T76" fmla="*/ 204 w 781"/>
                <a:gd name="T77" fmla="*/ 48 h 782"/>
                <a:gd name="T78" fmla="*/ 172 w 781"/>
                <a:gd name="T79" fmla="*/ 67 h 782"/>
                <a:gd name="T80" fmla="*/ 142 w 781"/>
                <a:gd name="T81" fmla="*/ 89 h 782"/>
                <a:gd name="T82" fmla="*/ 115 w 781"/>
                <a:gd name="T83" fmla="*/ 115 h 782"/>
                <a:gd name="T84" fmla="*/ 89 w 781"/>
                <a:gd name="T85" fmla="*/ 142 h 782"/>
                <a:gd name="T86" fmla="*/ 67 w 781"/>
                <a:gd name="T87" fmla="*/ 172 h 782"/>
                <a:gd name="T88" fmla="*/ 47 w 781"/>
                <a:gd name="T89" fmla="*/ 205 h 782"/>
                <a:gd name="T90" fmla="*/ 31 w 781"/>
                <a:gd name="T91" fmla="*/ 239 h 782"/>
                <a:gd name="T92" fmla="*/ 18 w 781"/>
                <a:gd name="T93" fmla="*/ 275 h 782"/>
                <a:gd name="T94" fmla="*/ 8 w 781"/>
                <a:gd name="T95" fmla="*/ 312 h 782"/>
                <a:gd name="T96" fmla="*/ 2 w 781"/>
                <a:gd name="T97" fmla="*/ 351 h 782"/>
                <a:gd name="T98" fmla="*/ 0 w 781"/>
                <a:gd name="T99" fmla="*/ 390 h 782"/>
                <a:gd name="T100" fmla="*/ 1 w 781"/>
                <a:gd name="T101" fmla="*/ 415 h 782"/>
                <a:gd name="T102" fmla="*/ 7 w 781"/>
                <a:gd name="T103" fmla="*/ 460 h 782"/>
                <a:gd name="T104" fmla="*/ 17 w 781"/>
                <a:gd name="T105" fmla="*/ 504 h 782"/>
                <a:gd name="T106" fmla="*/ 32 w 781"/>
                <a:gd name="T107" fmla="*/ 546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1" h="782">
                  <a:moveTo>
                    <a:pt x="390" y="782"/>
                  </a:moveTo>
                  <a:lnTo>
                    <a:pt x="390" y="782"/>
                  </a:lnTo>
                  <a:lnTo>
                    <a:pt x="411" y="781"/>
                  </a:lnTo>
                  <a:lnTo>
                    <a:pt x="431" y="779"/>
                  </a:lnTo>
                  <a:lnTo>
                    <a:pt x="449" y="777"/>
                  </a:lnTo>
                  <a:lnTo>
                    <a:pt x="469" y="774"/>
                  </a:lnTo>
                  <a:lnTo>
                    <a:pt x="488" y="770"/>
                  </a:lnTo>
                  <a:lnTo>
                    <a:pt x="507" y="764"/>
                  </a:lnTo>
                  <a:lnTo>
                    <a:pt x="524" y="757"/>
                  </a:lnTo>
                  <a:lnTo>
                    <a:pt x="542" y="751"/>
                  </a:lnTo>
                  <a:lnTo>
                    <a:pt x="559" y="743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2"/>
                  </a:lnTo>
                  <a:lnTo>
                    <a:pt x="653" y="680"/>
                  </a:lnTo>
                  <a:lnTo>
                    <a:pt x="666" y="667"/>
                  </a:lnTo>
                  <a:lnTo>
                    <a:pt x="679" y="654"/>
                  </a:lnTo>
                  <a:lnTo>
                    <a:pt x="692" y="640"/>
                  </a:lnTo>
                  <a:lnTo>
                    <a:pt x="703" y="624"/>
                  </a:lnTo>
                  <a:lnTo>
                    <a:pt x="714" y="610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3"/>
                  </a:lnTo>
                  <a:lnTo>
                    <a:pt x="757" y="525"/>
                  </a:lnTo>
                  <a:lnTo>
                    <a:pt x="763" y="507"/>
                  </a:lnTo>
                  <a:lnTo>
                    <a:pt x="768" y="488"/>
                  </a:lnTo>
                  <a:lnTo>
                    <a:pt x="772" y="470"/>
                  </a:lnTo>
                  <a:lnTo>
                    <a:pt x="776" y="450"/>
                  </a:lnTo>
                  <a:lnTo>
                    <a:pt x="779" y="431"/>
                  </a:lnTo>
                  <a:lnTo>
                    <a:pt x="780" y="411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1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3"/>
                  </a:lnTo>
                  <a:lnTo>
                    <a:pt x="763" y="275"/>
                  </a:lnTo>
                  <a:lnTo>
                    <a:pt x="757" y="257"/>
                  </a:lnTo>
                  <a:lnTo>
                    <a:pt x="750" y="239"/>
                  </a:lnTo>
                  <a:lnTo>
                    <a:pt x="742" y="222"/>
                  </a:lnTo>
                  <a:lnTo>
                    <a:pt x="733" y="205"/>
                  </a:lnTo>
                  <a:lnTo>
                    <a:pt x="724" y="189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2"/>
                  </a:lnTo>
                  <a:lnTo>
                    <a:pt x="639" y="89"/>
                  </a:lnTo>
                  <a:lnTo>
                    <a:pt x="623" y="78"/>
                  </a:lnTo>
                  <a:lnTo>
                    <a:pt x="608" y="67"/>
                  </a:lnTo>
                  <a:lnTo>
                    <a:pt x="592" y="56"/>
                  </a:lnTo>
                  <a:lnTo>
                    <a:pt x="576" y="48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4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5"/>
                  </a:lnTo>
                  <a:lnTo>
                    <a:pt x="431" y="2"/>
                  </a:lnTo>
                  <a:lnTo>
                    <a:pt x="411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0" y="2"/>
                  </a:lnTo>
                  <a:lnTo>
                    <a:pt x="330" y="5"/>
                  </a:lnTo>
                  <a:lnTo>
                    <a:pt x="312" y="8"/>
                  </a:lnTo>
                  <a:lnTo>
                    <a:pt x="293" y="12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8" y="31"/>
                  </a:lnTo>
                  <a:lnTo>
                    <a:pt x="221" y="39"/>
                  </a:lnTo>
                  <a:lnTo>
                    <a:pt x="204" y="48"/>
                  </a:lnTo>
                  <a:lnTo>
                    <a:pt x="188" y="56"/>
                  </a:lnTo>
                  <a:lnTo>
                    <a:pt x="172" y="67"/>
                  </a:lnTo>
                  <a:lnTo>
                    <a:pt x="156" y="78"/>
                  </a:lnTo>
                  <a:lnTo>
                    <a:pt x="142" y="89"/>
                  </a:lnTo>
                  <a:lnTo>
                    <a:pt x="128" y="102"/>
                  </a:lnTo>
                  <a:lnTo>
                    <a:pt x="115" y="115"/>
                  </a:lnTo>
                  <a:lnTo>
                    <a:pt x="101" y="128"/>
                  </a:lnTo>
                  <a:lnTo>
                    <a:pt x="89" y="142"/>
                  </a:lnTo>
                  <a:lnTo>
                    <a:pt x="77" y="157"/>
                  </a:lnTo>
                  <a:lnTo>
                    <a:pt x="67" y="172"/>
                  </a:lnTo>
                  <a:lnTo>
                    <a:pt x="56" y="189"/>
                  </a:lnTo>
                  <a:lnTo>
                    <a:pt x="47" y="205"/>
                  </a:lnTo>
                  <a:lnTo>
                    <a:pt x="39" y="222"/>
                  </a:lnTo>
                  <a:lnTo>
                    <a:pt x="31" y="239"/>
                  </a:lnTo>
                  <a:lnTo>
                    <a:pt x="24" y="257"/>
                  </a:lnTo>
                  <a:lnTo>
                    <a:pt x="18" y="275"/>
                  </a:lnTo>
                  <a:lnTo>
                    <a:pt x="12" y="293"/>
                  </a:lnTo>
                  <a:lnTo>
                    <a:pt x="8" y="312"/>
                  </a:lnTo>
                  <a:lnTo>
                    <a:pt x="4" y="331"/>
                  </a:lnTo>
                  <a:lnTo>
                    <a:pt x="2" y="351"/>
                  </a:lnTo>
                  <a:lnTo>
                    <a:pt x="0" y="371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1" y="415"/>
                  </a:lnTo>
                  <a:lnTo>
                    <a:pt x="3" y="438"/>
                  </a:lnTo>
                  <a:lnTo>
                    <a:pt x="7" y="460"/>
                  </a:lnTo>
                  <a:lnTo>
                    <a:pt x="11" y="482"/>
                  </a:lnTo>
                  <a:lnTo>
                    <a:pt x="17" y="504"/>
                  </a:lnTo>
                  <a:lnTo>
                    <a:pt x="24" y="525"/>
                  </a:lnTo>
                  <a:lnTo>
                    <a:pt x="32" y="546"/>
                  </a:lnTo>
                  <a:lnTo>
                    <a:pt x="42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1" name="Freeform 193"/>
            <p:cNvSpPr>
              <a:spLocks/>
            </p:cNvSpPr>
            <p:nvPr/>
          </p:nvSpPr>
          <p:spPr bwMode="auto">
            <a:xfrm>
              <a:off x="4109275" y="5142781"/>
              <a:ext cx="177800" cy="176212"/>
            </a:xfrm>
            <a:custGeom>
              <a:avLst/>
              <a:gdLst>
                <a:gd name="T0" fmla="*/ 42 w 781"/>
                <a:gd name="T1" fmla="*/ 216 h 780"/>
                <a:gd name="T2" fmla="*/ 21 w 781"/>
                <a:gd name="T3" fmla="*/ 265 h 780"/>
                <a:gd name="T4" fmla="*/ 8 w 781"/>
                <a:gd name="T5" fmla="*/ 314 h 780"/>
                <a:gd name="T6" fmla="*/ 1 w 781"/>
                <a:gd name="T7" fmla="*/ 364 h 780"/>
                <a:gd name="T8" fmla="*/ 0 w 781"/>
                <a:gd name="T9" fmla="*/ 413 h 780"/>
                <a:gd name="T10" fmla="*/ 7 w 781"/>
                <a:gd name="T11" fmla="*/ 462 h 780"/>
                <a:gd name="T12" fmla="*/ 19 w 781"/>
                <a:gd name="T13" fmla="*/ 508 h 780"/>
                <a:gd name="T14" fmla="*/ 35 w 781"/>
                <a:gd name="T15" fmla="*/ 553 h 780"/>
                <a:gd name="T16" fmla="*/ 58 w 781"/>
                <a:gd name="T17" fmla="*/ 595 h 780"/>
                <a:gd name="T18" fmla="*/ 86 w 781"/>
                <a:gd name="T19" fmla="*/ 635 h 780"/>
                <a:gd name="T20" fmla="*/ 118 w 781"/>
                <a:gd name="T21" fmla="*/ 670 h 780"/>
                <a:gd name="T22" fmla="*/ 154 w 781"/>
                <a:gd name="T23" fmla="*/ 702 h 780"/>
                <a:gd name="T24" fmla="*/ 195 w 781"/>
                <a:gd name="T25" fmla="*/ 729 h 780"/>
                <a:gd name="T26" fmla="*/ 239 w 781"/>
                <a:gd name="T27" fmla="*/ 751 h 780"/>
                <a:gd name="T28" fmla="*/ 286 w 781"/>
                <a:gd name="T29" fmla="*/ 767 h 780"/>
                <a:gd name="T30" fmla="*/ 337 w 781"/>
                <a:gd name="T31" fmla="*/ 777 h 780"/>
                <a:gd name="T32" fmla="*/ 390 w 781"/>
                <a:gd name="T33" fmla="*/ 780 h 780"/>
                <a:gd name="T34" fmla="*/ 411 w 781"/>
                <a:gd name="T35" fmla="*/ 780 h 780"/>
                <a:gd name="T36" fmla="*/ 449 w 781"/>
                <a:gd name="T37" fmla="*/ 776 h 780"/>
                <a:gd name="T38" fmla="*/ 488 w 781"/>
                <a:gd name="T39" fmla="*/ 768 h 780"/>
                <a:gd name="T40" fmla="*/ 524 w 781"/>
                <a:gd name="T41" fmla="*/ 757 h 780"/>
                <a:gd name="T42" fmla="*/ 559 w 781"/>
                <a:gd name="T43" fmla="*/ 742 h 780"/>
                <a:gd name="T44" fmla="*/ 592 w 781"/>
                <a:gd name="T45" fmla="*/ 724 h 780"/>
                <a:gd name="T46" fmla="*/ 623 w 781"/>
                <a:gd name="T47" fmla="*/ 703 h 780"/>
                <a:gd name="T48" fmla="*/ 653 w 781"/>
                <a:gd name="T49" fmla="*/ 679 h 780"/>
                <a:gd name="T50" fmla="*/ 679 w 781"/>
                <a:gd name="T51" fmla="*/ 653 h 780"/>
                <a:gd name="T52" fmla="*/ 703 w 781"/>
                <a:gd name="T53" fmla="*/ 624 h 780"/>
                <a:gd name="T54" fmla="*/ 724 w 781"/>
                <a:gd name="T55" fmla="*/ 593 h 780"/>
                <a:gd name="T56" fmla="*/ 742 w 781"/>
                <a:gd name="T57" fmla="*/ 560 h 780"/>
                <a:gd name="T58" fmla="*/ 757 w 781"/>
                <a:gd name="T59" fmla="*/ 525 h 780"/>
                <a:gd name="T60" fmla="*/ 768 w 781"/>
                <a:gd name="T61" fmla="*/ 488 h 780"/>
                <a:gd name="T62" fmla="*/ 776 w 781"/>
                <a:gd name="T63" fmla="*/ 450 h 780"/>
                <a:gd name="T64" fmla="*/ 780 w 781"/>
                <a:gd name="T65" fmla="*/ 410 h 780"/>
                <a:gd name="T66" fmla="*/ 781 w 781"/>
                <a:gd name="T67" fmla="*/ 390 h 780"/>
                <a:gd name="T68" fmla="*/ 779 w 781"/>
                <a:gd name="T69" fmla="*/ 351 h 780"/>
                <a:gd name="T70" fmla="*/ 772 w 781"/>
                <a:gd name="T71" fmla="*/ 312 h 780"/>
                <a:gd name="T72" fmla="*/ 763 w 781"/>
                <a:gd name="T73" fmla="*/ 275 h 780"/>
                <a:gd name="T74" fmla="*/ 750 w 781"/>
                <a:gd name="T75" fmla="*/ 238 h 780"/>
                <a:gd name="T76" fmla="*/ 733 w 781"/>
                <a:gd name="T77" fmla="*/ 204 h 780"/>
                <a:gd name="T78" fmla="*/ 714 w 781"/>
                <a:gd name="T79" fmla="*/ 172 h 780"/>
                <a:gd name="T80" fmla="*/ 692 w 781"/>
                <a:gd name="T81" fmla="*/ 142 h 780"/>
                <a:gd name="T82" fmla="*/ 666 w 781"/>
                <a:gd name="T83" fmla="*/ 115 h 780"/>
                <a:gd name="T84" fmla="*/ 639 w 781"/>
                <a:gd name="T85" fmla="*/ 89 h 780"/>
                <a:gd name="T86" fmla="*/ 608 w 781"/>
                <a:gd name="T87" fmla="*/ 66 h 780"/>
                <a:gd name="T88" fmla="*/ 576 w 781"/>
                <a:gd name="T89" fmla="*/ 47 h 780"/>
                <a:gd name="T90" fmla="*/ 542 w 781"/>
                <a:gd name="T91" fmla="*/ 31 h 780"/>
                <a:gd name="T92" fmla="*/ 507 w 781"/>
                <a:gd name="T93" fmla="*/ 18 h 780"/>
                <a:gd name="T94" fmla="*/ 469 w 781"/>
                <a:gd name="T95" fmla="*/ 8 h 780"/>
                <a:gd name="T96" fmla="*/ 431 w 781"/>
                <a:gd name="T97" fmla="*/ 2 h 780"/>
                <a:gd name="T98" fmla="*/ 390 w 781"/>
                <a:gd name="T99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81" h="780">
                  <a:moveTo>
                    <a:pt x="42" y="216"/>
                  </a:moveTo>
                  <a:lnTo>
                    <a:pt x="42" y="216"/>
                  </a:lnTo>
                  <a:lnTo>
                    <a:pt x="30" y="240"/>
                  </a:lnTo>
                  <a:lnTo>
                    <a:pt x="21" y="265"/>
                  </a:lnTo>
                  <a:lnTo>
                    <a:pt x="13" y="290"/>
                  </a:lnTo>
                  <a:lnTo>
                    <a:pt x="8" y="314"/>
                  </a:lnTo>
                  <a:lnTo>
                    <a:pt x="3" y="340"/>
                  </a:lnTo>
                  <a:lnTo>
                    <a:pt x="1" y="364"/>
                  </a:lnTo>
                  <a:lnTo>
                    <a:pt x="0" y="389"/>
                  </a:lnTo>
                  <a:lnTo>
                    <a:pt x="0" y="413"/>
                  </a:lnTo>
                  <a:lnTo>
                    <a:pt x="3" y="438"/>
                  </a:lnTo>
                  <a:lnTo>
                    <a:pt x="7" y="462"/>
                  </a:lnTo>
                  <a:lnTo>
                    <a:pt x="12" y="485"/>
                  </a:lnTo>
                  <a:lnTo>
                    <a:pt x="19" y="508"/>
                  </a:lnTo>
                  <a:lnTo>
                    <a:pt x="26" y="531"/>
                  </a:lnTo>
                  <a:lnTo>
                    <a:pt x="35" y="553"/>
                  </a:lnTo>
                  <a:lnTo>
                    <a:pt x="46" y="574"/>
                  </a:lnTo>
                  <a:lnTo>
                    <a:pt x="58" y="595"/>
                  </a:lnTo>
                  <a:lnTo>
                    <a:pt x="72" y="615"/>
                  </a:lnTo>
                  <a:lnTo>
                    <a:pt x="86" y="635"/>
                  </a:lnTo>
                  <a:lnTo>
                    <a:pt x="101" y="653"/>
                  </a:lnTo>
                  <a:lnTo>
                    <a:pt x="118" y="670"/>
                  </a:lnTo>
                  <a:lnTo>
                    <a:pt x="135" y="687"/>
                  </a:lnTo>
                  <a:lnTo>
                    <a:pt x="154" y="702"/>
                  </a:lnTo>
                  <a:lnTo>
                    <a:pt x="174" y="715"/>
                  </a:lnTo>
                  <a:lnTo>
                    <a:pt x="195" y="729"/>
                  </a:lnTo>
                  <a:lnTo>
                    <a:pt x="217" y="741"/>
                  </a:lnTo>
                  <a:lnTo>
                    <a:pt x="239" y="751"/>
                  </a:lnTo>
                  <a:lnTo>
                    <a:pt x="262" y="760"/>
                  </a:lnTo>
                  <a:lnTo>
                    <a:pt x="286" y="767"/>
                  </a:lnTo>
                  <a:lnTo>
                    <a:pt x="312" y="773"/>
                  </a:lnTo>
                  <a:lnTo>
                    <a:pt x="337" y="777"/>
                  </a:lnTo>
                  <a:lnTo>
                    <a:pt x="363" y="780"/>
                  </a:lnTo>
                  <a:lnTo>
                    <a:pt x="390" y="780"/>
                  </a:lnTo>
                  <a:lnTo>
                    <a:pt x="390" y="780"/>
                  </a:lnTo>
                  <a:lnTo>
                    <a:pt x="411" y="780"/>
                  </a:lnTo>
                  <a:lnTo>
                    <a:pt x="431" y="778"/>
                  </a:lnTo>
                  <a:lnTo>
                    <a:pt x="449" y="776"/>
                  </a:lnTo>
                  <a:lnTo>
                    <a:pt x="469" y="773"/>
                  </a:lnTo>
                  <a:lnTo>
                    <a:pt x="488" y="768"/>
                  </a:lnTo>
                  <a:lnTo>
                    <a:pt x="507" y="763"/>
                  </a:lnTo>
                  <a:lnTo>
                    <a:pt x="524" y="757"/>
                  </a:lnTo>
                  <a:lnTo>
                    <a:pt x="542" y="750"/>
                  </a:lnTo>
                  <a:lnTo>
                    <a:pt x="559" y="742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1"/>
                  </a:lnTo>
                  <a:lnTo>
                    <a:pt x="653" y="679"/>
                  </a:lnTo>
                  <a:lnTo>
                    <a:pt x="666" y="667"/>
                  </a:lnTo>
                  <a:lnTo>
                    <a:pt x="679" y="653"/>
                  </a:lnTo>
                  <a:lnTo>
                    <a:pt x="692" y="638"/>
                  </a:lnTo>
                  <a:lnTo>
                    <a:pt x="703" y="624"/>
                  </a:lnTo>
                  <a:lnTo>
                    <a:pt x="714" y="609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2"/>
                  </a:lnTo>
                  <a:lnTo>
                    <a:pt x="757" y="525"/>
                  </a:lnTo>
                  <a:lnTo>
                    <a:pt x="763" y="506"/>
                  </a:lnTo>
                  <a:lnTo>
                    <a:pt x="768" y="488"/>
                  </a:lnTo>
                  <a:lnTo>
                    <a:pt x="772" y="469"/>
                  </a:lnTo>
                  <a:lnTo>
                    <a:pt x="776" y="450"/>
                  </a:lnTo>
                  <a:lnTo>
                    <a:pt x="779" y="430"/>
                  </a:lnTo>
                  <a:lnTo>
                    <a:pt x="780" y="410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0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2"/>
                  </a:lnTo>
                  <a:lnTo>
                    <a:pt x="763" y="275"/>
                  </a:lnTo>
                  <a:lnTo>
                    <a:pt x="757" y="256"/>
                  </a:lnTo>
                  <a:lnTo>
                    <a:pt x="750" y="238"/>
                  </a:lnTo>
                  <a:lnTo>
                    <a:pt x="742" y="221"/>
                  </a:lnTo>
                  <a:lnTo>
                    <a:pt x="733" y="204"/>
                  </a:lnTo>
                  <a:lnTo>
                    <a:pt x="724" y="187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1"/>
                  </a:lnTo>
                  <a:lnTo>
                    <a:pt x="639" y="89"/>
                  </a:lnTo>
                  <a:lnTo>
                    <a:pt x="623" y="77"/>
                  </a:lnTo>
                  <a:lnTo>
                    <a:pt x="608" y="66"/>
                  </a:lnTo>
                  <a:lnTo>
                    <a:pt x="592" y="56"/>
                  </a:lnTo>
                  <a:lnTo>
                    <a:pt x="576" y="47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3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4"/>
                  </a:lnTo>
                  <a:lnTo>
                    <a:pt x="431" y="2"/>
                  </a:lnTo>
                  <a:lnTo>
                    <a:pt x="411" y="0"/>
                  </a:lnTo>
                  <a:lnTo>
                    <a:pt x="39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2" name="Freeform 194"/>
            <p:cNvSpPr>
              <a:spLocks/>
            </p:cNvSpPr>
            <p:nvPr/>
          </p:nvSpPr>
          <p:spPr bwMode="auto">
            <a:xfrm>
              <a:off x="3945763" y="4937993"/>
              <a:ext cx="252412" cy="252412"/>
            </a:xfrm>
            <a:custGeom>
              <a:avLst/>
              <a:gdLst>
                <a:gd name="T0" fmla="*/ 1115 w 1115"/>
                <a:gd name="T1" fmla="*/ 216 h 1115"/>
                <a:gd name="T2" fmla="*/ 1115 w 1115"/>
                <a:gd name="T3" fmla="*/ 216 h 1115"/>
                <a:gd name="T4" fmla="*/ 1087 w 1115"/>
                <a:gd name="T5" fmla="*/ 215 h 1115"/>
                <a:gd name="T6" fmla="*/ 1059 w 1115"/>
                <a:gd name="T7" fmla="*/ 211 h 1115"/>
                <a:gd name="T8" fmla="*/ 1032 w 1115"/>
                <a:gd name="T9" fmla="*/ 207 h 1115"/>
                <a:gd name="T10" fmla="*/ 1005 w 1115"/>
                <a:gd name="T11" fmla="*/ 199 h 1115"/>
                <a:gd name="T12" fmla="*/ 979 w 1115"/>
                <a:gd name="T13" fmla="*/ 191 h 1115"/>
                <a:gd name="T14" fmla="*/ 954 w 1115"/>
                <a:gd name="T15" fmla="*/ 180 h 1115"/>
                <a:gd name="T16" fmla="*/ 931 w 1115"/>
                <a:gd name="T17" fmla="*/ 169 h 1115"/>
                <a:gd name="T18" fmla="*/ 908 w 1115"/>
                <a:gd name="T19" fmla="*/ 155 h 1115"/>
                <a:gd name="T20" fmla="*/ 886 w 1115"/>
                <a:gd name="T21" fmla="*/ 141 h 1115"/>
                <a:gd name="T22" fmla="*/ 865 w 1115"/>
                <a:gd name="T23" fmla="*/ 124 h 1115"/>
                <a:gd name="T24" fmla="*/ 845 w 1115"/>
                <a:gd name="T25" fmla="*/ 107 h 1115"/>
                <a:gd name="T26" fmla="*/ 826 w 1115"/>
                <a:gd name="T27" fmla="*/ 87 h 1115"/>
                <a:gd name="T28" fmla="*/ 810 w 1115"/>
                <a:gd name="T29" fmla="*/ 67 h 1115"/>
                <a:gd name="T30" fmla="*/ 793 w 1115"/>
                <a:gd name="T31" fmla="*/ 45 h 1115"/>
                <a:gd name="T32" fmla="*/ 779 w 1115"/>
                <a:gd name="T33" fmla="*/ 23 h 1115"/>
                <a:gd name="T34" fmla="*/ 767 w 1115"/>
                <a:gd name="T35" fmla="*/ 0 h 1115"/>
                <a:gd name="T36" fmla="*/ 0 w 1115"/>
                <a:gd name="T37" fmla="*/ 382 h 1115"/>
                <a:gd name="T38" fmla="*/ 0 w 1115"/>
                <a:gd name="T39" fmla="*/ 382 h 1115"/>
                <a:gd name="T40" fmla="*/ 10 w 1115"/>
                <a:gd name="T41" fmla="*/ 403 h 1115"/>
                <a:gd name="T42" fmla="*/ 18 w 1115"/>
                <a:gd name="T43" fmla="*/ 423 h 1115"/>
                <a:gd name="T44" fmla="*/ 26 w 1115"/>
                <a:gd name="T45" fmla="*/ 444 h 1115"/>
                <a:gd name="T46" fmla="*/ 31 w 1115"/>
                <a:gd name="T47" fmla="*/ 466 h 1115"/>
                <a:gd name="T48" fmla="*/ 36 w 1115"/>
                <a:gd name="T49" fmla="*/ 488 h 1115"/>
                <a:gd name="T50" fmla="*/ 39 w 1115"/>
                <a:gd name="T51" fmla="*/ 511 h 1115"/>
                <a:gd name="T52" fmla="*/ 41 w 1115"/>
                <a:gd name="T53" fmla="*/ 534 h 1115"/>
                <a:gd name="T54" fmla="*/ 42 w 1115"/>
                <a:gd name="T55" fmla="*/ 557 h 1115"/>
                <a:gd name="T56" fmla="*/ 42 w 1115"/>
                <a:gd name="T57" fmla="*/ 557 h 1115"/>
                <a:gd name="T58" fmla="*/ 41 w 1115"/>
                <a:gd name="T59" fmla="*/ 581 h 1115"/>
                <a:gd name="T60" fmla="*/ 39 w 1115"/>
                <a:gd name="T61" fmla="*/ 604 h 1115"/>
                <a:gd name="T62" fmla="*/ 36 w 1115"/>
                <a:gd name="T63" fmla="*/ 626 h 1115"/>
                <a:gd name="T64" fmla="*/ 31 w 1115"/>
                <a:gd name="T65" fmla="*/ 648 h 1115"/>
                <a:gd name="T66" fmla="*/ 26 w 1115"/>
                <a:gd name="T67" fmla="*/ 670 h 1115"/>
                <a:gd name="T68" fmla="*/ 18 w 1115"/>
                <a:gd name="T69" fmla="*/ 691 h 1115"/>
                <a:gd name="T70" fmla="*/ 10 w 1115"/>
                <a:gd name="T71" fmla="*/ 712 h 1115"/>
                <a:gd name="T72" fmla="*/ 0 w 1115"/>
                <a:gd name="T73" fmla="*/ 732 h 1115"/>
                <a:gd name="T74" fmla="*/ 767 w 1115"/>
                <a:gd name="T75" fmla="*/ 1115 h 1115"/>
                <a:gd name="T76" fmla="*/ 767 w 1115"/>
                <a:gd name="T77" fmla="*/ 1115 h 1115"/>
                <a:gd name="T78" fmla="*/ 779 w 1115"/>
                <a:gd name="T79" fmla="*/ 1091 h 1115"/>
                <a:gd name="T80" fmla="*/ 793 w 1115"/>
                <a:gd name="T81" fmla="*/ 1069 h 1115"/>
                <a:gd name="T82" fmla="*/ 810 w 1115"/>
                <a:gd name="T83" fmla="*/ 1048 h 1115"/>
                <a:gd name="T84" fmla="*/ 826 w 1115"/>
                <a:gd name="T85" fmla="*/ 1027 h 1115"/>
                <a:gd name="T86" fmla="*/ 845 w 1115"/>
                <a:gd name="T87" fmla="*/ 1008 h 1115"/>
                <a:gd name="T88" fmla="*/ 865 w 1115"/>
                <a:gd name="T89" fmla="*/ 991 h 1115"/>
                <a:gd name="T90" fmla="*/ 886 w 1115"/>
                <a:gd name="T91" fmla="*/ 974 h 1115"/>
                <a:gd name="T92" fmla="*/ 908 w 1115"/>
                <a:gd name="T93" fmla="*/ 959 h 1115"/>
                <a:gd name="T94" fmla="*/ 931 w 1115"/>
                <a:gd name="T95" fmla="*/ 945 h 1115"/>
                <a:gd name="T96" fmla="*/ 954 w 1115"/>
                <a:gd name="T97" fmla="*/ 933 h 1115"/>
                <a:gd name="T98" fmla="*/ 979 w 1115"/>
                <a:gd name="T99" fmla="*/ 923 h 1115"/>
                <a:gd name="T100" fmla="*/ 1005 w 1115"/>
                <a:gd name="T101" fmla="*/ 915 h 1115"/>
                <a:gd name="T102" fmla="*/ 1032 w 1115"/>
                <a:gd name="T103" fmla="*/ 908 h 1115"/>
                <a:gd name="T104" fmla="*/ 1059 w 1115"/>
                <a:gd name="T105" fmla="*/ 902 h 1115"/>
                <a:gd name="T106" fmla="*/ 1087 w 1115"/>
                <a:gd name="T107" fmla="*/ 900 h 1115"/>
                <a:gd name="T108" fmla="*/ 1115 w 1115"/>
                <a:gd name="T109" fmla="*/ 899 h 1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5" h="1115">
                  <a:moveTo>
                    <a:pt x="1115" y="216"/>
                  </a:moveTo>
                  <a:lnTo>
                    <a:pt x="1115" y="216"/>
                  </a:lnTo>
                  <a:lnTo>
                    <a:pt x="1087" y="215"/>
                  </a:lnTo>
                  <a:lnTo>
                    <a:pt x="1059" y="211"/>
                  </a:lnTo>
                  <a:lnTo>
                    <a:pt x="1032" y="207"/>
                  </a:lnTo>
                  <a:lnTo>
                    <a:pt x="1005" y="199"/>
                  </a:lnTo>
                  <a:lnTo>
                    <a:pt x="979" y="191"/>
                  </a:lnTo>
                  <a:lnTo>
                    <a:pt x="954" y="180"/>
                  </a:lnTo>
                  <a:lnTo>
                    <a:pt x="931" y="169"/>
                  </a:lnTo>
                  <a:lnTo>
                    <a:pt x="908" y="155"/>
                  </a:lnTo>
                  <a:lnTo>
                    <a:pt x="886" y="141"/>
                  </a:lnTo>
                  <a:lnTo>
                    <a:pt x="865" y="124"/>
                  </a:lnTo>
                  <a:lnTo>
                    <a:pt x="845" y="107"/>
                  </a:lnTo>
                  <a:lnTo>
                    <a:pt x="826" y="87"/>
                  </a:lnTo>
                  <a:lnTo>
                    <a:pt x="810" y="67"/>
                  </a:lnTo>
                  <a:lnTo>
                    <a:pt x="793" y="45"/>
                  </a:lnTo>
                  <a:lnTo>
                    <a:pt x="779" y="23"/>
                  </a:lnTo>
                  <a:lnTo>
                    <a:pt x="767" y="0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10" y="403"/>
                  </a:lnTo>
                  <a:lnTo>
                    <a:pt x="18" y="423"/>
                  </a:lnTo>
                  <a:lnTo>
                    <a:pt x="26" y="444"/>
                  </a:lnTo>
                  <a:lnTo>
                    <a:pt x="31" y="466"/>
                  </a:lnTo>
                  <a:lnTo>
                    <a:pt x="36" y="488"/>
                  </a:lnTo>
                  <a:lnTo>
                    <a:pt x="39" y="511"/>
                  </a:lnTo>
                  <a:lnTo>
                    <a:pt x="41" y="534"/>
                  </a:lnTo>
                  <a:lnTo>
                    <a:pt x="42" y="557"/>
                  </a:lnTo>
                  <a:lnTo>
                    <a:pt x="42" y="557"/>
                  </a:lnTo>
                  <a:lnTo>
                    <a:pt x="41" y="581"/>
                  </a:lnTo>
                  <a:lnTo>
                    <a:pt x="39" y="604"/>
                  </a:lnTo>
                  <a:lnTo>
                    <a:pt x="36" y="626"/>
                  </a:lnTo>
                  <a:lnTo>
                    <a:pt x="31" y="648"/>
                  </a:lnTo>
                  <a:lnTo>
                    <a:pt x="26" y="670"/>
                  </a:lnTo>
                  <a:lnTo>
                    <a:pt x="18" y="691"/>
                  </a:lnTo>
                  <a:lnTo>
                    <a:pt x="10" y="712"/>
                  </a:lnTo>
                  <a:lnTo>
                    <a:pt x="0" y="732"/>
                  </a:lnTo>
                  <a:lnTo>
                    <a:pt x="767" y="1115"/>
                  </a:lnTo>
                  <a:lnTo>
                    <a:pt x="767" y="1115"/>
                  </a:lnTo>
                  <a:lnTo>
                    <a:pt x="779" y="1091"/>
                  </a:lnTo>
                  <a:lnTo>
                    <a:pt x="793" y="1069"/>
                  </a:lnTo>
                  <a:lnTo>
                    <a:pt x="810" y="1048"/>
                  </a:lnTo>
                  <a:lnTo>
                    <a:pt x="826" y="1027"/>
                  </a:lnTo>
                  <a:lnTo>
                    <a:pt x="845" y="1008"/>
                  </a:lnTo>
                  <a:lnTo>
                    <a:pt x="865" y="991"/>
                  </a:lnTo>
                  <a:lnTo>
                    <a:pt x="886" y="974"/>
                  </a:lnTo>
                  <a:lnTo>
                    <a:pt x="908" y="959"/>
                  </a:lnTo>
                  <a:lnTo>
                    <a:pt x="931" y="945"/>
                  </a:lnTo>
                  <a:lnTo>
                    <a:pt x="954" y="933"/>
                  </a:lnTo>
                  <a:lnTo>
                    <a:pt x="979" y="923"/>
                  </a:lnTo>
                  <a:lnTo>
                    <a:pt x="1005" y="915"/>
                  </a:lnTo>
                  <a:lnTo>
                    <a:pt x="1032" y="908"/>
                  </a:lnTo>
                  <a:lnTo>
                    <a:pt x="1059" y="902"/>
                  </a:lnTo>
                  <a:lnTo>
                    <a:pt x="1087" y="900"/>
                  </a:lnTo>
                  <a:lnTo>
                    <a:pt x="1115" y="89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73" name="Gruppieren 672"/>
          <p:cNvGrpSpPr/>
          <p:nvPr/>
        </p:nvGrpSpPr>
        <p:grpSpPr>
          <a:xfrm>
            <a:off x="8624337" y="3369056"/>
            <a:ext cx="474841" cy="335791"/>
            <a:chOff x="2863088" y="4918943"/>
            <a:chExt cx="509587" cy="360362"/>
          </a:xfrm>
        </p:grpSpPr>
        <p:sp>
          <p:nvSpPr>
            <p:cNvPr id="674" name="Freeform 208"/>
            <p:cNvSpPr>
              <a:spLocks/>
            </p:cNvSpPr>
            <p:nvPr/>
          </p:nvSpPr>
          <p:spPr bwMode="auto">
            <a:xfrm>
              <a:off x="3298063" y="4918943"/>
              <a:ext cx="74612" cy="360362"/>
            </a:xfrm>
            <a:custGeom>
              <a:avLst/>
              <a:gdLst>
                <a:gd name="T0" fmla="*/ 0 w 328"/>
                <a:gd name="T1" fmla="*/ 0 h 1588"/>
                <a:gd name="T2" fmla="*/ 0 w 328"/>
                <a:gd name="T3" fmla="*/ 0 h 1588"/>
                <a:gd name="T4" fmla="*/ 38 w 328"/>
                <a:gd name="T5" fmla="*/ 39 h 1588"/>
                <a:gd name="T6" fmla="*/ 73 w 328"/>
                <a:gd name="T7" fmla="*/ 80 h 1588"/>
                <a:gd name="T8" fmla="*/ 106 w 328"/>
                <a:gd name="T9" fmla="*/ 122 h 1588"/>
                <a:gd name="T10" fmla="*/ 137 w 328"/>
                <a:gd name="T11" fmla="*/ 166 h 1588"/>
                <a:gd name="T12" fmla="*/ 166 w 328"/>
                <a:gd name="T13" fmla="*/ 212 h 1588"/>
                <a:gd name="T14" fmla="*/ 193 w 328"/>
                <a:gd name="T15" fmla="*/ 259 h 1588"/>
                <a:gd name="T16" fmla="*/ 206 w 328"/>
                <a:gd name="T17" fmla="*/ 283 h 1588"/>
                <a:gd name="T18" fmla="*/ 218 w 328"/>
                <a:gd name="T19" fmla="*/ 307 h 1588"/>
                <a:gd name="T20" fmla="*/ 229 w 328"/>
                <a:gd name="T21" fmla="*/ 333 h 1588"/>
                <a:gd name="T22" fmla="*/ 240 w 328"/>
                <a:gd name="T23" fmla="*/ 357 h 1588"/>
                <a:gd name="T24" fmla="*/ 250 w 328"/>
                <a:gd name="T25" fmla="*/ 382 h 1588"/>
                <a:gd name="T26" fmla="*/ 260 w 328"/>
                <a:gd name="T27" fmla="*/ 409 h 1588"/>
                <a:gd name="T28" fmla="*/ 270 w 328"/>
                <a:gd name="T29" fmla="*/ 434 h 1588"/>
                <a:gd name="T30" fmla="*/ 278 w 328"/>
                <a:gd name="T31" fmla="*/ 460 h 1588"/>
                <a:gd name="T32" fmla="*/ 285 w 328"/>
                <a:gd name="T33" fmla="*/ 487 h 1588"/>
                <a:gd name="T34" fmla="*/ 293 w 328"/>
                <a:gd name="T35" fmla="*/ 513 h 1588"/>
                <a:gd name="T36" fmla="*/ 300 w 328"/>
                <a:gd name="T37" fmla="*/ 541 h 1588"/>
                <a:gd name="T38" fmla="*/ 305 w 328"/>
                <a:gd name="T39" fmla="*/ 567 h 1588"/>
                <a:gd name="T40" fmla="*/ 311 w 328"/>
                <a:gd name="T41" fmla="*/ 595 h 1588"/>
                <a:gd name="T42" fmla="*/ 315 w 328"/>
                <a:gd name="T43" fmla="*/ 624 h 1588"/>
                <a:gd name="T44" fmla="*/ 320 w 328"/>
                <a:gd name="T45" fmla="*/ 651 h 1588"/>
                <a:gd name="T46" fmla="*/ 323 w 328"/>
                <a:gd name="T47" fmla="*/ 680 h 1588"/>
                <a:gd name="T48" fmla="*/ 325 w 328"/>
                <a:gd name="T49" fmla="*/ 707 h 1588"/>
                <a:gd name="T50" fmla="*/ 327 w 328"/>
                <a:gd name="T51" fmla="*/ 736 h 1588"/>
                <a:gd name="T52" fmla="*/ 328 w 328"/>
                <a:gd name="T53" fmla="*/ 765 h 1588"/>
                <a:gd name="T54" fmla="*/ 328 w 328"/>
                <a:gd name="T55" fmla="*/ 794 h 1588"/>
                <a:gd name="T56" fmla="*/ 328 w 328"/>
                <a:gd name="T57" fmla="*/ 794 h 1588"/>
                <a:gd name="T58" fmla="*/ 328 w 328"/>
                <a:gd name="T59" fmla="*/ 823 h 1588"/>
                <a:gd name="T60" fmla="*/ 327 w 328"/>
                <a:gd name="T61" fmla="*/ 852 h 1588"/>
                <a:gd name="T62" fmla="*/ 325 w 328"/>
                <a:gd name="T63" fmla="*/ 880 h 1588"/>
                <a:gd name="T64" fmla="*/ 323 w 328"/>
                <a:gd name="T65" fmla="*/ 909 h 1588"/>
                <a:gd name="T66" fmla="*/ 320 w 328"/>
                <a:gd name="T67" fmla="*/ 937 h 1588"/>
                <a:gd name="T68" fmla="*/ 315 w 328"/>
                <a:gd name="T69" fmla="*/ 965 h 1588"/>
                <a:gd name="T70" fmla="*/ 311 w 328"/>
                <a:gd name="T71" fmla="*/ 993 h 1588"/>
                <a:gd name="T72" fmla="*/ 305 w 328"/>
                <a:gd name="T73" fmla="*/ 1020 h 1588"/>
                <a:gd name="T74" fmla="*/ 300 w 328"/>
                <a:gd name="T75" fmla="*/ 1048 h 1588"/>
                <a:gd name="T76" fmla="*/ 293 w 328"/>
                <a:gd name="T77" fmla="*/ 1074 h 1588"/>
                <a:gd name="T78" fmla="*/ 285 w 328"/>
                <a:gd name="T79" fmla="*/ 1102 h 1588"/>
                <a:gd name="T80" fmla="*/ 278 w 328"/>
                <a:gd name="T81" fmla="*/ 1128 h 1588"/>
                <a:gd name="T82" fmla="*/ 270 w 328"/>
                <a:gd name="T83" fmla="*/ 1154 h 1588"/>
                <a:gd name="T84" fmla="*/ 260 w 328"/>
                <a:gd name="T85" fmla="*/ 1180 h 1588"/>
                <a:gd name="T86" fmla="*/ 250 w 328"/>
                <a:gd name="T87" fmla="*/ 1206 h 1588"/>
                <a:gd name="T88" fmla="*/ 240 w 328"/>
                <a:gd name="T89" fmla="*/ 1231 h 1588"/>
                <a:gd name="T90" fmla="*/ 229 w 328"/>
                <a:gd name="T91" fmla="*/ 1256 h 1588"/>
                <a:gd name="T92" fmla="*/ 218 w 328"/>
                <a:gd name="T93" fmla="*/ 1280 h 1588"/>
                <a:gd name="T94" fmla="*/ 206 w 328"/>
                <a:gd name="T95" fmla="*/ 1305 h 1588"/>
                <a:gd name="T96" fmla="*/ 193 w 328"/>
                <a:gd name="T97" fmla="*/ 1329 h 1588"/>
                <a:gd name="T98" fmla="*/ 166 w 328"/>
                <a:gd name="T99" fmla="*/ 1376 h 1588"/>
                <a:gd name="T100" fmla="*/ 137 w 328"/>
                <a:gd name="T101" fmla="*/ 1422 h 1588"/>
                <a:gd name="T102" fmla="*/ 106 w 328"/>
                <a:gd name="T103" fmla="*/ 1466 h 1588"/>
                <a:gd name="T104" fmla="*/ 73 w 328"/>
                <a:gd name="T105" fmla="*/ 1509 h 1588"/>
                <a:gd name="T106" fmla="*/ 38 w 328"/>
                <a:gd name="T107" fmla="*/ 1549 h 1588"/>
                <a:gd name="T108" fmla="*/ 0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0" y="0"/>
                  </a:moveTo>
                  <a:lnTo>
                    <a:pt x="0" y="0"/>
                  </a:lnTo>
                  <a:lnTo>
                    <a:pt x="38" y="39"/>
                  </a:lnTo>
                  <a:lnTo>
                    <a:pt x="73" y="80"/>
                  </a:lnTo>
                  <a:lnTo>
                    <a:pt x="106" y="122"/>
                  </a:lnTo>
                  <a:lnTo>
                    <a:pt x="137" y="166"/>
                  </a:lnTo>
                  <a:lnTo>
                    <a:pt x="166" y="212"/>
                  </a:lnTo>
                  <a:lnTo>
                    <a:pt x="193" y="259"/>
                  </a:lnTo>
                  <a:lnTo>
                    <a:pt x="206" y="283"/>
                  </a:lnTo>
                  <a:lnTo>
                    <a:pt x="218" y="307"/>
                  </a:lnTo>
                  <a:lnTo>
                    <a:pt x="229" y="333"/>
                  </a:lnTo>
                  <a:lnTo>
                    <a:pt x="240" y="357"/>
                  </a:lnTo>
                  <a:lnTo>
                    <a:pt x="250" y="382"/>
                  </a:lnTo>
                  <a:lnTo>
                    <a:pt x="260" y="409"/>
                  </a:lnTo>
                  <a:lnTo>
                    <a:pt x="270" y="434"/>
                  </a:lnTo>
                  <a:lnTo>
                    <a:pt x="278" y="460"/>
                  </a:lnTo>
                  <a:lnTo>
                    <a:pt x="285" y="487"/>
                  </a:lnTo>
                  <a:lnTo>
                    <a:pt x="293" y="513"/>
                  </a:lnTo>
                  <a:lnTo>
                    <a:pt x="300" y="541"/>
                  </a:lnTo>
                  <a:lnTo>
                    <a:pt x="305" y="567"/>
                  </a:lnTo>
                  <a:lnTo>
                    <a:pt x="311" y="595"/>
                  </a:lnTo>
                  <a:lnTo>
                    <a:pt x="315" y="624"/>
                  </a:lnTo>
                  <a:lnTo>
                    <a:pt x="320" y="651"/>
                  </a:lnTo>
                  <a:lnTo>
                    <a:pt x="323" y="680"/>
                  </a:lnTo>
                  <a:lnTo>
                    <a:pt x="325" y="707"/>
                  </a:lnTo>
                  <a:lnTo>
                    <a:pt x="327" y="736"/>
                  </a:lnTo>
                  <a:lnTo>
                    <a:pt x="328" y="765"/>
                  </a:lnTo>
                  <a:lnTo>
                    <a:pt x="328" y="794"/>
                  </a:lnTo>
                  <a:lnTo>
                    <a:pt x="328" y="794"/>
                  </a:lnTo>
                  <a:lnTo>
                    <a:pt x="328" y="823"/>
                  </a:lnTo>
                  <a:lnTo>
                    <a:pt x="327" y="852"/>
                  </a:lnTo>
                  <a:lnTo>
                    <a:pt x="325" y="880"/>
                  </a:lnTo>
                  <a:lnTo>
                    <a:pt x="323" y="909"/>
                  </a:lnTo>
                  <a:lnTo>
                    <a:pt x="320" y="937"/>
                  </a:lnTo>
                  <a:lnTo>
                    <a:pt x="315" y="965"/>
                  </a:lnTo>
                  <a:lnTo>
                    <a:pt x="311" y="993"/>
                  </a:lnTo>
                  <a:lnTo>
                    <a:pt x="305" y="1020"/>
                  </a:lnTo>
                  <a:lnTo>
                    <a:pt x="300" y="1048"/>
                  </a:lnTo>
                  <a:lnTo>
                    <a:pt x="293" y="1074"/>
                  </a:lnTo>
                  <a:lnTo>
                    <a:pt x="285" y="1102"/>
                  </a:lnTo>
                  <a:lnTo>
                    <a:pt x="278" y="1128"/>
                  </a:lnTo>
                  <a:lnTo>
                    <a:pt x="270" y="1154"/>
                  </a:lnTo>
                  <a:lnTo>
                    <a:pt x="260" y="1180"/>
                  </a:lnTo>
                  <a:lnTo>
                    <a:pt x="250" y="1206"/>
                  </a:lnTo>
                  <a:lnTo>
                    <a:pt x="240" y="1231"/>
                  </a:lnTo>
                  <a:lnTo>
                    <a:pt x="229" y="1256"/>
                  </a:lnTo>
                  <a:lnTo>
                    <a:pt x="218" y="1280"/>
                  </a:lnTo>
                  <a:lnTo>
                    <a:pt x="206" y="1305"/>
                  </a:lnTo>
                  <a:lnTo>
                    <a:pt x="193" y="1329"/>
                  </a:lnTo>
                  <a:lnTo>
                    <a:pt x="166" y="1376"/>
                  </a:lnTo>
                  <a:lnTo>
                    <a:pt x="137" y="1422"/>
                  </a:lnTo>
                  <a:lnTo>
                    <a:pt x="106" y="1466"/>
                  </a:lnTo>
                  <a:lnTo>
                    <a:pt x="73" y="1509"/>
                  </a:lnTo>
                  <a:lnTo>
                    <a:pt x="38" y="1549"/>
                  </a:lnTo>
                  <a:lnTo>
                    <a:pt x="0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5" name="Freeform 209"/>
            <p:cNvSpPr>
              <a:spLocks/>
            </p:cNvSpPr>
            <p:nvPr/>
          </p:nvSpPr>
          <p:spPr bwMode="auto">
            <a:xfrm>
              <a:off x="3234563" y="4980856"/>
              <a:ext cx="49212" cy="234950"/>
            </a:xfrm>
            <a:custGeom>
              <a:avLst/>
              <a:gdLst>
                <a:gd name="T0" fmla="*/ 0 w 215"/>
                <a:gd name="T1" fmla="*/ 0 h 1036"/>
                <a:gd name="T2" fmla="*/ 0 w 215"/>
                <a:gd name="T3" fmla="*/ 0 h 1036"/>
                <a:gd name="T4" fmla="*/ 24 w 215"/>
                <a:gd name="T5" fmla="*/ 26 h 1036"/>
                <a:gd name="T6" fmla="*/ 47 w 215"/>
                <a:gd name="T7" fmla="*/ 52 h 1036"/>
                <a:gd name="T8" fmla="*/ 69 w 215"/>
                <a:gd name="T9" fmla="*/ 80 h 1036"/>
                <a:gd name="T10" fmla="*/ 89 w 215"/>
                <a:gd name="T11" fmla="*/ 108 h 1036"/>
                <a:gd name="T12" fmla="*/ 109 w 215"/>
                <a:gd name="T13" fmla="*/ 138 h 1036"/>
                <a:gd name="T14" fmla="*/ 126 w 215"/>
                <a:gd name="T15" fmla="*/ 169 h 1036"/>
                <a:gd name="T16" fmla="*/ 142 w 215"/>
                <a:gd name="T17" fmla="*/ 201 h 1036"/>
                <a:gd name="T18" fmla="*/ 157 w 215"/>
                <a:gd name="T19" fmla="*/ 233 h 1036"/>
                <a:gd name="T20" fmla="*/ 170 w 215"/>
                <a:gd name="T21" fmla="*/ 266 h 1036"/>
                <a:gd name="T22" fmla="*/ 181 w 215"/>
                <a:gd name="T23" fmla="*/ 300 h 1036"/>
                <a:gd name="T24" fmla="*/ 191 w 215"/>
                <a:gd name="T25" fmla="*/ 335 h 1036"/>
                <a:gd name="T26" fmla="*/ 199 w 215"/>
                <a:gd name="T27" fmla="*/ 371 h 1036"/>
                <a:gd name="T28" fmla="*/ 206 w 215"/>
                <a:gd name="T29" fmla="*/ 407 h 1036"/>
                <a:gd name="T30" fmla="*/ 210 w 215"/>
                <a:gd name="T31" fmla="*/ 443 h 1036"/>
                <a:gd name="T32" fmla="*/ 213 w 215"/>
                <a:gd name="T33" fmla="*/ 481 h 1036"/>
                <a:gd name="T34" fmla="*/ 215 w 215"/>
                <a:gd name="T35" fmla="*/ 518 h 1036"/>
                <a:gd name="T36" fmla="*/ 215 w 215"/>
                <a:gd name="T37" fmla="*/ 518 h 1036"/>
                <a:gd name="T38" fmla="*/ 213 w 215"/>
                <a:gd name="T39" fmla="*/ 556 h 1036"/>
                <a:gd name="T40" fmla="*/ 210 w 215"/>
                <a:gd name="T41" fmla="*/ 593 h 1036"/>
                <a:gd name="T42" fmla="*/ 206 w 215"/>
                <a:gd name="T43" fmla="*/ 630 h 1036"/>
                <a:gd name="T44" fmla="*/ 199 w 215"/>
                <a:gd name="T45" fmla="*/ 666 h 1036"/>
                <a:gd name="T46" fmla="*/ 191 w 215"/>
                <a:gd name="T47" fmla="*/ 701 h 1036"/>
                <a:gd name="T48" fmla="*/ 181 w 215"/>
                <a:gd name="T49" fmla="*/ 736 h 1036"/>
                <a:gd name="T50" fmla="*/ 170 w 215"/>
                <a:gd name="T51" fmla="*/ 770 h 1036"/>
                <a:gd name="T52" fmla="*/ 157 w 215"/>
                <a:gd name="T53" fmla="*/ 803 h 1036"/>
                <a:gd name="T54" fmla="*/ 142 w 215"/>
                <a:gd name="T55" fmla="*/ 836 h 1036"/>
                <a:gd name="T56" fmla="*/ 126 w 215"/>
                <a:gd name="T57" fmla="*/ 867 h 1036"/>
                <a:gd name="T58" fmla="*/ 109 w 215"/>
                <a:gd name="T59" fmla="*/ 898 h 1036"/>
                <a:gd name="T60" fmla="*/ 89 w 215"/>
                <a:gd name="T61" fmla="*/ 927 h 1036"/>
                <a:gd name="T62" fmla="*/ 69 w 215"/>
                <a:gd name="T63" fmla="*/ 956 h 1036"/>
                <a:gd name="T64" fmla="*/ 47 w 215"/>
                <a:gd name="T65" fmla="*/ 984 h 1036"/>
                <a:gd name="T66" fmla="*/ 24 w 215"/>
                <a:gd name="T67" fmla="*/ 1010 h 1036"/>
                <a:gd name="T68" fmla="*/ 0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0" y="0"/>
                  </a:moveTo>
                  <a:lnTo>
                    <a:pt x="0" y="0"/>
                  </a:lnTo>
                  <a:lnTo>
                    <a:pt x="24" y="26"/>
                  </a:lnTo>
                  <a:lnTo>
                    <a:pt x="47" y="52"/>
                  </a:lnTo>
                  <a:lnTo>
                    <a:pt x="69" y="80"/>
                  </a:lnTo>
                  <a:lnTo>
                    <a:pt x="89" y="108"/>
                  </a:lnTo>
                  <a:lnTo>
                    <a:pt x="109" y="138"/>
                  </a:lnTo>
                  <a:lnTo>
                    <a:pt x="126" y="169"/>
                  </a:lnTo>
                  <a:lnTo>
                    <a:pt x="142" y="201"/>
                  </a:lnTo>
                  <a:lnTo>
                    <a:pt x="157" y="233"/>
                  </a:lnTo>
                  <a:lnTo>
                    <a:pt x="170" y="266"/>
                  </a:lnTo>
                  <a:lnTo>
                    <a:pt x="181" y="300"/>
                  </a:lnTo>
                  <a:lnTo>
                    <a:pt x="191" y="335"/>
                  </a:lnTo>
                  <a:lnTo>
                    <a:pt x="199" y="371"/>
                  </a:lnTo>
                  <a:lnTo>
                    <a:pt x="206" y="407"/>
                  </a:lnTo>
                  <a:lnTo>
                    <a:pt x="210" y="443"/>
                  </a:lnTo>
                  <a:lnTo>
                    <a:pt x="213" y="481"/>
                  </a:lnTo>
                  <a:lnTo>
                    <a:pt x="215" y="518"/>
                  </a:lnTo>
                  <a:lnTo>
                    <a:pt x="215" y="518"/>
                  </a:lnTo>
                  <a:lnTo>
                    <a:pt x="213" y="556"/>
                  </a:lnTo>
                  <a:lnTo>
                    <a:pt x="210" y="593"/>
                  </a:lnTo>
                  <a:lnTo>
                    <a:pt x="206" y="630"/>
                  </a:lnTo>
                  <a:lnTo>
                    <a:pt x="199" y="666"/>
                  </a:lnTo>
                  <a:lnTo>
                    <a:pt x="191" y="701"/>
                  </a:lnTo>
                  <a:lnTo>
                    <a:pt x="181" y="736"/>
                  </a:lnTo>
                  <a:lnTo>
                    <a:pt x="170" y="770"/>
                  </a:lnTo>
                  <a:lnTo>
                    <a:pt x="157" y="803"/>
                  </a:lnTo>
                  <a:lnTo>
                    <a:pt x="142" y="836"/>
                  </a:lnTo>
                  <a:lnTo>
                    <a:pt x="126" y="867"/>
                  </a:lnTo>
                  <a:lnTo>
                    <a:pt x="109" y="898"/>
                  </a:lnTo>
                  <a:lnTo>
                    <a:pt x="89" y="927"/>
                  </a:lnTo>
                  <a:lnTo>
                    <a:pt x="69" y="956"/>
                  </a:lnTo>
                  <a:lnTo>
                    <a:pt x="47" y="984"/>
                  </a:lnTo>
                  <a:lnTo>
                    <a:pt x="24" y="1010"/>
                  </a:lnTo>
                  <a:lnTo>
                    <a:pt x="0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6" name="Freeform 210"/>
            <p:cNvSpPr>
              <a:spLocks/>
            </p:cNvSpPr>
            <p:nvPr/>
          </p:nvSpPr>
          <p:spPr bwMode="auto">
            <a:xfrm>
              <a:off x="3172650" y="5044356"/>
              <a:ext cx="22225" cy="109537"/>
            </a:xfrm>
            <a:custGeom>
              <a:avLst/>
              <a:gdLst>
                <a:gd name="T0" fmla="*/ 0 w 101"/>
                <a:gd name="T1" fmla="*/ 0 h 484"/>
                <a:gd name="T2" fmla="*/ 0 w 101"/>
                <a:gd name="T3" fmla="*/ 0 h 484"/>
                <a:gd name="T4" fmla="*/ 11 w 101"/>
                <a:gd name="T5" fmla="*/ 12 h 484"/>
                <a:gd name="T6" fmla="*/ 23 w 101"/>
                <a:gd name="T7" fmla="*/ 25 h 484"/>
                <a:gd name="T8" fmla="*/ 32 w 101"/>
                <a:gd name="T9" fmla="*/ 37 h 484"/>
                <a:gd name="T10" fmla="*/ 42 w 101"/>
                <a:gd name="T11" fmla="*/ 51 h 484"/>
                <a:gd name="T12" fmla="*/ 51 w 101"/>
                <a:gd name="T13" fmla="*/ 65 h 484"/>
                <a:gd name="T14" fmla="*/ 59 w 101"/>
                <a:gd name="T15" fmla="*/ 79 h 484"/>
                <a:gd name="T16" fmla="*/ 67 w 101"/>
                <a:gd name="T17" fmla="*/ 94 h 484"/>
                <a:gd name="T18" fmla="*/ 73 w 101"/>
                <a:gd name="T19" fmla="*/ 109 h 484"/>
                <a:gd name="T20" fmla="*/ 80 w 101"/>
                <a:gd name="T21" fmla="*/ 124 h 484"/>
                <a:gd name="T22" fmla="*/ 85 w 101"/>
                <a:gd name="T23" fmla="*/ 141 h 484"/>
                <a:gd name="T24" fmla="*/ 90 w 101"/>
                <a:gd name="T25" fmla="*/ 156 h 484"/>
                <a:gd name="T26" fmla="*/ 93 w 101"/>
                <a:gd name="T27" fmla="*/ 173 h 484"/>
                <a:gd name="T28" fmla="*/ 96 w 101"/>
                <a:gd name="T29" fmla="*/ 191 h 484"/>
                <a:gd name="T30" fmla="*/ 98 w 101"/>
                <a:gd name="T31" fmla="*/ 207 h 484"/>
                <a:gd name="T32" fmla="*/ 100 w 101"/>
                <a:gd name="T33" fmla="*/ 225 h 484"/>
                <a:gd name="T34" fmla="*/ 101 w 101"/>
                <a:gd name="T35" fmla="*/ 242 h 484"/>
                <a:gd name="T36" fmla="*/ 101 w 101"/>
                <a:gd name="T37" fmla="*/ 242 h 484"/>
                <a:gd name="T38" fmla="*/ 100 w 101"/>
                <a:gd name="T39" fmla="*/ 260 h 484"/>
                <a:gd name="T40" fmla="*/ 98 w 101"/>
                <a:gd name="T41" fmla="*/ 277 h 484"/>
                <a:gd name="T42" fmla="*/ 96 w 101"/>
                <a:gd name="T43" fmla="*/ 294 h 484"/>
                <a:gd name="T44" fmla="*/ 93 w 101"/>
                <a:gd name="T45" fmla="*/ 311 h 484"/>
                <a:gd name="T46" fmla="*/ 90 w 101"/>
                <a:gd name="T47" fmla="*/ 327 h 484"/>
                <a:gd name="T48" fmla="*/ 85 w 101"/>
                <a:gd name="T49" fmla="*/ 344 h 484"/>
                <a:gd name="T50" fmla="*/ 80 w 101"/>
                <a:gd name="T51" fmla="*/ 359 h 484"/>
                <a:gd name="T52" fmla="*/ 73 w 101"/>
                <a:gd name="T53" fmla="*/ 375 h 484"/>
                <a:gd name="T54" fmla="*/ 67 w 101"/>
                <a:gd name="T55" fmla="*/ 390 h 484"/>
                <a:gd name="T56" fmla="*/ 59 w 101"/>
                <a:gd name="T57" fmla="*/ 404 h 484"/>
                <a:gd name="T58" fmla="*/ 51 w 101"/>
                <a:gd name="T59" fmla="*/ 419 h 484"/>
                <a:gd name="T60" fmla="*/ 42 w 101"/>
                <a:gd name="T61" fmla="*/ 433 h 484"/>
                <a:gd name="T62" fmla="*/ 32 w 101"/>
                <a:gd name="T63" fmla="*/ 446 h 484"/>
                <a:gd name="T64" fmla="*/ 23 w 101"/>
                <a:gd name="T65" fmla="*/ 460 h 484"/>
                <a:gd name="T66" fmla="*/ 11 w 101"/>
                <a:gd name="T67" fmla="*/ 472 h 484"/>
                <a:gd name="T68" fmla="*/ 0 w 101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484">
                  <a:moveTo>
                    <a:pt x="0" y="0"/>
                  </a:moveTo>
                  <a:lnTo>
                    <a:pt x="0" y="0"/>
                  </a:lnTo>
                  <a:lnTo>
                    <a:pt x="11" y="12"/>
                  </a:lnTo>
                  <a:lnTo>
                    <a:pt x="23" y="25"/>
                  </a:lnTo>
                  <a:lnTo>
                    <a:pt x="32" y="37"/>
                  </a:lnTo>
                  <a:lnTo>
                    <a:pt x="42" y="51"/>
                  </a:lnTo>
                  <a:lnTo>
                    <a:pt x="51" y="65"/>
                  </a:lnTo>
                  <a:lnTo>
                    <a:pt x="59" y="79"/>
                  </a:lnTo>
                  <a:lnTo>
                    <a:pt x="67" y="94"/>
                  </a:lnTo>
                  <a:lnTo>
                    <a:pt x="73" y="109"/>
                  </a:lnTo>
                  <a:lnTo>
                    <a:pt x="80" y="124"/>
                  </a:lnTo>
                  <a:lnTo>
                    <a:pt x="85" y="141"/>
                  </a:lnTo>
                  <a:lnTo>
                    <a:pt x="90" y="156"/>
                  </a:lnTo>
                  <a:lnTo>
                    <a:pt x="93" y="173"/>
                  </a:lnTo>
                  <a:lnTo>
                    <a:pt x="96" y="191"/>
                  </a:lnTo>
                  <a:lnTo>
                    <a:pt x="98" y="207"/>
                  </a:lnTo>
                  <a:lnTo>
                    <a:pt x="100" y="225"/>
                  </a:lnTo>
                  <a:lnTo>
                    <a:pt x="101" y="242"/>
                  </a:lnTo>
                  <a:lnTo>
                    <a:pt x="101" y="242"/>
                  </a:lnTo>
                  <a:lnTo>
                    <a:pt x="100" y="260"/>
                  </a:lnTo>
                  <a:lnTo>
                    <a:pt x="98" y="277"/>
                  </a:lnTo>
                  <a:lnTo>
                    <a:pt x="96" y="294"/>
                  </a:lnTo>
                  <a:lnTo>
                    <a:pt x="93" y="311"/>
                  </a:lnTo>
                  <a:lnTo>
                    <a:pt x="90" y="327"/>
                  </a:lnTo>
                  <a:lnTo>
                    <a:pt x="85" y="344"/>
                  </a:lnTo>
                  <a:lnTo>
                    <a:pt x="80" y="359"/>
                  </a:lnTo>
                  <a:lnTo>
                    <a:pt x="73" y="375"/>
                  </a:lnTo>
                  <a:lnTo>
                    <a:pt x="67" y="390"/>
                  </a:lnTo>
                  <a:lnTo>
                    <a:pt x="59" y="404"/>
                  </a:lnTo>
                  <a:lnTo>
                    <a:pt x="51" y="419"/>
                  </a:lnTo>
                  <a:lnTo>
                    <a:pt x="42" y="433"/>
                  </a:lnTo>
                  <a:lnTo>
                    <a:pt x="32" y="446"/>
                  </a:lnTo>
                  <a:lnTo>
                    <a:pt x="23" y="460"/>
                  </a:lnTo>
                  <a:lnTo>
                    <a:pt x="11" y="472"/>
                  </a:lnTo>
                  <a:lnTo>
                    <a:pt x="0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7" name="Freeform 211"/>
            <p:cNvSpPr>
              <a:spLocks/>
            </p:cNvSpPr>
            <p:nvPr/>
          </p:nvSpPr>
          <p:spPr bwMode="auto">
            <a:xfrm>
              <a:off x="2863088" y="4918943"/>
              <a:ext cx="74612" cy="360362"/>
            </a:xfrm>
            <a:custGeom>
              <a:avLst/>
              <a:gdLst>
                <a:gd name="T0" fmla="*/ 328 w 328"/>
                <a:gd name="T1" fmla="*/ 0 h 1588"/>
                <a:gd name="T2" fmla="*/ 328 w 328"/>
                <a:gd name="T3" fmla="*/ 0 h 1588"/>
                <a:gd name="T4" fmla="*/ 292 w 328"/>
                <a:gd name="T5" fmla="*/ 39 h 1588"/>
                <a:gd name="T6" fmla="*/ 257 w 328"/>
                <a:gd name="T7" fmla="*/ 80 h 1588"/>
                <a:gd name="T8" fmla="*/ 223 w 328"/>
                <a:gd name="T9" fmla="*/ 122 h 1588"/>
                <a:gd name="T10" fmla="*/ 192 w 328"/>
                <a:gd name="T11" fmla="*/ 166 h 1588"/>
                <a:gd name="T12" fmla="*/ 162 w 328"/>
                <a:gd name="T13" fmla="*/ 212 h 1588"/>
                <a:gd name="T14" fmla="*/ 136 w 328"/>
                <a:gd name="T15" fmla="*/ 259 h 1588"/>
                <a:gd name="T16" fmla="*/ 122 w 328"/>
                <a:gd name="T17" fmla="*/ 283 h 1588"/>
                <a:gd name="T18" fmla="*/ 110 w 328"/>
                <a:gd name="T19" fmla="*/ 307 h 1588"/>
                <a:gd name="T20" fmla="*/ 99 w 328"/>
                <a:gd name="T21" fmla="*/ 333 h 1588"/>
                <a:gd name="T22" fmla="*/ 88 w 328"/>
                <a:gd name="T23" fmla="*/ 357 h 1588"/>
                <a:gd name="T24" fmla="*/ 78 w 328"/>
                <a:gd name="T25" fmla="*/ 382 h 1588"/>
                <a:gd name="T26" fmla="*/ 68 w 328"/>
                <a:gd name="T27" fmla="*/ 409 h 1588"/>
                <a:gd name="T28" fmla="*/ 59 w 328"/>
                <a:gd name="T29" fmla="*/ 434 h 1588"/>
                <a:gd name="T30" fmla="*/ 51 w 328"/>
                <a:gd name="T31" fmla="*/ 460 h 1588"/>
                <a:gd name="T32" fmla="*/ 43 w 328"/>
                <a:gd name="T33" fmla="*/ 487 h 1588"/>
                <a:gd name="T34" fmla="*/ 35 w 328"/>
                <a:gd name="T35" fmla="*/ 513 h 1588"/>
                <a:gd name="T36" fmla="*/ 29 w 328"/>
                <a:gd name="T37" fmla="*/ 541 h 1588"/>
                <a:gd name="T38" fmla="*/ 23 w 328"/>
                <a:gd name="T39" fmla="*/ 567 h 1588"/>
                <a:gd name="T40" fmla="*/ 18 w 328"/>
                <a:gd name="T41" fmla="*/ 595 h 1588"/>
                <a:gd name="T42" fmla="*/ 13 w 328"/>
                <a:gd name="T43" fmla="*/ 624 h 1588"/>
                <a:gd name="T44" fmla="*/ 9 w 328"/>
                <a:gd name="T45" fmla="*/ 651 h 1588"/>
                <a:gd name="T46" fmla="*/ 6 w 328"/>
                <a:gd name="T47" fmla="*/ 680 h 1588"/>
                <a:gd name="T48" fmla="*/ 4 w 328"/>
                <a:gd name="T49" fmla="*/ 707 h 1588"/>
                <a:gd name="T50" fmla="*/ 1 w 328"/>
                <a:gd name="T51" fmla="*/ 736 h 1588"/>
                <a:gd name="T52" fmla="*/ 0 w 328"/>
                <a:gd name="T53" fmla="*/ 765 h 1588"/>
                <a:gd name="T54" fmla="*/ 0 w 328"/>
                <a:gd name="T55" fmla="*/ 794 h 1588"/>
                <a:gd name="T56" fmla="*/ 0 w 328"/>
                <a:gd name="T57" fmla="*/ 794 h 1588"/>
                <a:gd name="T58" fmla="*/ 0 w 328"/>
                <a:gd name="T59" fmla="*/ 823 h 1588"/>
                <a:gd name="T60" fmla="*/ 1 w 328"/>
                <a:gd name="T61" fmla="*/ 852 h 1588"/>
                <a:gd name="T62" fmla="*/ 4 w 328"/>
                <a:gd name="T63" fmla="*/ 880 h 1588"/>
                <a:gd name="T64" fmla="*/ 6 w 328"/>
                <a:gd name="T65" fmla="*/ 909 h 1588"/>
                <a:gd name="T66" fmla="*/ 9 w 328"/>
                <a:gd name="T67" fmla="*/ 937 h 1588"/>
                <a:gd name="T68" fmla="*/ 13 w 328"/>
                <a:gd name="T69" fmla="*/ 965 h 1588"/>
                <a:gd name="T70" fmla="*/ 18 w 328"/>
                <a:gd name="T71" fmla="*/ 993 h 1588"/>
                <a:gd name="T72" fmla="*/ 23 w 328"/>
                <a:gd name="T73" fmla="*/ 1020 h 1588"/>
                <a:gd name="T74" fmla="*/ 29 w 328"/>
                <a:gd name="T75" fmla="*/ 1048 h 1588"/>
                <a:gd name="T76" fmla="*/ 35 w 328"/>
                <a:gd name="T77" fmla="*/ 1074 h 1588"/>
                <a:gd name="T78" fmla="*/ 43 w 328"/>
                <a:gd name="T79" fmla="*/ 1102 h 1588"/>
                <a:gd name="T80" fmla="*/ 51 w 328"/>
                <a:gd name="T81" fmla="*/ 1128 h 1588"/>
                <a:gd name="T82" fmla="*/ 59 w 328"/>
                <a:gd name="T83" fmla="*/ 1154 h 1588"/>
                <a:gd name="T84" fmla="*/ 68 w 328"/>
                <a:gd name="T85" fmla="*/ 1180 h 1588"/>
                <a:gd name="T86" fmla="*/ 78 w 328"/>
                <a:gd name="T87" fmla="*/ 1206 h 1588"/>
                <a:gd name="T88" fmla="*/ 88 w 328"/>
                <a:gd name="T89" fmla="*/ 1231 h 1588"/>
                <a:gd name="T90" fmla="*/ 99 w 328"/>
                <a:gd name="T91" fmla="*/ 1256 h 1588"/>
                <a:gd name="T92" fmla="*/ 110 w 328"/>
                <a:gd name="T93" fmla="*/ 1280 h 1588"/>
                <a:gd name="T94" fmla="*/ 122 w 328"/>
                <a:gd name="T95" fmla="*/ 1305 h 1588"/>
                <a:gd name="T96" fmla="*/ 136 w 328"/>
                <a:gd name="T97" fmla="*/ 1329 h 1588"/>
                <a:gd name="T98" fmla="*/ 162 w 328"/>
                <a:gd name="T99" fmla="*/ 1376 h 1588"/>
                <a:gd name="T100" fmla="*/ 192 w 328"/>
                <a:gd name="T101" fmla="*/ 1422 h 1588"/>
                <a:gd name="T102" fmla="*/ 223 w 328"/>
                <a:gd name="T103" fmla="*/ 1466 h 1588"/>
                <a:gd name="T104" fmla="*/ 257 w 328"/>
                <a:gd name="T105" fmla="*/ 1509 h 1588"/>
                <a:gd name="T106" fmla="*/ 292 w 328"/>
                <a:gd name="T107" fmla="*/ 1549 h 1588"/>
                <a:gd name="T108" fmla="*/ 328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328" y="0"/>
                  </a:moveTo>
                  <a:lnTo>
                    <a:pt x="328" y="0"/>
                  </a:lnTo>
                  <a:lnTo>
                    <a:pt x="292" y="39"/>
                  </a:lnTo>
                  <a:lnTo>
                    <a:pt x="257" y="80"/>
                  </a:lnTo>
                  <a:lnTo>
                    <a:pt x="223" y="122"/>
                  </a:lnTo>
                  <a:lnTo>
                    <a:pt x="192" y="166"/>
                  </a:lnTo>
                  <a:lnTo>
                    <a:pt x="162" y="212"/>
                  </a:lnTo>
                  <a:lnTo>
                    <a:pt x="136" y="259"/>
                  </a:lnTo>
                  <a:lnTo>
                    <a:pt x="122" y="283"/>
                  </a:lnTo>
                  <a:lnTo>
                    <a:pt x="110" y="307"/>
                  </a:lnTo>
                  <a:lnTo>
                    <a:pt x="99" y="333"/>
                  </a:lnTo>
                  <a:lnTo>
                    <a:pt x="88" y="357"/>
                  </a:lnTo>
                  <a:lnTo>
                    <a:pt x="78" y="382"/>
                  </a:lnTo>
                  <a:lnTo>
                    <a:pt x="68" y="409"/>
                  </a:lnTo>
                  <a:lnTo>
                    <a:pt x="59" y="434"/>
                  </a:lnTo>
                  <a:lnTo>
                    <a:pt x="51" y="460"/>
                  </a:lnTo>
                  <a:lnTo>
                    <a:pt x="43" y="487"/>
                  </a:lnTo>
                  <a:lnTo>
                    <a:pt x="35" y="513"/>
                  </a:lnTo>
                  <a:lnTo>
                    <a:pt x="29" y="541"/>
                  </a:lnTo>
                  <a:lnTo>
                    <a:pt x="23" y="567"/>
                  </a:lnTo>
                  <a:lnTo>
                    <a:pt x="18" y="595"/>
                  </a:lnTo>
                  <a:lnTo>
                    <a:pt x="13" y="624"/>
                  </a:lnTo>
                  <a:lnTo>
                    <a:pt x="9" y="651"/>
                  </a:lnTo>
                  <a:lnTo>
                    <a:pt x="6" y="680"/>
                  </a:lnTo>
                  <a:lnTo>
                    <a:pt x="4" y="707"/>
                  </a:lnTo>
                  <a:lnTo>
                    <a:pt x="1" y="736"/>
                  </a:lnTo>
                  <a:lnTo>
                    <a:pt x="0" y="765"/>
                  </a:lnTo>
                  <a:lnTo>
                    <a:pt x="0" y="794"/>
                  </a:lnTo>
                  <a:lnTo>
                    <a:pt x="0" y="794"/>
                  </a:lnTo>
                  <a:lnTo>
                    <a:pt x="0" y="823"/>
                  </a:lnTo>
                  <a:lnTo>
                    <a:pt x="1" y="852"/>
                  </a:lnTo>
                  <a:lnTo>
                    <a:pt x="4" y="880"/>
                  </a:lnTo>
                  <a:lnTo>
                    <a:pt x="6" y="909"/>
                  </a:lnTo>
                  <a:lnTo>
                    <a:pt x="9" y="937"/>
                  </a:lnTo>
                  <a:lnTo>
                    <a:pt x="13" y="965"/>
                  </a:lnTo>
                  <a:lnTo>
                    <a:pt x="18" y="993"/>
                  </a:lnTo>
                  <a:lnTo>
                    <a:pt x="23" y="1020"/>
                  </a:lnTo>
                  <a:lnTo>
                    <a:pt x="29" y="1048"/>
                  </a:lnTo>
                  <a:lnTo>
                    <a:pt x="35" y="1074"/>
                  </a:lnTo>
                  <a:lnTo>
                    <a:pt x="43" y="1102"/>
                  </a:lnTo>
                  <a:lnTo>
                    <a:pt x="51" y="1128"/>
                  </a:lnTo>
                  <a:lnTo>
                    <a:pt x="59" y="1154"/>
                  </a:lnTo>
                  <a:lnTo>
                    <a:pt x="68" y="1180"/>
                  </a:lnTo>
                  <a:lnTo>
                    <a:pt x="78" y="1206"/>
                  </a:lnTo>
                  <a:lnTo>
                    <a:pt x="88" y="1231"/>
                  </a:lnTo>
                  <a:lnTo>
                    <a:pt x="99" y="1256"/>
                  </a:lnTo>
                  <a:lnTo>
                    <a:pt x="110" y="1280"/>
                  </a:lnTo>
                  <a:lnTo>
                    <a:pt x="122" y="1305"/>
                  </a:lnTo>
                  <a:lnTo>
                    <a:pt x="136" y="1329"/>
                  </a:lnTo>
                  <a:lnTo>
                    <a:pt x="162" y="1376"/>
                  </a:lnTo>
                  <a:lnTo>
                    <a:pt x="192" y="1422"/>
                  </a:lnTo>
                  <a:lnTo>
                    <a:pt x="223" y="1466"/>
                  </a:lnTo>
                  <a:lnTo>
                    <a:pt x="257" y="1509"/>
                  </a:lnTo>
                  <a:lnTo>
                    <a:pt x="292" y="1549"/>
                  </a:lnTo>
                  <a:lnTo>
                    <a:pt x="328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8" name="Freeform 212"/>
            <p:cNvSpPr>
              <a:spLocks/>
            </p:cNvSpPr>
            <p:nvPr/>
          </p:nvSpPr>
          <p:spPr bwMode="auto">
            <a:xfrm>
              <a:off x="2951988" y="4980856"/>
              <a:ext cx="49212" cy="234950"/>
            </a:xfrm>
            <a:custGeom>
              <a:avLst/>
              <a:gdLst>
                <a:gd name="T0" fmla="*/ 215 w 215"/>
                <a:gd name="T1" fmla="*/ 0 h 1036"/>
                <a:gd name="T2" fmla="*/ 215 w 215"/>
                <a:gd name="T3" fmla="*/ 0 h 1036"/>
                <a:gd name="T4" fmla="*/ 191 w 215"/>
                <a:gd name="T5" fmla="*/ 26 h 1036"/>
                <a:gd name="T6" fmla="*/ 167 w 215"/>
                <a:gd name="T7" fmla="*/ 52 h 1036"/>
                <a:gd name="T8" fmla="*/ 145 w 215"/>
                <a:gd name="T9" fmla="*/ 80 h 1036"/>
                <a:gd name="T10" fmla="*/ 126 w 215"/>
                <a:gd name="T11" fmla="*/ 108 h 1036"/>
                <a:gd name="T12" fmla="*/ 106 w 215"/>
                <a:gd name="T13" fmla="*/ 138 h 1036"/>
                <a:gd name="T14" fmla="*/ 88 w 215"/>
                <a:gd name="T15" fmla="*/ 169 h 1036"/>
                <a:gd name="T16" fmla="*/ 73 w 215"/>
                <a:gd name="T17" fmla="*/ 201 h 1036"/>
                <a:gd name="T18" fmla="*/ 57 w 215"/>
                <a:gd name="T19" fmla="*/ 233 h 1036"/>
                <a:gd name="T20" fmla="*/ 45 w 215"/>
                <a:gd name="T21" fmla="*/ 266 h 1036"/>
                <a:gd name="T22" fmla="*/ 33 w 215"/>
                <a:gd name="T23" fmla="*/ 300 h 1036"/>
                <a:gd name="T24" fmla="*/ 23 w 215"/>
                <a:gd name="T25" fmla="*/ 335 h 1036"/>
                <a:gd name="T26" fmla="*/ 15 w 215"/>
                <a:gd name="T27" fmla="*/ 371 h 1036"/>
                <a:gd name="T28" fmla="*/ 9 w 215"/>
                <a:gd name="T29" fmla="*/ 407 h 1036"/>
                <a:gd name="T30" fmla="*/ 4 w 215"/>
                <a:gd name="T31" fmla="*/ 443 h 1036"/>
                <a:gd name="T32" fmla="*/ 1 w 215"/>
                <a:gd name="T33" fmla="*/ 481 h 1036"/>
                <a:gd name="T34" fmla="*/ 0 w 215"/>
                <a:gd name="T35" fmla="*/ 518 h 1036"/>
                <a:gd name="T36" fmla="*/ 0 w 215"/>
                <a:gd name="T37" fmla="*/ 518 h 1036"/>
                <a:gd name="T38" fmla="*/ 1 w 215"/>
                <a:gd name="T39" fmla="*/ 556 h 1036"/>
                <a:gd name="T40" fmla="*/ 4 w 215"/>
                <a:gd name="T41" fmla="*/ 593 h 1036"/>
                <a:gd name="T42" fmla="*/ 9 w 215"/>
                <a:gd name="T43" fmla="*/ 630 h 1036"/>
                <a:gd name="T44" fmla="*/ 15 w 215"/>
                <a:gd name="T45" fmla="*/ 666 h 1036"/>
                <a:gd name="T46" fmla="*/ 23 w 215"/>
                <a:gd name="T47" fmla="*/ 701 h 1036"/>
                <a:gd name="T48" fmla="*/ 33 w 215"/>
                <a:gd name="T49" fmla="*/ 736 h 1036"/>
                <a:gd name="T50" fmla="*/ 45 w 215"/>
                <a:gd name="T51" fmla="*/ 770 h 1036"/>
                <a:gd name="T52" fmla="*/ 57 w 215"/>
                <a:gd name="T53" fmla="*/ 803 h 1036"/>
                <a:gd name="T54" fmla="*/ 73 w 215"/>
                <a:gd name="T55" fmla="*/ 836 h 1036"/>
                <a:gd name="T56" fmla="*/ 88 w 215"/>
                <a:gd name="T57" fmla="*/ 867 h 1036"/>
                <a:gd name="T58" fmla="*/ 106 w 215"/>
                <a:gd name="T59" fmla="*/ 898 h 1036"/>
                <a:gd name="T60" fmla="*/ 126 w 215"/>
                <a:gd name="T61" fmla="*/ 927 h 1036"/>
                <a:gd name="T62" fmla="*/ 145 w 215"/>
                <a:gd name="T63" fmla="*/ 956 h 1036"/>
                <a:gd name="T64" fmla="*/ 167 w 215"/>
                <a:gd name="T65" fmla="*/ 984 h 1036"/>
                <a:gd name="T66" fmla="*/ 191 w 215"/>
                <a:gd name="T67" fmla="*/ 1010 h 1036"/>
                <a:gd name="T68" fmla="*/ 215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215" y="0"/>
                  </a:moveTo>
                  <a:lnTo>
                    <a:pt x="215" y="0"/>
                  </a:lnTo>
                  <a:lnTo>
                    <a:pt x="191" y="26"/>
                  </a:lnTo>
                  <a:lnTo>
                    <a:pt x="167" y="52"/>
                  </a:lnTo>
                  <a:lnTo>
                    <a:pt x="145" y="80"/>
                  </a:lnTo>
                  <a:lnTo>
                    <a:pt x="126" y="108"/>
                  </a:lnTo>
                  <a:lnTo>
                    <a:pt x="106" y="138"/>
                  </a:lnTo>
                  <a:lnTo>
                    <a:pt x="88" y="169"/>
                  </a:lnTo>
                  <a:lnTo>
                    <a:pt x="73" y="201"/>
                  </a:lnTo>
                  <a:lnTo>
                    <a:pt x="57" y="233"/>
                  </a:lnTo>
                  <a:lnTo>
                    <a:pt x="45" y="266"/>
                  </a:lnTo>
                  <a:lnTo>
                    <a:pt x="33" y="300"/>
                  </a:lnTo>
                  <a:lnTo>
                    <a:pt x="23" y="335"/>
                  </a:lnTo>
                  <a:lnTo>
                    <a:pt x="15" y="371"/>
                  </a:lnTo>
                  <a:lnTo>
                    <a:pt x="9" y="407"/>
                  </a:lnTo>
                  <a:lnTo>
                    <a:pt x="4" y="443"/>
                  </a:lnTo>
                  <a:lnTo>
                    <a:pt x="1" y="481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" y="556"/>
                  </a:lnTo>
                  <a:lnTo>
                    <a:pt x="4" y="593"/>
                  </a:lnTo>
                  <a:lnTo>
                    <a:pt x="9" y="630"/>
                  </a:lnTo>
                  <a:lnTo>
                    <a:pt x="15" y="666"/>
                  </a:lnTo>
                  <a:lnTo>
                    <a:pt x="23" y="701"/>
                  </a:lnTo>
                  <a:lnTo>
                    <a:pt x="33" y="736"/>
                  </a:lnTo>
                  <a:lnTo>
                    <a:pt x="45" y="770"/>
                  </a:lnTo>
                  <a:lnTo>
                    <a:pt x="57" y="803"/>
                  </a:lnTo>
                  <a:lnTo>
                    <a:pt x="73" y="836"/>
                  </a:lnTo>
                  <a:lnTo>
                    <a:pt x="88" y="867"/>
                  </a:lnTo>
                  <a:lnTo>
                    <a:pt x="106" y="898"/>
                  </a:lnTo>
                  <a:lnTo>
                    <a:pt x="126" y="927"/>
                  </a:lnTo>
                  <a:lnTo>
                    <a:pt x="145" y="956"/>
                  </a:lnTo>
                  <a:lnTo>
                    <a:pt x="167" y="984"/>
                  </a:lnTo>
                  <a:lnTo>
                    <a:pt x="191" y="1010"/>
                  </a:lnTo>
                  <a:lnTo>
                    <a:pt x="215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9" name="Freeform 213"/>
            <p:cNvSpPr>
              <a:spLocks/>
            </p:cNvSpPr>
            <p:nvPr/>
          </p:nvSpPr>
          <p:spPr bwMode="auto">
            <a:xfrm>
              <a:off x="3040888" y="5044356"/>
              <a:ext cx="22225" cy="109537"/>
            </a:xfrm>
            <a:custGeom>
              <a:avLst/>
              <a:gdLst>
                <a:gd name="T0" fmla="*/ 99 w 99"/>
                <a:gd name="T1" fmla="*/ 0 h 484"/>
                <a:gd name="T2" fmla="*/ 99 w 99"/>
                <a:gd name="T3" fmla="*/ 0 h 484"/>
                <a:gd name="T4" fmla="*/ 88 w 99"/>
                <a:gd name="T5" fmla="*/ 12 h 484"/>
                <a:gd name="T6" fmla="*/ 77 w 99"/>
                <a:gd name="T7" fmla="*/ 25 h 484"/>
                <a:gd name="T8" fmla="*/ 67 w 99"/>
                <a:gd name="T9" fmla="*/ 37 h 484"/>
                <a:gd name="T10" fmla="*/ 57 w 99"/>
                <a:gd name="T11" fmla="*/ 51 h 484"/>
                <a:gd name="T12" fmla="*/ 48 w 99"/>
                <a:gd name="T13" fmla="*/ 65 h 484"/>
                <a:gd name="T14" fmla="*/ 41 w 99"/>
                <a:gd name="T15" fmla="*/ 79 h 484"/>
                <a:gd name="T16" fmla="*/ 33 w 99"/>
                <a:gd name="T17" fmla="*/ 94 h 484"/>
                <a:gd name="T18" fmla="*/ 26 w 99"/>
                <a:gd name="T19" fmla="*/ 109 h 484"/>
                <a:gd name="T20" fmla="*/ 20 w 99"/>
                <a:gd name="T21" fmla="*/ 124 h 484"/>
                <a:gd name="T22" fmla="*/ 14 w 99"/>
                <a:gd name="T23" fmla="*/ 141 h 484"/>
                <a:gd name="T24" fmla="*/ 10 w 99"/>
                <a:gd name="T25" fmla="*/ 156 h 484"/>
                <a:gd name="T26" fmla="*/ 7 w 99"/>
                <a:gd name="T27" fmla="*/ 173 h 484"/>
                <a:gd name="T28" fmla="*/ 3 w 99"/>
                <a:gd name="T29" fmla="*/ 191 h 484"/>
                <a:gd name="T30" fmla="*/ 1 w 99"/>
                <a:gd name="T31" fmla="*/ 207 h 484"/>
                <a:gd name="T32" fmla="*/ 0 w 99"/>
                <a:gd name="T33" fmla="*/ 225 h 484"/>
                <a:gd name="T34" fmla="*/ 0 w 99"/>
                <a:gd name="T35" fmla="*/ 242 h 484"/>
                <a:gd name="T36" fmla="*/ 0 w 99"/>
                <a:gd name="T37" fmla="*/ 242 h 484"/>
                <a:gd name="T38" fmla="*/ 0 w 99"/>
                <a:gd name="T39" fmla="*/ 260 h 484"/>
                <a:gd name="T40" fmla="*/ 1 w 99"/>
                <a:gd name="T41" fmla="*/ 277 h 484"/>
                <a:gd name="T42" fmla="*/ 3 w 99"/>
                <a:gd name="T43" fmla="*/ 294 h 484"/>
                <a:gd name="T44" fmla="*/ 7 w 99"/>
                <a:gd name="T45" fmla="*/ 311 h 484"/>
                <a:gd name="T46" fmla="*/ 10 w 99"/>
                <a:gd name="T47" fmla="*/ 327 h 484"/>
                <a:gd name="T48" fmla="*/ 14 w 99"/>
                <a:gd name="T49" fmla="*/ 344 h 484"/>
                <a:gd name="T50" fmla="*/ 20 w 99"/>
                <a:gd name="T51" fmla="*/ 359 h 484"/>
                <a:gd name="T52" fmla="*/ 26 w 99"/>
                <a:gd name="T53" fmla="*/ 375 h 484"/>
                <a:gd name="T54" fmla="*/ 33 w 99"/>
                <a:gd name="T55" fmla="*/ 390 h 484"/>
                <a:gd name="T56" fmla="*/ 41 w 99"/>
                <a:gd name="T57" fmla="*/ 404 h 484"/>
                <a:gd name="T58" fmla="*/ 48 w 99"/>
                <a:gd name="T59" fmla="*/ 419 h 484"/>
                <a:gd name="T60" fmla="*/ 57 w 99"/>
                <a:gd name="T61" fmla="*/ 433 h 484"/>
                <a:gd name="T62" fmla="*/ 67 w 99"/>
                <a:gd name="T63" fmla="*/ 446 h 484"/>
                <a:gd name="T64" fmla="*/ 77 w 99"/>
                <a:gd name="T65" fmla="*/ 460 h 484"/>
                <a:gd name="T66" fmla="*/ 88 w 99"/>
                <a:gd name="T67" fmla="*/ 472 h 484"/>
                <a:gd name="T68" fmla="*/ 99 w 99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9" h="484">
                  <a:moveTo>
                    <a:pt x="99" y="0"/>
                  </a:moveTo>
                  <a:lnTo>
                    <a:pt x="99" y="0"/>
                  </a:lnTo>
                  <a:lnTo>
                    <a:pt x="88" y="12"/>
                  </a:lnTo>
                  <a:lnTo>
                    <a:pt x="77" y="25"/>
                  </a:lnTo>
                  <a:lnTo>
                    <a:pt x="67" y="37"/>
                  </a:lnTo>
                  <a:lnTo>
                    <a:pt x="57" y="51"/>
                  </a:lnTo>
                  <a:lnTo>
                    <a:pt x="48" y="65"/>
                  </a:lnTo>
                  <a:lnTo>
                    <a:pt x="41" y="79"/>
                  </a:lnTo>
                  <a:lnTo>
                    <a:pt x="33" y="94"/>
                  </a:lnTo>
                  <a:lnTo>
                    <a:pt x="26" y="109"/>
                  </a:lnTo>
                  <a:lnTo>
                    <a:pt x="20" y="124"/>
                  </a:lnTo>
                  <a:lnTo>
                    <a:pt x="14" y="141"/>
                  </a:lnTo>
                  <a:lnTo>
                    <a:pt x="10" y="156"/>
                  </a:lnTo>
                  <a:lnTo>
                    <a:pt x="7" y="173"/>
                  </a:lnTo>
                  <a:lnTo>
                    <a:pt x="3" y="191"/>
                  </a:lnTo>
                  <a:lnTo>
                    <a:pt x="1" y="207"/>
                  </a:lnTo>
                  <a:lnTo>
                    <a:pt x="0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60"/>
                  </a:lnTo>
                  <a:lnTo>
                    <a:pt x="1" y="277"/>
                  </a:lnTo>
                  <a:lnTo>
                    <a:pt x="3" y="294"/>
                  </a:lnTo>
                  <a:lnTo>
                    <a:pt x="7" y="311"/>
                  </a:lnTo>
                  <a:lnTo>
                    <a:pt x="10" y="327"/>
                  </a:lnTo>
                  <a:lnTo>
                    <a:pt x="14" y="344"/>
                  </a:lnTo>
                  <a:lnTo>
                    <a:pt x="20" y="359"/>
                  </a:lnTo>
                  <a:lnTo>
                    <a:pt x="26" y="375"/>
                  </a:lnTo>
                  <a:lnTo>
                    <a:pt x="33" y="390"/>
                  </a:lnTo>
                  <a:lnTo>
                    <a:pt x="41" y="404"/>
                  </a:lnTo>
                  <a:lnTo>
                    <a:pt x="48" y="419"/>
                  </a:lnTo>
                  <a:lnTo>
                    <a:pt x="57" y="433"/>
                  </a:lnTo>
                  <a:lnTo>
                    <a:pt x="67" y="446"/>
                  </a:lnTo>
                  <a:lnTo>
                    <a:pt x="77" y="460"/>
                  </a:lnTo>
                  <a:lnTo>
                    <a:pt x="88" y="472"/>
                  </a:lnTo>
                  <a:lnTo>
                    <a:pt x="99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0" name="Freeform 214"/>
            <p:cNvSpPr>
              <a:spLocks/>
            </p:cNvSpPr>
            <p:nvPr/>
          </p:nvSpPr>
          <p:spPr bwMode="auto">
            <a:xfrm>
              <a:off x="3107563" y="5090393"/>
              <a:ext cx="22225" cy="22225"/>
            </a:xfrm>
            <a:custGeom>
              <a:avLst/>
              <a:gdLst>
                <a:gd name="T0" fmla="*/ 98 w 98"/>
                <a:gd name="T1" fmla="*/ 49 h 98"/>
                <a:gd name="T2" fmla="*/ 98 w 98"/>
                <a:gd name="T3" fmla="*/ 49 h 98"/>
                <a:gd name="T4" fmla="*/ 97 w 98"/>
                <a:gd name="T5" fmla="*/ 58 h 98"/>
                <a:gd name="T6" fmla="*/ 93 w 98"/>
                <a:gd name="T7" fmla="*/ 68 h 98"/>
                <a:gd name="T8" fmla="*/ 89 w 98"/>
                <a:gd name="T9" fmla="*/ 76 h 98"/>
                <a:gd name="T10" fmla="*/ 83 w 98"/>
                <a:gd name="T11" fmla="*/ 84 h 98"/>
                <a:gd name="T12" fmla="*/ 76 w 98"/>
                <a:gd name="T13" fmla="*/ 89 h 98"/>
                <a:gd name="T14" fmla="*/ 68 w 98"/>
                <a:gd name="T15" fmla="*/ 94 h 98"/>
                <a:gd name="T16" fmla="*/ 58 w 98"/>
                <a:gd name="T17" fmla="*/ 97 h 98"/>
                <a:gd name="T18" fmla="*/ 49 w 98"/>
                <a:gd name="T19" fmla="*/ 98 h 98"/>
                <a:gd name="T20" fmla="*/ 49 w 98"/>
                <a:gd name="T21" fmla="*/ 98 h 98"/>
                <a:gd name="T22" fmla="*/ 39 w 98"/>
                <a:gd name="T23" fmla="*/ 97 h 98"/>
                <a:gd name="T24" fmla="*/ 29 w 98"/>
                <a:gd name="T25" fmla="*/ 94 h 98"/>
                <a:gd name="T26" fmla="*/ 22 w 98"/>
                <a:gd name="T27" fmla="*/ 89 h 98"/>
                <a:gd name="T28" fmla="*/ 14 w 98"/>
                <a:gd name="T29" fmla="*/ 84 h 98"/>
                <a:gd name="T30" fmla="*/ 9 w 98"/>
                <a:gd name="T31" fmla="*/ 76 h 98"/>
                <a:gd name="T32" fmla="*/ 4 w 98"/>
                <a:gd name="T33" fmla="*/ 68 h 98"/>
                <a:gd name="T34" fmla="*/ 1 w 98"/>
                <a:gd name="T35" fmla="*/ 58 h 98"/>
                <a:gd name="T36" fmla="*/ 0 w 98"/>
                <a:gd name="T37" fmla="*/ 49 h 98"/>
                <a:gd name="T38" fmla="*/ 0 w 98"/>
                <a:gd name="T39" fmla="*/ 49 h 98"/>
                <a:gd name="T40" fmla="*/ 1 w 98"/>
                <a:gd name="T41" fmla="*/ 40 h 98"/>
                <a:gd name="T42" fmla="*/ 4 w 98"/>
                <a:gd name="T43" fmla="*/ 30 h 98"/>
                <a:gd name="T44" fmla="*/ 9 w 98"/>
                <a:gd name="T45" fmla="*/ 22 h 98"/>
                <a:gd name="T46" fmla="*/ 14 w 98"/>
                <a:gd name="T47" fmla="*/ 14 h 98"/>
                <a:gd name="T48" fmla="*/ 22 w 98"/>
                <a:gd name="T49" fmla="*/ 9 h 98"/>
                <a:gd name="T50" fmla="*/ 29 w 98"/>
                <a:gd name="T51" fmla="*/ 4 h 98"/>
                <a:gd name="T52" fmla="*/ 39 w 98"/>
                <a:gd name="T53" fmla="*/ 1 h 98"/>
                <a:gd name="T54" fmla="*/ 49 w 98"/>
                <a:gd name="T55" fmla="*/ 0 h 98"/>
                <a:gd name="T56" fmla="*/ 49 w 98"/>
                <a:gd name="T57" fmla="*/ 0 h 98"/>
                <a:gd name="T58" fmla="*/ 58 w 98"/>
                <a:gd name="T59" fmla="*/ 1 h 98"/>
                <a:gd name="T60" fmla="*/ 68 w 98"/>
                <a:gd name="T61" fmla="*/ 4 h 98"/>
                <a:gd name="T62" fmla="*/ 76 w 98"/>
                <a:gd name="T63" fmla="*/ 9 h 98"/>
                <a:gd name="T64" fmla="*/ 83 w 98"/>
                <a:gd name="T65" fmla="*/ 14 h 98"/>
                <a:gd name="T66" fmla="*/ 89 w 98"/>
                <a:gd name="T67" fmla="*/ 22 h 98"/>
                <a:gd name="T68" fmla="*/ 93 w 98"/>
                <a:gd name="T69" fmla="*/ 30 h 98"/>
                <a:gd name="T70" fmla="*/ 97 w 98"/>
                <a:gd name="T71" fmla="*/ 40 h 98"/>
                <a:gd name="T72" fmla="*/ 98 w 98"/>
                <a:gd name="T73" fmla="*/ 49 h 98"/>
                <a:gd name="T74" fmla="*/ 98 w 98"/>
                <a:gd name="T75" fmla="*/ 4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8" h="98">
                  <a:moveTo>
                    <a:pt x="98" y="49"/>
                  </a:moveTo>
                  <a:lnTo>
                    <a:pt x="98" y="49"/>
                  </a:lnTo>
                  <a:lnTo>
                    <a:pt x="97" y="58"/>
                  </a:lnTo>
                  <a:lnTo>
                    <a:pt x="93" y="68"/>
                  </a:lnTo>
                  <a:lnTo>
                    <a:pt x="89" y="76"/>
                  </a:lnTo>
                  <a:lnTo>
                    <a:pt x="83" y="84"/>
                  </a:lnTo>
                  <a:lnTo>
                    <a:pt x="76" y="89"/>
                  </a:lnTo>
                  <a:lnTo>
                    <a:pt x="68" y="94"/>
                  </a:lnTo>
                  <a:lnTo>
                    <a:pt x="58" y="97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39" y="97"/>
                  </a:lnTo>
                  <a:lnTo>
                    <a:pt x="29" y="94"/>
                  </a:lnTo>
                  <a:lnTo>
                    <a:pt x="22" y="89"/>
                  </a:lnTo>
                  <a:lnTo>
                    <a:pt x="14" y="84"/>
                  </a:lnTo>
                  <a:lnTo>
                    <a:pt x="9" y="76"/>
                  </a:lnTo>
                  <a:lnTo>
                    <a:pt x="4" y="68"/>
                  </a:lnTo>
                  <a:lnTo>
                    <a:pt x="1" y="58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1" y="40"/>
                  </a:lnTo>
                  <a:lnTo>
                    <a:pt x="4" y="30"/>
                  </a:lnTo>
                  <a:lnTo>
                    <a:pt x="9" y="22"/>
                  </a:lnTo>
                  <a:lnTo>
                    <a:pt x="14" y="14"/>
                  </a:lnTo>
                  <a:lnTo>
                    <a:pt x="22" y="9"/>
                  </a:lnTo>
                  <a:lnTo>
                    <a:pt x="29" y="4"/>
                  </a:lnTo>
                  <a:lnTo>
                    <a:pt x="39" y="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58" y="1"/>
                  </a:lnTo>
                  <a:lnTo>
                    <a:pt x="68" y="4"/>
                  </a:lnTo>
                  <a:lnTo>
                    <a:pt x="76" y="9"/>
                  </a:lnTo>
                  <a:lnTo>
                    <a:pt x="83" y="14"/>
                  </a:lnTo>
                  <a:lnTo>
                    <a:pt x="89" y="22"/>
                  </a:lnTo>
                  <a:lnTo>
                    <a:pt x="93" y="30"/>
                  </a:lnTo>
                  <a:lnTo>
                    <a:pt x="97" y="40"/>
                  </a:lnTo>
                  <a:lnTo>
                    <a:pt x="98" y="49"/>
                  </a:lnTo>
                  <a:lnTo>
                    <a:pt x="98" y="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1" name="Gruppieren 680"/>
          <p:cNvGrpSpPr/>
          <p:nvPr/>
        </p:nvGrpSpPr>
        <p:grpSpPr>
          <a:xfrm>
            <a:off x="8486959" y="3962767"/>
            <a:ext cx="340229" cy="334312"/>
            <a:chOff x="3081750" y="3611563"/>
            <a:chExt cx="365125" cy="358775"/>
          </a:xfrm>
        </p:grpSpPr>
        <p:sp>
          <p:nvSpPr>
            <p:cNvPr id="682" name="Freeform 236"/>
            <p:cNvSpPr>
              <a:spLocks/>
            </p:cNvSpPr>
            <p:nvPr/>
          </p:nvSpPr>
          <p:spPr bwMode="auto">
            <a:xfrm>
              <a:off x="3081750" y="3643313"/>
              <a:ext cx="365125" cy="190500"/>
            </a:xfrm>
            <a:custGeom>
              <a:avLst/>
              <a:gdLst>
                <a:gd name="T0" fmla="*/ 1609 w 1610"/>
                <a:gd name="T1" fmla="*/ 755 h 841"/>
                <a:gd name="T2" fmla="*/ 1582 w 1610"/>
                <a:gd name="T3" fmla="*/ 593 h 841"/>
                <a:gd name="T4" fmla="*/ 1524 w 1610"/>
                <a:gd name="T5" fmla="*/ 442 h 841"/>
                <a:gd name="T6" fmla="*/ 1439 w 1610"/>
                <a:gd name="T7" fmla="*/ 308 h 841"/>
                <a:gd name="T8" fmla="*/ 1329 w 1610"/>
                <a:gd name="T9" fmla="*/ 194 h 841"/>
                <a:gd name="T10" fmla="*/ 1199 w 1610"/>
                <a:gd name="T11" fmla="*/ 102 h 841"/>
                <a:gd name="T12" fmla="*/ 1051 w 1610"/>
                <a:gd name="T13" fmla="*/ 39 h 841"/>
                <a:gd name="T14" fmla="*/ 890 w 1610"/>
                <a:gd name="T15" fmla="*/ 5 h 841"/>
                <a:gd name="T16" fmla="*/ 763 w 1610"/>
                <a:gd name="T17" fmla="*/ 2 h 841"/>
                <a:gd name="T18" fmla="*/ 598 w 1610"/>
                <a:gd name="T19" fmla="*/ 27 h 841"/>
                <a:gd name="T20" fmla="*/ 447 w 1610"/>
                <a:gd name="T21" fmla="*/ 85 h 841"/>
                <a:gd name="T22" fmla="*/ 312 w 1610"/>
                <a:gd name="T23" fmla="*/ 169 h 841"/>
                <a:gd name="T24" fmla="*/ 197 w 1610"/>
                <a:gd name="T25" fmla="*/ 278 h 841"/>
                <a:gd name="T26" fmla="*/ 106 w 1610"/>
                <a:gd name="T27" fmla="*/ 407 h 841"/>
                <a:gd name="T28" fmla="*/ 40 w 1610"/>
                <a:gd name="T29" fmla="*/ 554 h 841"/>
                <a:gd name="T30" fmla="*/ 5 w 1610"/>
                <a:gd name="T31" fmla="*/ 714 h 841"/>
                <a:gd name="T32" fmla="*/ 1 w 1610"/>
                <a:gd name="T33" fmla="*/ 841 h 841"/>
                <a:gd name="T34" fmla="*/ 10 w 1610"/>
                <a:gd name="T35" fmla="*/ 796 h 841"/>
                <a:gd name="T36" fmla="*/ 43 w 1610"/>
                <a:gd name="T37" fmla="*/ 745 h 841"/>
                <a:gd name="T38" fmla="*/ 74 w 1610"/>
                <a:gd name="T39" fmla="*/ 723 h 841"/>
                <a:gd name="T40" fmla="*/ 117 w 1610"/>
                <a:gd name="T41" fmla="*/ 707 h 841"/>
                <a:gd name="T42" fmla="*/ 175 w 1610"/>
                <a:gd name="T43" fmla="*/ 701 h 841"/>
                <a:gd name="T44" fmla="*/ 221 w 1610"/>
                <a:gd name="T45" fmla="*/ 704 h 841"/>
                <a:gd name="T46" fmla="*/ 271 w 1610"/>
                <a:gd name="T47" fmla="*/ 717 h 841"/>
                <a:gd name="T48" fmla="*/ 318 w 1610"/>
                <a:gd name="T49" fmla="*/ 745 h 841"/>
                <a:gd name="T50" fmla="*/ 365 w 1610"/>
                <a:gd name="T51" fmla="*/ 796 h 841"/>
                <a:gd name="T52" fmla="*/ 385 w 1610"/>
                <a:gd name="T53" fmla="*/ 841 h 841"/>
                <a:gd name="T54" fmla="*/ 399 w 1610"/>
                <a:gd name="T55" fmla="*/ 808 h 841"/>
                <a:gd name="T56" fmla="*/ 437 w 1610"/>
                <a:gd name="T57" fmla="*/ 757 h 841"/>
                <a:gd name="T58" fmla="*/ 489 w 1610"/>
                <a:gd name="T59" fmla="*/ 723 h 841"/>
                <a:gd name="T60" fmla="*/ 536 w 1610"/>
                <a:gd name="T61" fmla="*/ 707 h 841"/>
                <a:gd name="T62" fmla="*/ 595 w 1610"/>
                <a:gd name="T63" fmla="*/ 701 h 841"/>
                <a:gd name="T64" fmla="*/ 640 w 1610"/>
                <a:gd name="T65" fmla="*/ 704 h 841"/>
                <a:gd name="T66" fmla="*/ 692 w 1610"/>
                <a:gd name="T67" fmla="*/ 717 h 841"/>
                <a:gd name="T68" fmla="*/ 739 w 1610"/>
                <a:gd name="T69" fmla="*/ 745 h 841"/>
                <a:gd name="T70" fmla="*/ 785 w 1610"/>
                <a:gd name="T71" fmla="*/ 796 h 841"/>
                <a:gd name="T72" fmla="*/ 806 w 1610"/>
                <a:gd name="T73" fmla="*/ 841 h 841"/>
                <a:gd name="T74" fmla="*/ 825 w 1610"/>
                <a:gd name="T75" fmla="*/ 808 h 841"/>
                <a:gd name="T76" fmla="*/ 872 w 1610"/>
                <a:gd name="T77" fmla="*/ 757 h 841"/>
                <a:gd name="T78" fmla="*/ 944 w 1610"/>
                <a:gd name="T79" fmla="*/ 713 h 841"/>
                <a:gd name="T80" fmla="*/ 990 w 1610"/>
                <a:gd name="T81" fmla="*/ 702 h 841"/>
                <a:gd name="T82" fmla="*/ 1028 w 1610"/>
                <a:gd name="T83" fmla="*/ 701 h 841"/>
                <a:gd name="T84" fmla="*/ 1076 w 1610"/>
                <a:gd name="T85" fmla="*/ 710 h 841"/>
                <a:gd name="T86" fmla="*/ 1144 w 1610"/>
                <a:gd name="T87" fmla="*/ 745 h 841"/>
                <a:gd name="T88" fmla="*/ 1196 w 1610"/>
                <a:gd name="T89" fmla="*/ 796 h 841"/>
                <a:gd name="T90" fmla="*/ 1225 w 1610"/>
                <a:gd name="T91" fmla="*/ 841 h 841"/>
                <a:gd name="T92" fmla="*/ 1246 w 1610"/>
                <a:gd name="T93" fmla="*/ 808 h 841"/>
                <a:gd name="T94" fmla="*/ 1292 w 1610"/>
                <a:gd name="T95" fmla="*/ 757 h 841"/>
                <a:gd name="T96" fmla="*/ 1364 w 1610"/>
                <a:gd name="T97" fmla="*/ 713 h 841"/>
                <a:gd name="T98" fmla="*/ 1410 w 1610"/>
                <a:gd name="T99" fmla="*/ 702 h 841"/>
                <a:gd name="T100" fmla="*/ 1448 w 1610"/>
                <a:gd name="T101" fmla="*/ 701 h 841"/>
                <a:gd name="T102" fmla="*/ 1494 w 1610"/>
                <a:gd name="T103" fmla="*/ 710 h 841"/>
                <a:gd name="T104" fmla="*/ 1538 w 1610"/>
                <a:gd name="T105" fmla="*/ 733 h 841"/>
                <a:gd name="T106" fmla="*/ 1584 w 1610"/>
                <a:gd name="T107" fmla="*/ 783 h 841"/>
                <a:gd name="T108" fmla="*/ 1608 w 1610"/>
                <a:gd name="T109" fmla="*/ 835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10" h="841">
                  <a:moveTo>
                    <a:pt x="1610" y="841"/>
                  </a:moveTo>
                  <a:lnTo>
                    <a:pt x="1610" y="841"/>
                  </a:lnTo>
                  <a:lnTo>
                    <a:pt x="1610" y="798"/>
                  </a:lnTo>
                  <a:lnTo>
                    <a:pt x="1609" y="755"/>
                  </a:lnTo>
                  <a:lnTo>
                    <a:pt x="1606" y="714"/>
                  </a:lnTo>
                  <a:lnTo>
                    <a:pt x="1600" y="672"/>
                  </a:lnTo>
                  <a:lnTo>
                    <a:pt x="1592" y="633"/>
                  </a:lnTo>
                  <a:lnTo>
                    <a:pt x="1582" y="593"/>
                  </a:lnTo>
                  <a:lnTo>
                    <a:pt x="1570" y="554"/>
                  </a:lnTo>
                  <a:lnTo>
                    <a:pt x="1557" y="516"/>
                  </a:lnTo>
                  <a:lnTo>
                    <a:pt x="1541" y="479"/>
                  </a:lnTo>
                  <a:lnTo>
                    <a:pt x="1524" y="442"/>
                  </a:lnTo>
                  <a:lnTo>
                    <a:pt x="1505" y="408"/>
                  </a:lnTo>
                  <a:lnTo>
                    <a:pt x="1485" y="373"/>
                  </a:lnTo>
                  <a:lnTo>
                    <a:pt x="1463" y="340"/>
                  </a:lnTo>
                  <a:lnTo>
                    <a:pt x="1439" y="308"/>
                  </a:lnTo>
                  <a:lnTo>
                    <a:pt x="1413" y="278"/>
                  </a:lnTo>
                  <a:lnTo>
                    <a:pt x="1387" y="249"/>
                  </a:lnTo>
                  <a:lnTo>
                    <a:pt x="1359" y="221"/>
                  </a:lnTo>
                  <a:lnTo>
                    <a:pt x="1329" y="194"/>
                  </a:lnTo>
                  <a:lnTo>
                    <a:pt x="1298" y="169"/>
                  </a:lnTo>
                  <a:lnTo>
                    <a:pt x="1266" y="145"/>
                  </a:lnTo>
                  <a:lnTo>
                    <a:pt x="1233" y="123"/>
                  </a:lnTo>
                  <a:lnTo>
                    <a:pt x="1199" y="102"/>
                  </a:lnTo>
                  <a:lnTo>
                    <a:pt x="1163" y="85"/>
                  </a:lnTo>
                  <a:lnTo>
                    <a:pt x="1127" y="67"/>
                  </a:lnTo>
                  <a:lnTo>
                    <a:pt x="1089" y="52"/>
                  </a:lnTo>
                  <a:lnTo>
                    <a:pt x="1051" y="39"/>
                  </a:lnTo>
                  <a:lnTo>
                    <a:pt x="1012" y="27"/>
                  </a:lnTo>
                  <a:lnTo>
                    <a:pt x="972" y="18"/>
                  </a:lnTo>
                  <a:lnTo>
                    <a:pt x="931" y="10"/>
                  </a:lnTo>
                  <a:lnTo>
                    <a:pt x="890" y="5"/>
                  </a:lnTo>
                  <a:lnTo>
                    <a:pt x="847" y="2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763" y="2"/>
                  </a:lnTo>
                  <a:lnTo>
                    <a:pt x="721" y="5"/>
                  </a:lnTo>
                  <a:lnTo>
                    <a:pt x="679" y="10"/>
                  </a:lnTo>
                  <a:lnTo>
                    <a:pt x="638" y="18"/>
                  </a:lnTo>
                  <a:lnTo>
                    <a:pt x="598" y="27"/>
                  </a:lnTo>
                  <a:lnTo>
                    <a:pt x="560" y="39"/>
                  </a:lnTo>
                  <a:lnTo>
                    <a:pt x="521" y="52"/>
                  </a:lnTo>
                  <a:lnTo>
                    <a:pt x="483" y="67"/>
                  </a:lnTo>
                  <a:lnTo>
                    <a:pt x="447" y="85"/>
                  </a:lnTo>
                  <a:lnTo>
                    <a:pt x="412" y="102"/>
                  </a:lnTo>
                  <a:lnTo>
                    <a:pt x="378" y="123"/>
                  </a:lnTo>
                  <a:lnTo>
                    <a:pt x="344" y="145"/>
                  </a:lnTo>
                  <a:lnTo>
                    <a:pt x="312" y="169"/>
                  </a:lnTo>
                  <a:lnTo>
                    <a:pt x="282" y="194"/>
                  </a:lnTo>
                  <a:lnTo>
                    <a:pt x="252" y="221"/>
                  </a:lnTo>
                  <a:lnTo>
                    <a:pt x="224" y="249"/>
                  </a:lnTo>
                  <a:lnTo>
                    <a:pt x="197" y="278"/>
                  </a:lnTo>
                  <a:lnTo>
                    <a:pt x="172" y="308"/>
                  </a:lnTo>
                  <a:lnTo>
                    <a:pt x="148" y="340"/>
                  </a:lnTo>
                  <a:lnTo>
                    <a:pt x="126" y="373"/>
                  </a:lnTo>
                  <a:lnTo>
                    <a:pt x="106" y="407"/>
                  </a:lnTo>
                  <a:lnTo>
                    <a:pt x="86" y="442"/>
                  </a:lnTo>
                  <a:lnTo>
                    <a:pt x="69" y="479"/>
                  </a:lnTo>
                  <a:lnTo>
                    <a:pt x="53" y="516"/>
                  </a:lnTo>
                  <a:lnTo>
                    <a:pt x="40" y="554"/>
                  </a:lnTo>
                  <a:lnTo>
                    <a:pt x="28" y="593"/>
                  </a:lnTo>
                  <a:lnTo>
                    <a:pt x="19" y="633"/>
                  </a:lnTo>
                  <a:lnTo>
                    <a:pt x="11" y="672"/>
                  </a:lnTo>
                  <a:lnTo>
                    <a:pt x="5" y="714"/>
                  </a:lnTo>
                  <a:lnTo>
                    <a:pt x="1" y="755"/>
                  </a:lnTo>
                  <a:lnTo>
                    <a:pt x="0" y="798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" y="835"/>
                  </a:lnTo>
                  <a:lnTo>
                    <a:pt x="3" y="819"/>
                  </a:lnTo>
                  <a:lnTo>
                    <a:pt x="6" y="808"/>
                  </a:lnTo>
                  <a:lnTo>
                    <a:pt x="10" y="796"/>
                  </a:lnTo>
                  <a:lnTo>
                    <a:pt x="15" y="783"/>
                  </a:lnTo>
                  <a:lnTo>
                    <a:pt x="22" y="771"/>
                  </a:lnTo>
                  <a:lnTo>
                    <a:pt x="31" y="757"/>
                  </a:lnTo>
                  <a:lnTo>
                    <a:pt x="43" y="745"/>
                  </a:lnTo>
                  <a:lnTo>
                    <a:pt x="49" y="738"/>
                  </a:lnTo>
                  <a:lnTo>
                    <a:pt x="57" y="733"/>
                  </a:lnTo>
                  <a:lnTo>
                    <a:pt x="65" y="728"/>
                  </a:lnTo>
                  <a:lnTo>
                    <a:pt x="74" y="723"/>
                  </a:lnTo>
                  <a:lnTo>
                    <a:pt x="84" y="717"/>
                  </a:lnTo>
                  <a:lnTo>
                    <a:pt x="94" y="713"/>
                  </a:lnTo>
                  <a:lnTo>
                    <a:pt x="105" y="710"/>
                  </a:lnTo>
                  <a:lnTo>
                    <a:pt x="117" y="707"/>
                  </a:lnTo>
                  <a:lnTo>
                    <a:pt x="130" y="704"/>
                  </a:lnTo>
                  <a:lnTo>
                    <a:pt x="144" y="702"/>
                  </a:lnTo>
                  <a:lnTo>
                    <a:pt x="159" y="701"/>
                  </a:lnTo>
                  <a:lnTo>
                    <a:pt x="175" y="701"/>
                  </a:lnTo>
                  <a:lnTo>
                    <a:pt x="175" y="701"/>
                  </a:lnTo>
                  <a:lnTo>
                    <a:pt x="192" y="701"/>
                  </a:lnTo>
                  <a:lnTo>
                    <a:pt x="206" y="702"/>
                  </a:lnTo>
                  <a:lnTo>
                    <a:pt x="221" y="704"/>
                  </a:lnTo>
                  <a:lnTo>
                    <a:pt x="234" y="707"/>
                  </a:lnTo>
                  <a:lnTo>
                    <a:pt x="247" y="710"/>
                  </a:lnTo>
                  <a:lnTo>
                    <a:pt x="260" y="713"/>
                  </a:lnTo>
                  <a:lnTo>
                    <a:pt x="271" y="717"/>
                  </a:lnTo>
                  <a:lnTo>
                    <a:pt x="282" y="723"/>
                  </a:lnTo>
                  <a:lnTo>
                    <a:pt x="292" y="728"/>
                  </a:lnTo>
                  <a:lnTo>
                    <a:pt x="301" y="733"/>
                  </a:lnTo>
                  <a:lnTo>
                    <a:pt x="318" y="745"/>
                  </a:lnTo>
                  <a:lnTo>
                    <a:pt x="333" y="757"/>
                  </a:lnTo>
                  <a:lnTo>
                    <a:pt x="345" y="771"/>
                  </a:lnTo>
                  <a:lnTo>
                    <a:pt x="356" y="783"/>
                  </a:lnTo>
                  <a:lnTo>
                    <a:pt x="365" y="796"/>
                  </a:lnTo>
                  <a:lnTo>
                    <a:pt x="371" y="808"/>
                  </a:lnTo>
                  <a:lnTo>
                    <a:pt x="377" y="819"/>
                  </a:lnTo>
                  <a:lnTo>
                    <a:pt x="383" y="835"/>
                  </a:lnTo>
                  <a:lnTo>
                    <a:pt x="385" y="841"/>
                  </a:lnTo>
                  <a:lnTo>
                    <a:pt x="385" y="841"/>
                  </a:lnTo>
                  <a:lnTo>
                    <a:pt x="387" y="835"/>
                  </a:lnTo>
                  <a:lnTo>
                    <a:pt x="393" y="819"/>
                  </a:lnTo>
                  <a:lnTo>
                    <a:pt x="399" y="808"/>
                  </a:lnTo>
                  <a:lnTo>
                    <a:pt x="405" y="796"/>
                  </a:lnTo>
                  <a:lnTo>
                    <a:pt x="414" y="783"/>
                  </a:lnTo>
                  <a:lnTo>
                    <a:pt x="425" y="771"/>
                  </a:lnTo>
                  <a:lnTo>
                    <a:pt x="437" y="757"/>
                  </a:lnTo>
                  <a:lnTo>
                    <a:pt x="452" y="745"/>
                  </a:lnTo>
                  <a:lnTo>
                    <a:pt x="469" y="733"/>
                  </a:lnTo>
                  <a:lnTo>
                    <a:pt x="478" y="728"/>
                  </a:lnTo>
                  <a:lnTo>
                    <a:pt x="489" y="723"/>
                  </a:lnTo>
                  <a:lnTo>
                    <a:pt x="499" y="717"/>
                  </a:lnTo>
                  <a:lnTo>
                    <a:pt x="511" y="713"/>
                  </a:lnTo>
                  <a:lnTo>
                    <a:pt x="523" y="710"/>
                  </a:lnTo>
                  <a:lnTo>
                    <a:pt x="536" y="707"/>
                  </a:lnTo>
                  <a:lnTo>
                    <a:pt x="549" y="704"/>
                  </a:lnTo>
                  <a:lnTo>
                    <a:pt x="564" y="702"/>
                  </a:lnTo>
                  <a:lnTo>
                    <a:pt x="580" y="701"/>
                  </a:lnTo>
                  <a:lnTo>
                    <a:pt x="595" y="701"/>
                  </a:lnTo>
                  <a:lnTo>
                    <a:pt x="595" y="701"/>
                  </a:lnTo>
                  <a:lnTo>
                    <a:pt x="611" y="701"/>
                  </a:lnTo>
                  <a:lnTo>
                    <a:pt x="627" y="702"/>
                  </a:lnTo>
                  <a:lnTo>
                    <a:pt x="640" y="704"/>
                  </a:lnTo>
                  <a:lnTo>
                    <a:pt x="655" y="707"/>
                  </a:lnTo>
                  <a:lnTo>
                    <a:pt x="668" y="710"/>
                  </a:lnTo>
                  <a:lnTo>
                    <a:pt x="680" y="713"/>
                  </a:lnTo>
                  <a:lnTo>
                    <a:pt x="692" y="717"/>
                  </a:lnTo>
                  <a:lnTo>
                    <a:pt x="702" y="723"/>
                  </a:lnTo>
                  <a:lnTo>
                    <a:pt x="713" y="728"/>
                  </a:lnTo>
                  <a:lnTo>
                    <a:pt x="722" y="733"/>
                  </a:lnTo>
                  <a:lnTo>
                    <a:pt x="739" y="745"/>
                  </a:lnTo>
                  <a:lnTo>
                    <a:pt x="753" y="757"/>
                  </a:lnTo>
                  <a:lnTo>
                    <a:pt x="766" y="771"/>
                  </a:lnTo>
                  <a:lnTo>
                    <a:pt x="776" y="783"/>
                  </a:lnTo>
                  <a:lnTo>
                    <a:pt x="785" y="796"/>
                  </a:lnTo>
                  <a:lnTo>
                    <a:pt x="792" y="808"/>
                  </a:lnTo>
                  <a:lnTo>
                    <a:pt x="797" y="819"/>
                  </a:lnTo>
                  <a:lnTo>
                    <a:pt x="804" y="835"/>
                  </a:lnTo>
                  <a:lnTo>
                    <a:pt x="806" y="841"/>
                  </a:lnTo>
                  <a:lnTo>
                    <a:pt x="806" y="841"/>
                  </a:lnTo>
                  <a:lnTo>
                    <a:pt x="809" y="835"/>
                  </a:lnTo>
                  <a:lnTo>
                    <a:pt x="818" y="819"/>
                  </a:lnTo>
                  <a:lnTo>
                    <a:pt x="825" y="808"/>
                  </a:lnTo>
                  <a:lnTo>
                    <a:pt x="835" y="796"/>
                  </a:lnTo>
                  <a:lnTo>
                    <a:pt x="845" y="783"/>
                  </a:lnTo>
                  <a:lnTo>
                    <a:pt x="858" y="771"/>
                  </a:lnTo>
                  <a:lnTo>
                    <a:pt x="872" y="757"/>
                  </a:lnTo>
                  <a:lnTo>
                    <a:pt x="887" y="745"/>
                  </a:lnTo>
                  <a:lnTo>
                    <a:pt x="905" y="733"/>
                  </a:lnTo>
                  <a:lnTo>
                    <a:pt x="924" y="723"/>
                  </a:lnTo>
                  <a:lnTo>
                    <a:pt x="944" y="713"/>
                  </a:lnTo>
                  <a:lnTo>
                    <a:pt x="955" y="710"/>
                  </a:lnTo>
                  <a:lnTo>
                    <a:pt x="966" y="707"/>
                  </a:lnTo>
                  <a:lnTo>
                    <a:pt x="978" y="704"/>
                  </a:lnTo>
                  <a:lnTo>
                    <a:pt x="990" y="702"/>
                  </a:lnTo>
                  <a:lnTo>
                    <a:pt x="1002" y="701"/>
                  </a:lnTo>
                  <a:lnTo>
                    <a:pt x="1016" y="701"/>
                  </a:lnTo>
                  <a:lnTo>
                    <a:pt x="1016" y="701"/>
                  </a:lnTo>
                  <a:lnTo>
                    <a:pt x="1028" y="701"/>
                  </a:lnTo>
                  <a:lnTo>
                    <a:pt x="1041" y="702"/>
                  </a:lnTo>
                  <a:lnTo>
                    <a:pt x="1053" y="704"/>
                  </a:lnTo>
                  <a:lnTo>
                    <a:pt x="1065" y="707"/>
                  </a:lnTo>
                  <a:lnTo>
                    <a:pt x="1076" y="710"/>
                  </a:lnTo>
                  <a:lnTo>
                    <a:pt x="1087" y="713"/>
                  </a:lnTo>
                  <a:lnTo>
                    <a:pt x="1107" y="723"/>
                  </a:lnTo>
                  <a:lnTo>
                    <a:pt x="1126" y="733"/>
                  </a:lnTo>
                  <a:lnTo>
                    <a:pt x="1144" y="745"/>
                  </a:lnTo>
                  <a:lnTo>
                    <a:pt x="1159" y="757"/>
                  </a:lnTo>
                  <a:lnTo>
                    <a:pt x="1173" y="771"/>
                  </a:lnTo>
                  <a:lnTo>
                    <a:pt x="1185" y="783"/>
                  </a:lnTo>
                  <a:lnTo>
                    <a:pt x="1196" y="796"/>
                  </a:lnTo>
                  <a:lnTo>
                    <a:pt x="1205" y="808"/>
                  </a:lnTo>
                  <a:lnTo>
                    <a:pt x="1213" y="819"/>
                  </a:lnTo>
                  <a:lnTo>
                    <a:pt x="1222" y="835"/>
                  </a:lnTo>
                  <a:lnTo>
                    <a:pt x="1225" y="841"/>
                  </a:lnTo>
                  <a:lnTo>
                    <a:pt x="1225" y="841"/>
                  </a:lnTo>
                  <a:lnTo>
                    <a:pt x="1228" y="835"/>
                  </a:lnTo>
                  <a:lnTo>
                    <a:pt x="1239" y="819"/>
                  </a:lnTo>
                  <a:lnTo>
                    <a:pt x="1246" y="808"/>
                  </a:lnTo>
                  <a:lnTo>
                    <a:pt x="1255" y="796"/>
                  </a:lnTo>
                  <a:lnTo>
                    <a:pt x="1266" y="783"/>
                  </a:lnTo>
                  <a:lnTo>
                    <a:pt x="1278" y="771"/>
                  </a:lnTo>
                  <a:lnTo>
                    <a:pt x="1292" y="757"/>
                  </a:lnTo>
                  <a:lnTo>
                    <a:pt x="1308" y="745"/>
                  </a:lnTo>
                  <a:lnTo>
                    <a:pt x="1325" y="733"/>
                  </a:lnTo>
                  <a:lnTo>
                    <a:pt x="1343" y="723"/>
                  </a:lnTo>
                  <a:lnTo>
                    <a:pt x="1364" y="713"/>
                  </a:lnTo>
                  <a:lnTo>
                    <a:pt x="1375" y="710"/>
                  </a:lnTo>
                  <a:lnTo>
                    <a:pt x="1386" y="707"/>
                  </a:lnTo>
                  <a:lnTo>
                    <a:pt x="1398" y="704"/>
                  </a:lnTo>
                  <a:lnTo>
                    <a:pt x="1410" y="702"/>
                  </a:lnTo>
                  <a:lnTo>
                    <a:pt x="1423" y="701"/>
                  </a:lnTo>
                  <a:lnTo>
                    <a:pt x="1435" y="701"/>
                  </a:lnTo>
                  <a:lnTo>
                    <a:pt x="1435" y="701"/>
                  </a:lnTo>
                  <a:lnTo>
                    <a:pt x="1448" y="701"/>
                  </a:lnTo>
                  <a:lnTo>
                    <a:pt x="1461" y="702"/>
                  </a:lnTo>
                  <a:lnTo>
                    <a:pt x="1472" y="704"/>
                  </a:lnTo>
                  <a:lnTo>
                    <a:pt x="1484" y="707"/>
                  </a:lnTo>
                  <a:lnTo>
                    <a:pt x="1494" y="710"/>
                  </a:lnTo>
                  <a:lnTo>
                    <a:pt x="1503" y="713"/>
                  </a:lnTo>
                  <a:lnTo>
                    <a:pt x="1513" y="717"/>
                  </a:lnTo>
                  <a:lnTo>
                    <a:pt x="1522" y="723"/>
                  </a:lnTo>
                  <a:lnTo>
                    <a:pt x="1538" y="733"/>
                  </a:lnTo>
                  <a:lnTo>
                    <a:pt x="1553" y="745"/>
                  </a:lnTo>
                  <a:lnTo>
                    <a:pt x="1564" y="757"/>
                  </a:lnTo>
                  <a:lnTo>
                    <a:pt x="1576" y="771"/>
                  </a:lnTo>
                  <a:lnTo>
                    <a:pt x="1584" y="783"/>
                  </a:lnTo>
                  <a:lnTo>
                    <a:pt x="1591" y="796"/>
                  </a:lnTo>
                  <a:lnTo>
                    <a:pt x="1598" y="808"/>
                  </a:lnTo>
                  <a:lnTo>
                    <a:pt x="1602" y="819"/>
                  </a:lnTo>
                  <a:lnTo>
                    <a:pt x="1608" y="835"/>
                  </a:lnTo>
                  <a:lnTo>
                    <a:pt x="1610" y="841"/>
                  </a:lnTo>
                  <a:lnTo>
                    <a:pt x="1610" y="84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3" name="Line 237"/>
            <p:cNvSpPr>
              <a:spLocks noChangeShapeType="1"/>
            </p:cNvSpPr>
            <p:nvPr/>
          </p:nvSpPr>
          <p:spPr bwMode="auto">
            <a:xfrm flipV="1">
              <a:off x="3264312" y="3611563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4" name="Freeform 238"/>
            <p:cNvSpPr>
              <a:spLocks/>
            </p:cNvSpPr>
            <p:nvPr/>
          </p:nvSpPr>
          <p:spPr bwMode="auto">
            <a:xfrm>
              <a:off x="3264312" y="3833813"/>
              <a:ext cx="39687" cy="136525"/>
            </a:xfrm>
            <a:custGeom>
              <a:avLst/>
              <a:gdLst>
                <a:gd name="T0" fmla="*/ 174 w 174"/>
                <a:gd name="T1" fmla="*/ 525 h 603"/>
                <a:gd name="T2" fmla="*/ 174 w 174"/>
                <a:gd name="T3" fmla="*/ 525 h 603"/>
                <a:gd name="T4" fmla="*/ 174 w 174"/>
                <a:gd name="T5" fmla="*/ 534 h 603"/>
                <a:gd name="T6" fmla="*/ 172 w 174"/>
                <a:gd name="T7" fmla="*/ 543 h 603"/>
                <a:gd name="T8" fmla="*/ 170 w 174"/>
                <a:gd name="T9" fmla="*/ 551 h 603"/>
                <a:gd name="T10" fmla="*/ 167 w 174"/>
                <a:gd name="T11" fmla="*/ 559 h 603"/>
                <a:gd name="T12" fmla="*/ 163 w 174"/>
                <a:gd name="T13" fmla="*/ 567 h 603"/>
                <a:gd name="T14" fmla="*/ 159 w 174"/>
                <a:gd name="T15" fmla="*/ 573 h 603"/>
                <a:gd name="T16" fmla="*/ 152 w 174"/>
                <a:gd name="T17" fmla="*/ 578 h 603"/>
                <a:gd name="T18" fmla="*/ 147 w 174"/>
                <a:gd name="T19" fmla="*/ 584 h 603"/>
                <a:gd name="T20" fmla="*/ 141 w 174"/>
                <a:gd name="T21" fmla="*/ 589 h 603"/>
                <a:gd name="T22" fmla="*/ 134 w 174"/>
                <a:gd name="T23" fmla="*/ 593 h 603"/>
                <a:gd name="T24" fmla="*/ 126 w 174"/>
                <a:gd name="T25" fmla="*/ 596 h 603"/>
                <a:gd name="T26" fmla="*/ 119 w 174"/>
                <a:gd name="T27" fmla="*/ 598 h 603"/>
                <a:gd name="T28" fmla="*/ 112 w 174"/>
                <a:gd name="T29" fmla="*/ 600 h 603"/>
                <a:gd name="T30" fmla="*/ 103 w 174"/>
                <a:gd name="T31" fmla="*/ 602 h 603"/>
                <a:gd name="T32" fmla="*/ 86 w 174"/>
                <a:gd name="T33" fmla="*/ 603 h 603"/>
                <a:gd name="T34" fmla="*/ 71 w 174"/>
                <a:gd name="T35" fmla="*/ 602 h 603"/>
                <a:gd name="T36" fmla="*/ 62 w 174"/>
                <a:gd name="T37" fmla="*/ 600 h 603"/>
                <a:gd name="T38" fmla="*/ 55 w 174"/>
                <a:gd name="T39" fmla="*/ 598 h 603"/>
                <a:gd name="T40" fmla="*/ 47 w 174"/>
                <a:gd name="T41" fmla="*/ 596 h 603"/>
                <a:gd name="T42" fmla="*/ 39 w 174"/>
                <a:gd name="T43" fmla="*/ 593 h 603"/>
                <a:gd name="T44" fmla="*/ 33 w 174"/>
                <a:gd name="T45" fmla="*/ 589 h 603"/>
                <a:gd name="T46" fmla="*/ 27 w 174"/>
                <a:gd name="T47" fmla="*/ 584 h 603"/>
                <a:gd name="T48" fmla="*/ 21 w 174"/>
                <a:gd name="T49" fmla="*/ 578 h 603"/>
                <a:gd name="T50" fmla="*/ 15 w 174"/>
                <a:gd name="T51" fmla="*/ 573 h 603"/>
                <a:gd name="T52" fmla="*/ 11 w 174"/>
                <a:gd name="T53" fmla="*/ 567 h 603"/>
                <a:gd name="T54" fmla="*/ 7 w 174"/>
                <a:gd name="T55" fmla="*/ 559 h 603"/>
                <a:gd name="T56" fmla="*/ 4 w 174"/>
                <a:gd name="T57" fmla="*/ 551 h 603"/>
                <a:gd name="T58" fmla="*/ 2 w 174"/>
                <a:gd name="T59" fmla="*/ 543 h 603"/>
                <a:gd name="T60" fmla="*/ 0 w 174"/>
                <a:gd name="T61" fmla="*/ 534 h 603"/>
                <a:gd name="T62" fmla="*/ 0 w 174"/>
                <a:gd name="T63" fmla="*/ 525 h 603"/>
                <a:gd name="T64" fmla="*/ 0 w 174"/>
                <a:gd name="T65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4" h="603">
                  <a:moveTo>
                    <a:pt x="174" y="525"/>
                  </a:moveTo>
                  <a:lnTo>
                    <a:pt x="174" y="525"/>
                  </a:lnTo>
                  <a:lnTo>
                    <a:pt x="174" y="534"/>
                  </a:lnTo>
                  <a:lnTo>
                    <a:pt x="172" y="543"/>
                  </a:lnTo>
                  <a:lnTo>
                    <a:pt x="170" y="551"/>
                  </a:lnTo>
                  <a:lnTo>
                    <a:pt x="167" y="559"/>
                  </a:lnTo>
                  <a:lnTo>
                    <a:pt x="163" y="567"/>
                  </a:lnTo>
                  <a:lnTo>
                    <a:pt x="159" y="573"/>
                  </a:lnTo>
                  <a:lnTo>
                    <a:pt x="152" y="578"/>
                  </a:lnTo>
                  <a:lnTo>
                    <a:pt x="147" y="584"/>
                  </a:lnTo>
                  <a:lnTo>
                    <a:pt x="141" y="589"/>
                  </a:lnTo>
                  <a:lnTo>
                    <a:pt x="134" y="593"/>
                  </a:lnTo>
                  <a:lnTo>
                    <a:pt x="126" y="596"/>
                  </a:lnTo>
                  <a:lnTo>
                    <a:pt x="119" y="598"/>
                  </a:lnTo>
                  <a:lnTo>
                    <a:pt x="112" y="600"/>
                  </a:lnTo>
                  <a:lnTo>
                    <a:pt x="103" y="602"/>
                  </a:lnTo>
                  <a:lnTo>
                    <a:pt x="86" y="603"/>
                  </a:lnTo>
                  <a:lnTo>
                    <a:pt x="71" y="602"/>
                  </a:lnTo>
                  <a:lnTo>
                    <a:pt x="62" y="600"/>
                  </a:lnTo>
                  <a:lnTo>
                    <a:pt x="55" y="598"/>
                  </a:lnTo>
                  <a:lnTo>
                    <a:pt x="47" y="596"/>
                  </a:lnTo>
                  <a:lnTo>
                    <a:pt x="39" y="593"/>
                  </a:lnTo>
                  <a:lnTo>
                    <a:pt x="33" y="589"/>
                  </a:lnTo>
                  <a:lnTo>
                    <a:pt x="27" y="584"/>
                  </a:lnTo>
                  <a:lnTo>
                    <a:pt x="21" y="578"/>
                  </a:lnTo>
                  <a:lnTo>
                    <a:pt x="15" y="573"/>
                  </a:lnTo>
                  <a:lnTo>
                    <a:pt x="11" y="567"/>
                  </a:lnTo>
                  <a:lnTo>
                    <a:pt x="7" y="559"/>
                  </a:lnTo>
                  <a:lnTo>
                    <a:pt x="4" y="551"/>
                  </a:lnTo>
                  <a:lnTo>
                    <a:pt x="2" y="543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5" name="Gruppieren 684"/>
          <p:cNvGrpSpPr/>
          <p:nvPr/>
        </p:nvGrpSpPr>
        <p:grpSpPr>
          <a:xfrm>
            <a:off x="8983664" y="4565206"/>
            <a:ext cx="329874" cy="329874"/>
            <a:chOff x="6967538" y="3609975"/>
            <a:chExt cx="354012" cy="354012"/>
          </a:xfrm>
        </p:grpSpPr>
        <p:sp>
          <p:nvSpPr>
            <p:cNvPr id="686" name="Line 260"/>
            <p:cNvSpPr>
              <a:spLocks noChangeShapeType="1"/>
            </p:cNvSpPr>
            <p:nvPr/>
          </p:nvSpPr>
          <p:spPr bwMode="auto">
            <a:xfrm>
              <a:off x="7119938" y="3609975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7" name="Freeform 261"/>
            <p:cNvSpPr>
              <a:spLocks/>
            </p:cNvSpPr>
            <p:nvPr/>
          </p:nvSpPr>
          <p:spPr bwMode="auto">
            <a:xfrm>
              <a:off x="7075488" y="3671888"/>
              <a:ext cx="92075" cy="46037"/>
            </a:xfrm>
            <a:custGeom>
              <a:avLst/>
              <a:gdLst>
                <a:gd name="T0" fmla="*/ 232 w 232"/>
                <a:gd name="T1" fmla="*/ 0 h 117"/>
                <a:gd name="T2" fmla="*/ 116 w 232"/>
                <a:gd name="T3" fmla="*/ 117 h 117"/>
                <a:gd name="T4" fmla="*/ 0 w 232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17">
                  <a:moveTo>
                    <a:pt x="232" y="0"/>
                  </a:moveTo>
                  <a:lnTo>
                    <a:pt x="116" y="11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8" name="Freeform 262"/>
            <p:cNvSpPr>
              <a:spLocks/>
            </p:cNvSpPr>
            <p:nvPr/>
          </p:nvSpPr>
          <p:spPr bwMode="auto">
            <a:xfrm>
              <a:off x="7013575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7 w 116"/>
                <a:gd name="T9" fmla="*/ 91 h 117"/>
                <a:gd name="T10" fmla="*/ 100 w 116"/>
                <a:gd name="T11" fmla="*/ 99 h 117"/>
                <a:gd name="T12" fmla="*/ 90 w 116"/>
                <a:gd name="T13" fmla="*/ 106 h 117"/>
                <a:gd name="T14" fmla="*/ 80 w 116"/>
                <a:gd name="T15" fmla="*/ 113 h 117"/>
                <a:gd name="T16" fmla="*/ 69 w 116"/>
                <a:gd name="T17" fmla="*/ 116 h 117"/>
                <a:gd name="T18" fmla="*/ 58 w 116"/>
                <a:gd name="T19" fmla="*/ 117 h 117"/>
                <a:gd name="T20" fmla="*/ 58 w 116"/>
                <a:gd name="T21" fmla="*/ 117 h 117"/>
                <a:gd name="T22" fmla="*/ 46 w 116"/>
                <a:gd name="T23" fmla="*/ 116 h 117"/>
                <a:gd name="T24" fmla="*/ 36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9 w 116"/>
                <a:gd name="T31" fmla="*/ 91 h 117"/>
                <a:gd name="T32" fmla="*/ 4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4 w 116"/>
                <a:gd name="T43" fmla="*/ 37 h 117"/>
                <a:gd name="T44" fmla="*/ 9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6 w 116"/>
                <a:gd name="T51" fmla="*/ 5 h 117"/>
                <a:gd name="T52" fmla="*/ 46 w 116"/>
                <a:gd name="T53" fmla="*/ 2 h 117"/>
                <a:gd name="T54" fmla="*/ 58 w 116"/>
                <a:gd name="T55" fmla="*/ 0 h 117"/>
                <a:gd name="T56" fmla="*/ 58 w 116"/>
                <a:gd name="T57" fmla="*/ 0 h 117"/>
                <a:gd name="T58" fmla="*/ 69 w 116"/>
                <a:gd name="T59" fmla="*/ 2 h 117"/>
                <a:gd name="T60" fmla="*/ 80 w 116"/>
                <a:gd name="T61" fmla="*/ 5 h 117"/>
                <a:gd name="T62" fmla="*/ 90 w 116"/>
                <a:gd name="T63" fmla="*/ 10 h 117"/>
                <a:gd name="T64" fmla="*/ 100 w 116"/>
                <a:gd name="T65" fmla="*/ 17 h 117"/>
                <a:gd name="T66" fmla="*/ 107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0" y="106"/>
                  </a:lnTo>
                  <a:lnTo>
                    <a:pt x="80" y="113"/>
                  </a:lnTo>
                  <a:lnTo>
                    <a:pt x="69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6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9" y="91"/>
                  </a:lnTo>
                  <a:lnTo>
                    <a:pt x="4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4" y="37"/>
                  </a:lnTo>
                  <a:lnTo>
                    <a:pt x="9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6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9" y="2"/>
                  </a:lnTo>
                  <a:lnTo>
                    <a:pt x="80" y="5"/>
                  </a:lnTo>
                  <a:lnTo>
                    <a:pt x="90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9" name="Freeform 263"/>
            <p:cNvSpPr>
              <a:spLocks/>
            </p:cNvSpPr>
            <p:nvPr/>
          </p:nvSpPr>
          <p:spPr bwMode="auto">
            <a:xfrm>
              <a:off x="718185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2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2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2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2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0" name="Freeform 264"/>
            <p:cNvSpPr>
              <a:spLocks/>
            </p:cNvSpPr>
            <p:nvPr/>
          </p:nvSpPr>
          <p:spPr bwMode="auto">
            <a:xfrm>
              <a:off x="7035800" y="3656013"/>
              <a:ext cx="285750" cy="261937"/>
            </a:xfrm>
            <a:custGeom>
              <a:avLst/>
              <a:gdLst>
                <a:gd name="T0" fmla="*/ 717 w 717"/>
                <a:gd name="T1" fmla="*/ 0 h 658"/>
                <a:gd name="T2" fmla="*/ 582 w 717"/>
                <a:gd name="T3" fmla="*/ 0 h 658"/>
                <a:gd name="T4" fmla="*/ 427 w 717"/>
                <a:gd name="T5" fmla="*/ 658 h 658"/>
                <a:gd name="T6" fmla="*/ 0 w 71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7" h="658">
                  <a:moveTo>
                    <a:pt x="717" y="0"/>
                  </a:moveTo>
                  <a:lnTo>
                    <a:pt x="582" y="0"/>
                  </a:lnTo>
                  <a:lnTo>
                    <a:pt x="427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1" name="Freeform 265"/>
            <p:cNvSpPr>
              <a:spLocks/>
            </p:cNvSpPr>
            <p:nvPr/>
          </p:nvSpPr>
          <p:spPr bwMode="auto">
            <a:xfrm>
              <a:off x="6967538" y="3749675"/>
              <a:ext cx="276225" cy="138112"/>
            </a:xfrm>
            <a:custGeom>
              <a:avLst/>
              <a:gdLst>
                <a:gd name="T0" fmla="*/ 619 w 697"/>
                <a:gd name="T1" fmla="*/ 348 h 348"/>
                <a:gd name="T2" fmla="*/ 116 w 697"/>
                <a:gd name="T3" fmla="*/ 348 h 348"/>
                <a:gd name="T4" fmla="*/ 0 w 697"/>
                <a:gd name="T5" fmla="*/ 0 h 348"/>
                <a:gd name="T6" fmla="*/ 697 w 697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348">
                  <a:moveTo>
                    <a:pt x="619" y="348"/>
                  </a:moveTo>
                  <a:lnTo>
                    <a:pt x="116" y="348"/>
                  </a:lnTo>
                  <a:lnTo>
                    <a:pt x="0" y="0"/>
                  </a:lnTo>
                  <a:lnTo>
                    <a:pt x="69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92" name="Gruppieren 691"/>
          <p:cNvGrpSpPr/>
          <p:nvPr/>
        </p:nvGrpSpPr>
        <p:grpSpPr>
          <a:xfrm>
            <a:off x="8518724" y="4582219"/>
            <a:ext cx="329875" cy="295850"/>
            <a:chOff x="7705725" y="3646488"/>
            <a:chExt cx="354013" cy="317499"/>
          </a:xfrm>
        </p:grpSpPr>
        <p:sp>
          <p:nvSpPr>
            <p:cNvPr id="693" name="Freeform 266"/>
            <p:cNvSpPr>
              <a:spLocks/>
            </p:cNvSpPr>
            <p:nvPr/>
          </p:nvSpPr>
          <p:spPr bwMode="auto">
            <a:xfrm>
              <a:off x="775970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1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5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5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1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1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5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5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1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4" name="Freeform 267"/>
            <p:cNvSpPr>
              <a:spLocks/>
            </p:cNvSpPr>
            <p:nvPr/>
          </p:nvSpPr>
          <p:spPr bwMode="auto">
            <a:xfrm>
              <a:off x="7927975" y="3917950"/>
              <a:ext cx="46038" cy="46037"/>
            </a:xfrm>
            <a:custGeom>
              <a:avLst/>
              <a:gdLst>
                <a:gd name="T0" fmla="*/ 117 w 117"/>
                <a:gd name="T1" fmla="*/ 59 h 117"/>
                <a:gd name="T2" fmla="*/ 117 w 117"/>
                <a:gd name="T3" fmla="*/ 59 h 117"/>
                <a:gd name="T4" fmla="*/ 116 w 117"/>
                <a:gd name="T5" fmla="*/ 70 h 117"/>
                <a:gd name="T6" fmla="*/ 112 w 117"/>
                <a:gd name="T7" fmla="*/ 81 h 117"/>
                <a:gd name="T8" fmla="*/ 107 w 117"/>
                <a:gd name="T9" fmla="*/ 91 h 117"/>
                <a:gd name="T10" fmla="*/ 100 w 117"/>
                <a:gd name="T11" fmla="*/ 99 h 117"/>
                <a:gd name="T12" fmla="*/ 92 w 117"/>
                <a:gd name="T13" fmla="*/ 106 h 117"/>
                <a:gd name="T14" fmla="*/ 81 w 117"/>
                <a:gd name="T15" fmla="*/ 113 h 117"/>
                <a:gd name="T16" fmla="*/ 70 w 117"/>
                <a:gd name="T17" fmla="*/ 116 h 117"/>
                <a:gd name="T18" fmla="*/ 58 w 117"/>
                <a:gd name="T19" fmla="*/ 117 h 117"/>
                <a:gd name="T20" fmla="*/ 58 w 117"/>
                <a:gd name="T21" fmla="*/ 117 h 117"/>
                <a:gd name="T22" fmla="*/ 47 w 117"/>
                <a:gd name="T23" fmla="*/ 116 h 117"/>
                <a:gd name="T24" fmla="*/ 36 w 117"/>
                <a:gd name="T25" fmla="*/ 113 h 117"/>
                <a:gd name="T26" fmla="*/ 26 w 117"/>
                <a:gd name="T27" fmla="*/ 106 h 117"/>
                <a:gd name="T28" fmla="*/ 18 w 117"/>
                <a:gd name="T29" fmla="*/ 99 h 117"/>
                <a:gd name="T30" fmla="*/ 10 w 117"/>
                <a:gd name="T31" fmla="*/ 91 h 117"/>
                <a:gd name="T32" fmla="*/ 5 w 117"/>
                <a:gd name="T33" fmla="*/ 81 h 117"/>
                <a:gd name="T34" fmla="*/ 1 w 117"/>
                <a:gd name="T35" fmla="*/ 70 h 117"/>
                <a:gd name="T36" fmla="*/ 0 w 117"/>
                <a:gd name="T37" fmla="*/ 59 h 117"/>
                <a:gd name="T38" fmla="*/ 0 w 117"/>
                <a:gd name="T39" fmla="*/ 59 h 117"/>
                <a:gd name="T40" fmla="*/ 1 w 117"/>
                <a:gd name="T41" fmla="*/ 47 h 117"/>
                <a:gd name="T42" fmla="*/ 5 w 117"/>
                <a:gd name="T43" fmla="*/ 37 h 117"/>
                <a:gd name="T44" fmla="*/ 10 w 117"/>
                <a:gd name="T45" fmla="*/ 26 h 117"/>
                <a:gd name="T46" fmla="*/ 18 w 117"/>
                <a:gd name="T47" fmla="*/ 17 h 117"/>
                <a:gd name="T48" fmla="*/ 26 w 117"/>
                <a:gd name="T49" fmla="*/ 10 h 117"/>
                <a:gd name="T50" fmla="*/ 36 w 117"/>
                <a:gd name="T51" fmla="*/ 5 h 117"/>
                <a:gd name="T52" fmla="*/ 47 w 117"/>
                <a:gd name="T53" fmla="*/ 2 h 117"/>
                <a:gd name="T54" fmla="*/ 58 w 117"/>
                <a:gd name="T55" fmla="*/ 0 h 117"/>
                <a:gd name="T56" fmla="*/ 58 w 117"/>
                <a:gd name="T57" fmla="*/ 0 h 117"/>
                <a:gd name="T58" fmla="*/ 70 w 117"/>
                <a:gd name="T59" fmla="*/ 2 h 117"/>
                <a:gd name="T60" fmla="*/ 81 w 117"/>
                <a:gd name="T61" fmla="*/ 5 h 117"/>
                <a:gd name="T62" fmla="*/ 92 w 117"/>
                <a:gd name="T63" fmla="*/ 10 h 117"/>
                <a:gd name="T64" fmla="*/ 100 w 117"/>
                <a:gd name="T65" fmla="*/ 17 h 117"/>
                <a:gd name="T66" fmla="*/ 107 w 117"/>
                <a:gd name="T67" fmla="*/ 26 h 117"/>
                <a:gd name="T68" fmla="*/ 112 w 117"/>
                <a:gd name="T69" fmla="*/ 37 h 117"/>
                <a:gd name="T70" fmla="*/ 116 w 117"/>
                <a:gd name="T71" fmla="*/ 47 h 117"/>
                <a:gd name="T72" fmla="*/ 117 w 117"/>
                <a:gd name="T73" fmla="*/ 59 h 117"/>
                <a:gd name="T74" fmla="*/ 117 w 117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7">
                  <a:moveTo>
                    <a:pt x="117" y="59"/>
                  </a:moveTo>
                  <a:lnTo>
                    <a:pt x="117" y="59"/>
                  </a:lnTo>
                  <a:lnTo>
                    <a:pt x="116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2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7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8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8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7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2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6" y="47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5" name="Freeform 268"/>
            <p:cNvSpPr>
              <a:spLocks/>
            </p:cNvSpPr>
            <p:nvPr/>
          </p:nvSpPr>
          <p:spPr bwMode="auto">
            <a:xfrm>
              <a:off x="7781925" y="3656013"/>
              <a:ext cx="277813" cy="261937"/>
            </a:xfrm>
            <a:custGeom>
              <a:avLst/>
              <a:gdLst>
                <a:gd name="T0" fmla="*/ 697 w 697"/>
                <a:gd name="T1" fmla="*/ 0 h 658"/>
                <a:gd name="T2" fmla="*/ 580 w 697"/>
                <a:gd name="T3" fmla="*/ 0 h 658"/>
                <a:gd name="T4" fmla="*/ 425 w 697"/>
                <a:gd name="T5" fmla="*/ 658 h 658"/>
                <a:gd name="T6" fmla="*/ 0 w 69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658">
                  <a:moveTo>
                    <a:pt x="697" y="0"/>
                  </a:moveTo>
                  <a:lnTo>
                    <a:pt x="580" y="0"/>
                  </a:lnTo>
                  <a:lnTo>
                    <a:pt x="425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6" name="Freeform 269"/>
            <p:cNvSpPr>
              <a:spLocks/>
            </p:cNvSpPr>
            <p:nvPr/>
          </p:nvSpPr>
          <p:spPr bwMode="auto">
            <a:xfrm>
              <a:off x="7713663" y="3749675"/>
              <a:ext cx="277813" cy="138112"/>
            </a:xfrm>
            <a:custGeom>
              <a:avLst/>
              <a:gdLst>
                <a:gd name="T0" fmla="*/ 621 w 700"/>
                <a:gd name="T1" fmla="*/ 348 h 348"/>
                <a:gd name="T2" fmla="*/ 117 w 700"/>
                <a:gd name="T3" fmla="*/ 348 h 348"/>
                <a:gd name="T4" fmla="*/ 0 w 700"/>
                <a:gd name="T5" fmla="*/ 0 h 348"/>
                <a:gd name="T6" fmla="*/ 700 w 700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0" h="348">
                  <a:moveTo>
                    <a:pt x="621" y="348"/>
                  </a:moveTo>
                  <a:lnTo>
                    <a:pt x="117" y="348"/>
                  </a:lnTo>
                  <a:lnTo>
                    <a:pt x="0" y="0"/>
                  </a:lnTo>
                  <a:lnTo>
                    <a:pt x="70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7" name="Freeform 270"/>
            <p:cNvSpPr>
              <a:spLocks/>
            </p:cNvSpPr>
            <p:nvPr/>
          </p:nvSpPr>
          <p:spPr bwMode="auto">
            <a:xfrm>
              <a:off x="7867650" y="3687763"/>
              <a:ext cx="123825" cy="61912"/>
            </a:xfrm>
            <a:custGeom>
              <a:avLst/>
              <a:gdLst>
                <a:gd name="T0" fmla="*/ 0 w 313"/>
                <a:gd name="T1" fmla="*/ 155 h 155"/>
                <a:gd name="T2" fmla="*/ 155 w 313"/>
                <a:gd name="T3" fmla="*/ 0 h 155"/>
                <a:gd name="T4" fmla="*/ 313 w 313"/>
                <a:gd name="T5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3" h="155">
                  <a:moveTo>
                    <a:pt x="0" y="155"/>
                  </a:moveTo>
                  <a:lnTo>
                    <a:pt x="155" y="0"/>
                  </a:lnTo>
                  <a:lnTo>
                    <a:pt x="313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8" name="Freeform 271"/>
            <p:cNvSpPr>
              <a:spLocks/>
            </p:cNvSpPr>
            <p:nvPr/>
          </p:nvSpPr>
          <p:spPr bwMode="auto">
            <a:xfrm>
              <a:off x="7705725" y="3646488"/>
              <a:ext cx="84138" cy="103187"/>
            </a:xfrm>
            <a:custGeom>
              <a:avLst/>
              <a:gdLst>
                <a:gd name="T0" fmla="*/ 214 w 214"/>
                <a:gd name="T1" fmla="*/ 260 h 260"/>
                <a:gd name="T2" fmla="*/ 97 w 214"/>
                <a:gd name="T3" fmla="*/ 0 h 260"/>
                <a:gd name="T4" fmla="*/ 0 w 214"/>
                <a:gd name="T5" fmla="*/ 46 h 260"/>
                <a:gd name="T6" fmla="*/ 97 w 214"/>
                <a:gd name="T7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" h="260">
                  <a:moveTo>
                    <a:pt x="214" y="260"/>
                  </a:moveTo>
                  <a:lnTo>
                    <a:pt x="97" y="0"/>
                  </a:lnTo>
                  <a:lnTo>
                    <a:pt x="0" y="46"/>
                  </a:lnTo>
                  <a:lnTo>
                    <a:pt x="97" y="2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9" name="Freeform 272"/>
            <p:cNvSpPr>
              <a:spLocks/>
            </p:cNvSpPr>
            <p:nvPr/>
          </p:nvSpPr>
          <p:spPr bwMode="auto">
            <a:xfrm>
              <a:off x="7835900" y="3703638"/>
              <a:ext cx="77788" cy="46037"/>
            </a:xfrm>
            <a:custGeom>
              <a:avLst/>
              <a:gdLst>
                <a:gd name="T0" fmla="*/ 0 w 195"/>
                <a:gd name="T1" fmla="*/ 117 h 117"/>
                <a:gd name="T2" fmla="*/ 0 w 195"/>
                <a:gd name="T3" fmla="*/ 0 h 117"/>
                <a:gd name="T4" fmla="*/ 195 w 195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117">
                  <a:moveTo>
                    <a:pt x="0" y="117"/>
                  </a:moveTo>
                  <a:lnTo>
                    <a:pt x="0" y="0"/>
                  </a:lnTo>
                  <a:lnTo>
                    <a:pt x="1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0" name="Gruppieren 699"/>
          <p:cNvGrpSpPr/>
          <p:nvPr/>
        </p:nvGrpSpPr>
        <p:grpSpPr>
          <a:xfrm>
            <a:off x="10960817" y="4555393"/>
            <a:ext cx="355912" cy="349500"/>
            <a:chOff x="5421313" y="4468813"/>
            <a:chExt cx="352425" cy="346075"/>
          </a:xfrm>
        </p:grpSpPr>
        <p:sp>
          <p:nvSpPr>
            <p:cNvPr id="701" name="Freeform 273"/>
            <p:cNvSpPr>
              <a:spLocks/>
            </p:cNvSpPr>
            <p:nvPr/>
          </p:nvSpPr>
          <p:spPr bwMode="auto">
            <a:xfrm>
              <a:off x="5435600" y="4506913"/>
              <a:ext cx="323850" cy="225425"/>
            </a:xfrm>
            <a:custGeom>
              <a:avLst/>
              <a:gdLst>
                <a:gd name="T0" fmla="*/ 0 w 813"/>
                <a:gd name="T1" fmla="*/ 408 h 570"/>
                <a:gd name="T2" fmla="*/ 0 w 813"/>
                <a:gd name="T3" fmla="*/ 386 h 570"/>
                <a:gd name="T4" fmla="*/ 4 w 813"/>
                <a:gd name="T5" fmla="*/ 346 h 570"/>
                <a:gd name="T6" fmla="*/ 12 w 813"/>
                <a:gd name="T7" fmla="*/ 305 h 570"/>
                <a:gd name="T8" fmla="*/ 24 w 813"/>
                <a:gd name="T9" fmla="*/ 268 h 570"/>
                <a:gd name="T10" fmla="*/ 39 w 813"/>
                <a:gd name="T11" fmla="*/ 231 h 570"/>
                <a:gd name="T12" fmla="*/ 58 w 813"/>
                <a:gd name="T13" fmla="*/ 197 h 570"/>
                <a:gd name="T14" fmla="*/ 80 w 813"/>
                <a:gd name="T15" fmla="*/ 164 h 570"/>
                <a:gd name="T16" fmla="*/ 105 w 813"/>
                <a:gd name="T17" fmla="*/ 134 h 570"/>
                <a:gd name="T18" fmla="*/ 132 w 813"/>
                <a:gd name="T19" fmla="*/ 107 h 570"/>
                <a:gd name="T20" fmla="*/ 163 w 813"/>
                <a:gd name="T21" fmla="*/ 81 h 570"/>
                <a:gd name="T22" fmla="*/ 195 w 813"/>
                <a:gd name="T23" fmla="*/ 59 h 570"/>
                <a:gd name="T24" fmla="*/ 230 w 813"/>
                <a:gd name="T25" fmla="*/ 41 h 570"/>
                <a:gd name="T26" fmla="*/ 266 w 813"/>
                <a:gd name="T27" fmla="*/ 26 h 570"/>
                <a:gd name="T28" fmla="*/ 305 w 813"/>
                <a:gd name="T29" fmla="*/ 14 h 570"/>
                <a:gd name="T30" fmla="*/ 344 w 813"/>
                <a:gd name="T31" fmla="*/ 5 h 570"/>
                <a:gd name="T32" fmla="*/ 386 w 813"/>
                <a:gd name="T33" fmla="*/ 1 h 570"/>
                <a:gd name="T34" fmla="*/ 406 w 813"/>
                <a:gd name="T35" fmla="*/ 0 h 570"/>
                <a:gd name="T36" fmla="*/ 447 w 813"/>
                <a:gd name="T37" fmla="*/ 2 h 570"/>
                <a:gd name="T38" fmla="*/ 488 w 813"/>
                <a:gd name="T39" fmla="*/ 8 h 570"/>
                <a:gd name="T40" fmla="*/ 527 w 813"/>
                <a:gd name="T41" fmla="*/ 19 h 570"/>
                <a:gd name="T42" fmla="*/ 565 w 813"/>
                <a:gd name="T43" fmla="*/ 33 h 570"/>
                <a:gd name="T44" fmla="*/ 600 w 813"/>
                <a:gd name="T45" fmla="*/ 50 h 570"/>
                <a:gd name="T46" fmla="*/ 634 w 813"/>
                <a:gd name="T47" fmla="*/ 70 h 570"/>
                <a:gd name="T48" fmla="*/ 665 w 813"/>
                <a:gd name="T49" fmla="*/ 94 h 570"/>
                <a:gd name="T50" fmla="*/ 694 w 813"/>
                <a:gd name="T51" fmla="*/ 120 h 570"/>
                <a:gd name="T52" fmla="*/ 720 w 813"/>
                <a:gd name="T53" fmla="*/ 148 h 570"/>
                <a:gd name="T54" fmla="*/ 743 w 813"/>
                <a:gd name="T55" fmla="*/ 180 h 570"/>
                <a:gd name="T56" fmla="*/ 765 w 813"/>
                <a:gd name="T57" fmla="*/ 213 h 570"/>
                <a:gd name="T58" fmla="*/ 781 w 813"/>
                <a:gd name="T59" fmla="*/ 250 h 570"/>
                <a:gd name="T60" fmla="*/ 795 w 813"/>
                <a:gd name="T61" fmla="*/ 286 h 570"/>
                <a:gd name="T62" fmla="*/ 805 w 813"/>
                <a:gd name="T63" fmla="*/ 326 h 570"/>
                <a:gd name="T64" fmla="*/ 811 w 813"/>
                <a:gd name="T65" fmla="*/ 366 h 570"/>
                <a:gd name="T66" fmla="*/ 813 w 813"/>
                <a:gd name="T67" fmla="*/ 408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13" h="570">
                  <a:moveTo>
                    <a:pt x="0" y="570"/>
                  </a:moveTo>
                  <a:lnTo>
                    <a:pt x="0" y="408"/>
                  </a:lnTo>
                  <a:lnTo>
                    <a:pt x="0" y="408"/>
                  </a:lnTo>
                  <a:lnTo>
                    <a:pt x="0" y="386"/>
                  </a:lnTo>
                  <a:lnTo>
                    <a:pt x="2" y="366"/>
                  </a:lnTo>
                  <a:lnTo>
                    <a:pt x="4" y="346"/>
                  </a:lnTo>
                  <a:lnTo>
                    <a:pt x="8" y="326"/>
                  </a:lnTo>
                  <a:lnTo>
                    <a:pt x="12" y="305"/>
                  </a:lnTo>
                  <a:lnTo>
                    <a:pt x="18" y="286"/>
                  </a:lnTo>
                  <a:lnTo>
                    <a:pt x="24" y="268"/>
                  </a:lnTo>
                  <a:lnTo>
                    <a:pt x="31" y="250"/>
                  </a:lnTo>
                  <a:lnTo>
                    <a:pt x="39" y="231"/>
                  </a:lnTo>
                  <a:lnTo>
                    <a:pt x="48" y="213"/>
                  </a:lnTo>
                  <a:lnTo>
                    <a:pt x="58" y="197"/>
                  </a:lnTo>
                  <a:lnTo>
                    <a:pt x="68" y="180"/>
                  </a:lnTo>
                  <a:lnTo>
                    <a:pt x="80" y="164"/>
                  </a:lnTo>
                  <a:lnTo>
                    <a:pt x="92" y="148"/>
                  </a:lnTo>
                  <a:lnTo>
                    <a:pt x="105" y="134"/>
                  </a:lnTo>
                  <a:lnTo>
                    <a:pt x="118" y="120"/>
                  </a:lnTo>
                  <a:lnTo>
                    <a:pt x="132" y="107"/>
                  </a:lnTo>
                  <a:lnTo>
                    <a:pt x="147" y="94"/>
                  </a:lnTo>
                  <a:lnTo>
                    <a:pt x="163" y="81"/>
                  </a:lnTo>
                  <a:lnTo>
                    <a:pt x="179" y="70"/>
                  </a:lnTo>
                  <a:lnTo>
                    <a:pt x="195" y="59"/>
                  </a:lnTo>
                  <a:lnTo>
                    <a:pt x="212" y="50"/>
                  </a:lnTo>
                  <a:lnTo>
                    <a:pt x="230" y="41"/>
                  </a:lnTo>
                  <a:lnTo>
                    <a:pt x="248" y="33"/>
                  </a:lnTo>
                  <a:lnTo>
                    <a:pt x="266" y="26"/>
                  </a:lnTo>
                  <a:lnTo>
                    <a:pt x="285" y="19"/>
                  </a:lnTo>
                  <a:lnTo>
                    <a:pt x="305" y="14"/>
                  </a:lnTo>
                  <a:lnTo>
                    <a:pt x="324" y="8"/>
                  </a:lnTo>
                  <a:lnTo>
                    <a:pt x="344" y="5"/>
                  </a:lnTo>
                  <a:lnTo>
                    <a:pt x="364" y="2"/>
                  </a:lnTo>
                  <a:lnTo>
                    <a:pt x="386" y="1"/>
                  </a:lnTo>
                  <a:lnTo>
                    <a:pt x="406" y="0"/>
                  </a:lnTo>
                  <a:lnTo>
                    <a:pt x="406" y="0"/>
                  </a:lnTo>
                  <a:lnTo>
                    <a:pt x="427" y="1"/>
                  </a:lnTo>
                  <a:lnTo>
                    <a:pt x="447" y="2"/>
                  </a:lnTo>
                  <a:lnTo>
                    <a:pt x="469" y="5"/>
                  </a:lnTo>
                  <a:lnTo>
                    <a:pt x="488" y="8"/>
                  </a:lnTo>
                  <a:lnTo>
                    <a:pt x="508" y="14"/>
                  </a:lnTo>
                  <a:lnTo>
                    <a:pt x="527" y="19"/>
                  </a:lnTo>
                  <a:lnTo>
                    <a:pt x="546" y="26"/>
                  </a:lnTo>
                  <a:lnTo>
                    <a:pt x="565" y="33"/>
                  </a:lnTo>
                  <a:lnTo>
                    <a:pt x="582" y="41"/>
                  </a:lnTo>
                  <a:lnTo>
                    <a:pt x="600" y="50"/>
                  </a:lnTo>
                  <a:lnTo>
                    <a:pt x="618" y="59"/>
                  </a:lnTo>
                  <a:lnTo>
                    <a:pt x="634" y="70"/>
                  </a:lnTo>
                  <a:lnTo>
                    <a:pt x="650" y="81"/>
                  </a:lnTo>
                  <a:lnTo>
                    <a:pt x="665" y="94"/>
                  </a:lnTo>
                  <a:lnTo>
                    <a:pt x="679" y="107"/>
                  </a:lnTo>
                  <a:lnTo>
                    <a:pt x="694" y="120"/>
                  </a:lnTo>
                  <a:lnTo>
                    <a:pt x="708" y="134"/>
                  </a:lnTo>
                  <a:lnTo>
                    <a:pt x="720" y="148"/>
                  </a:lnTo>
                  <a:lnTo>
                    <a:pt x="732" y="164"/>
                  </a:lnTo>
                  <a:lnTo>
                    <a:pt x="743" y="180"/>
                  </a:lnTo>
                  <a:lnTo>
                    <a:pt x="754" y="197"/>
                  </a:lnTo>
                  <a:lnTo>
                    <a:pt x="765" y="213"/>
                  </a:lnTo>
                  <a:lnTo>
                    <a:pt x="773" y="231"/>
                  </a:lnTo>
                  <a:lnTo>
                    <a:pt x="781" y="250"/>
                  </a:lnTo>
                  <a:lnTo>
                    <a:pt x="789" y="268"/>
                  </a:lnTo>
                  <a:lnTo>
                    <a:pt x="795" y="286"/>
                  </a:lnTo>
                  <a:lnTo>
                    <a:pt x="800" y="305"/>
                  </a:lnTo>
                  <a:lnTo>
                    <a:pt x="805" y="326"/>
                  </a:lnTo>
                  <a:lnTo>
                    <a:pt x="808" y="346"/>
                  </a:lnTo>
                  <a:lnTo>
                    <a:pt x="811" y="366"/>
                  </a:lnTo>
                  <a:lnTo>
                    <a:pt x="813" y="386"/>
                  </a:lnTo>
                  <a:lnTo>
                    <a:pt x="813" y="408"/>
                  </a:lnTo>
                  <a:lnTo>
                    <a:pt x="813" y="5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2" name="Freeform 274"/>
            <p:cNvSpPr>
              <a:spLocks/>
            </p:cNvSpPr>
            <p:nvPr/>
          </p:nvSpPr>
          <p:spPr bwMode="auto">
            <a:xfrm>
              <a:off x="5513388" y="4568825"/>
              <a:ext cx="168275" cy="76200"/>
            </a:xfrm>
            <a:custGeom>
              <a:avLst/>
              <a:gdLst>
                <a:gd name="T0" fmla="*/ 427 w 427"/>
                <a:gd name="T1" fmla="*/ 193 h 193"/>
                <a:gd name="T2" fmla="*/ 427 w 427"/>
                <a:gd name="T3" fmla="*/ 193 h 193"/>
                <a:gd name="T4" fmla="*/ 400 w 427"/>
                <a:gd name="T5" fmla="*/ 185 h 193"/>
                <a:gd name="T6" fmla="*/ 375 w 427"/>
                <a:gd name="T7" fmla="*/ 177 h 193"/>
                <a:gd name="T8" fmla="*/ 349 w 427"/>
                <a:gd name="T9" fmla="*/ 171 h 193"/>
                <a:gd name="T10" fmla="*/ 321 w 427"/>
                <a:gd name="T11" fmla="*/ 164 h 193"/>
                <a:gd name="T12" fmla="*/ 295 w 427"/>
                <a:gd name="T13" fmla="*/ 160 h 193"/>
                <a:gd name="T14" fmla="*/ 268 w 427"/>
                <a:gd name="T15" fmla="*/ 158 h 193"/>
                <a:gd name="T16" fmla="*/ 240 w 427"/>
                <a:gd name="T17" fmla="*/ 156 h 193"/>
                <a:gd name="T18" fmla="*/ 213 w 427"/>
                <a:gd name="T19" fmla="*/ 155 h 193"/>
                <a:gd name="T20" fmla="*/ 185 w 427"/>
                <a:gd name="T21" fmla="*/ 156 h 193"/>
                <a:gd name="T22" fmla="*/ 159 w 427"/>
                <a:gd name="T23" fmla="*/ 158 h 193"/>
                <a:gd name="T24" fmla="*/ 132 w 427"/>
                <a:gd name="T25" fmla="*/ 160 h 193"/>
                <a:gd name="T26" fmla="*/ 104 w 427"/>
                <a:gd name="T27" fmla="*/ 164 h 193"/>
                <a:gd name="T28" fmla="*/ 78 w 427"/>
                <a:gd name="T29" fmla="*/ 171 h 193"/>
                <a:gd name="T30" fmla="*/ 52 w 427"/>
                <a:gd name="T31" fmla="*/ 177 h 193"/>
                <a:gd name="T32" fmla="*/ 25 w 427"/>
                <a:gd name="T33" fmla="*/ 185 h 193"/>
                <a:gd name="T34" fmla="*/ 0 w 427"/>
                <a:gd name="T35" fmla="*/ 193 h 193"/>
                <a:gd name="T36" fmla="*/ 0 w 427"/>
                <a:gd name="T37" fmla="*/ 38 h 193"/>
                <a:gd name="T38" fmla="*/ 0 w 427"/>
                <a:gd name="T39" fmla="*/ 38 h 193"/>
                <a:gd name="T40" fmla="*/ 25 w 427"/>
                <a:gd name="T41" fmla="*/ 30 h 193"/>
                <a:gd name="T42" fmla="*/ 52 w 427"/>
                <a:gd name="T43" fmla="*/ 22 h 193"/>
                <a:gd name="T44" fmla="*/ 78 w 427"/>
                <a:gd name="T45" fmla="*/ 16 h 193"/>
                <a:gd name="T46" fmla="*/ 104 w 427"/>
                <a:gd name="T47" fmla="*/ 9 h 193"/>
                <a:gd name="T48" fmla="*/ 132 w 427"/>
                <a:gd name="T49" fmla="*/ 5 h 193"/>
                <a:gd name="T50" fmla="*/ 159 w 427"/>
                <a:gd name="T51" fmla="*/ 2 h 193"/>
                <a:gd name="T52" fmla="*/ 185 w 427"/>
                <a:gd name="T53" fmla="*/ 1 h 193"/>
                <a:gd name="T54" fmla="*/ 213 w 427"/>
                <a:gd name="T55" fmla="*/ 0 h 193"/>
                <a:gd name="T56" fmla="*/ 240 w 427"/>
                <a:gd name="T57" fmla="*/ 1 h 193"/>
                <a:gd name="T58" fmla="*/ 268 w 427"/>
                <a:gd name="T59" fmla="*/ 2 h 193"/>
                <a:gd name="T60" fmla="*/ 295 w 427"/>
                <a:gd name="T61" fmla="*/ 5 h 193"/>
                <a:gd name="T62" fmla="*/ 321 w 427"/>
                <a:gd name="T63" fmla="*/ 9 h 193"/>
                <a:gd name="T64" fmla="*/ 349 w 427"/>
                <a:gd name="T65" fmla="*/ 16 h 193"/>
                <a:gd name="T66" fmla="*/ 375 w 427"/>
                <a:gd name="T67" fmla="*/ 22 h 193"/>
                <a:gd name="T68" fmla="*/ 400 w 427"/>
                <a:gd name="T69" fmla="*/ 30 h 193"/>
                <a:gd name="T70" fmla="*/ 427 w 427"/>
                <a:gd name="T71" fmla="*/ 38 h 193"/>
                <a:gd name="T72" fmla="*/ 427 w 427"/>
                <a:gd name="T7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7" h="193">
                  <a:moveTo>
                    <a:pt x="427" y="193"/>
                  </a:moveTo>
                  <a:lnTo>
                    <a:pt x="427" y="193"/>
                  </a:lnTo>
                  <a:lnTo>
                    <a:pt x="400" y="185"/>
                  </a:lnTo>
                  <a:lnTo>
                    <a:pt x="375" y="177"/>
                  </a:lnTo>
                  <a:lnTo>
                    <a:pt x="349" y="171"/>
                  </a:lnTo>
                  <a:lnTo>
                    <a:pt x="321" y="164"/>
                  </a:lnTo>
                  <a:lnTo>
                    <a:pt x="295" y="160"/>
                  </a:lnTo>
                  <a:lnTo>
                    <a:pt x="268" y="158"/>
                  </a:lnTo>
                  <a:lnTo>
                    <a:pt x="240" y="156"/>
                  </a:lnTo>
                  <a:lnTo>
                    <a:pt x="213" y="155"/>
                  </a:lnTo>
                  <a:lnTo>
                    <a:pt x="185" y="156"/>
                  </a:lnTo>
                  <a:lnTo>
                    <a:pt x="159" y="158"/>
                  </a:lnTo>
                  <a:lnTo>
                    <a:pt x="132" y="160"/>
                  </a:lnTo>
                  <a:lnTo>
                    <a:pt x="104" y="164"/>
                  </a:lnTo>
                  <a:lnTo>
                    <a:pt x="78" y="171"/>
                  </a:lnTo>
                  <a:lnTo>
                    <a:pt x="52" y="177"/>
                  </a:lnTo>
                  <a:lnTo>
                    <a:pt x="25" y="185"/>
                  </a:lnTo>
                  <a:lnTo>
                    <a:pt x="0" y="193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5" y="30"/>
                  </a:lnTo>
                  <a:lnTo>
                    <a:pt x="52" y="22"/>
                  </a:lnTo>
                  <a:lnTo>
                    <a:pt x="78" y="16"/>
                  </a:lnTo>
                  <a:lnTo>
                    <a:pt x="104" y="9"/>
                  </a:lnTo>
                  <a:lnTo>
                    <a:pt x="132" y="5"/>
                  </a:lnTo>
                  <a:lnTo>
                    <a:pt x="159" y="2"/>
                  </a:lnTo>
                  <a:lnTo>
                    <a:pt x="185" y="1"/>
                  </a:lnTo>
                  <a:lnTo>
                    <a:pt x="213" y="0"/>
                  </a:lnTo>
                  <a:lnTo>
                    <a:pt x="240" y="1"/>
                  </a:lnTo>
                  <a:lnTo>
                    <a:pt x="268" y="2"/>
                  </a:lnTo>
                  <a:lnTo>
                    <a:pt x="295" y="5"/>
                  </a:lnTo>
                  <a:lnTo>
                    <a:pt x="321" y="9"/>
                  </a:lnTo>
                  <a:lnTo>
                    <a:pt x="349" y="16"/>
                  </a:lnTo>
                  <a:lnTo>
                    <a:pt x="375" y="22"/>
                  </a:lnTo>
                  <a:lnTo>
                    <a:pt x="400" y="30"/>
                  </a:lnTo>
                  <a:lnTo>
                    <a:pt x="427" y="38"/>
                  </a:lnTo>
                  <a:lnTo>
                    <a:pt x="42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3" name="Freeform 275"/>
            <p:cNvSpPr>
              <a:spLocks/>
            </p:cNvSpPr>
            <p:nvPr/>
          </p:nvSpPr>
          <p:spPr bwMode="auto">
            <a:xfrm>
              <a:off x="5575300" y="4468813"/>
              <a:ext cx="46038" cy="22225"/>
            </a:xfrm>
            <a:custGeom>
              <a:avLst/>
              <a:gdLst>
                <a:gd name="T0" fmla="*/ 58 w 117"/>
                <a:gd name="T1" fmla="*/ 0 h 59"/>
                <a:gd name="T2" fmla="*/ 58 w 117"/>
                <a:gd name="T3" fmla="*/ 0 h 59"/>
                <a:gd name="T4" fmla="*/ 47 w 117"/>
                <a:gd name="T5" fmla="*/ 2 h 59"/>
                <a:gd name="T6" fmla="*/ 36 w 117"/>
                <a:gd name="T7" fmla="*/ 5 h 59"/>
                <a:gd name="T8" fmla="*/ 25 w 117"/>
                <a:gd name="T9" fmla="*/ 10 h 59"/>
                <a:gd name="T10" fmla="*/ 17 w 117"/>
                <a:gd name="T11" fmla="*/ 17 h 59"/>
                <a:gd name="T12" fmla="*/ 10 w 117"/>
                <a:gd name="T13" fmla="*/ 26 h 59"/>
                <a:gd name="T14" fmla="*/ 5 w 117"/>
                <a:gd name="T15" fmla="*/ 37 h 59"/>
                <a:gd name="T16" fmla="*/ 1 w 117"/>
                <a:gd name="T17" fmla="*/ 47 h 59"/>
                <a:gd name="T18" fmla="*/ 0 w 117"/>
                <a:gd name="T19" fmla="*/ 59 h 59"/>
                <a:gd name="T20" fmla="*/ 117 w 117"/>
                <a:gd name="T21" fmla="*/ 59 h 59"/>
                <a:gd name="T22" fmla="*/ 117 w 117"/>
                <a:gd name="T23" fmla="*/ 59 h 59"/>
                <a:gd name="T24" fmla="*/ 116 w 117"/>
                <a:gd name="T25" fmla="*/ 47 h 59"/>
                <a:gd name="T26" fmla="*/ 112 w 117"/>
                <a:gd name="T27" fmla="*/ 37 h 59"/>
                <a:gd name="T28" fmla="*/ 106 w 117"/>
                <a:gd name="T29" fmla="*/ 26 h 59"/>
                <a:gd name="T30" fmla="*/ 99 w 117"/>
                <a:gd name="T31" fmla="*/ 17 h 59"/>
                <a:gd name="T32" fmla="*/ 91 w 117"/>
                <a:gd name="T33" fmla="*/ 10 h 59"/>
                <a:gd name="T34" fmla="*/ 81 w 117"/>
                <a:gd name="T35" fmla="*/ 5 h 59"/>
                <a:gd name="T36" fmla="*/ 70 w 117"/>
                <a:gd name="T37" fmla="*/ 2 h 59"/>
                <a:gd name="T38" fmla="*/ 58 w 117"/>
                <a:gd name="T39" fmla="*/ 0 h 59"/>
                <a:gd name="T40" fmla="*/ 58 w 117"/>
                <a:gd name="T4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59">
                  <a:moveTo>
                    <a:pt x="58" y="0"/>
                  </a:moveTo>
                  <a:lnTo>
                    <a:pt x="58" y="0"/>
                  </a:lnTo>
                  <a:lnTo>
                    <a:pt x="47" y="2"/>
                  </a:lnTo>
                  <a:lnTo>
                    <a:pt x="36" y="5"/>
                  </a:lnTo>
                  <a:lnTo>
                    <a:pt x="25" y="10"/>
                  </a:lnTo>
                  <a:lnTo>
                    <a:pt x="17" y="17"/>
                  </a:lnTo>
                  <a:lnTo>
                    <a:pt x="10" y="26"/>
                  </a:lnTo>
                  <a:lnTo>
                    <a:pt x="5" y="37"/>
                  </a:lnTo>
                  <a:lnTo>
                    <a:pt x="1" y="47"/>
                  </a:lnTo>
                  <a:lnTo>
                    <a:pt x="0" y="59"/>
                  </a:lnTo>
                  <a:lnTo>
                    <a:pt x="117" y="59"/>
                  </a:lnTo>
                  <a:lnTo>
                    <a:pt x="117" y="59"/>
                  </a:lnTo>
                  <a:lnTo>
                    <a:pt x="116" y="47"/>
                  </a:lnTo>
                  <a:lnTo>
                    <a:pt x="112" y="37"/>
                  </a:lnTo>
                  <a:lnTo>
                    <a:pt x="106" y="26"/>
                  </a:lnTo>
                  <a:lnTo>
                    <a:pt x="99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4" name="Freeform 276"/>
            <p:cNvSpPr>
              <a:spLocks/>
            </p:cNvSpPr>
            <p:nvPr/>
          </p:nvSpPr>
          <p:spPr bwMode="auto">
            <a:xfrm>
              <a:off x="5421313" y="4691063"/>
              <a:ext cx="352425" cy="123825"/>
            </a:xfrm>
            <a:custGeom>
              <a:avLst/>
              <a:gdLst>
                <a:gd name="T0" fmla="*/ 892 w 892"/>
                <a:gd name="T1" fmla="*/ 310 h 310"/>
                <a:gd name="T2" fmla="*/ 845 w 892"/>
                <a:gd name="T3" fmla="*/ 281 h 310"/>
                <a:gd name="T4" fmla="*/ 794 w 892"/>
                <a:gd name="T5" fmla="*/ 257 h 310"/>
                <a:gd name="T6" fmla="*/ 740 w 892"/>
                <a:gd name="T7" fmla="*/ 236 h 310"/>
                <a:gd name="T8" fmla="*/ 684 w 892"/>
                <a:gd name="T9" fmla="*/ 220 h 310"/>
                <a:gd name="T10" fmla="*/ 625 w 892"/>
                <a:gd name="T11" fmla="*/ 209 h 310"/>
                <a:gd name="T12" fmla="*/ 566 w 892"/>
                <a:gd name="T13" fmla="*/ 201 h 310"/>
                <a:gd name="T14" fmla="*/ 507 w 892"/>
                <a:gd name="T15" fmla="*/ 196 h 310"/>
                <a:gd name="T16" fmla="*/ 446 w 892"/>
                <a:gd name="T17" fmla="*/ 195 h 310"/>
                <a:gd name="T18" fmla="*/ 416 w 892"/>
                <a:gd name="T19" fmla="*/ 195 h 310"/>
                <a:gd name="T20" fmla="*/ 357 w 892"/>
                <a:gd name="T21" fmla="*/ 198 h 310"/>
                <a:gd name="T22" fmla="*/ 297 w 892"/>
                <a:gd name="T23" fmla="*/ 204 h 310"/>
                <a:gd name="T24" fmla="*/ 238 w 892"/>
                <a:gd name="T25" fmla="*/ 214 h 310"/>
                <a:gd name="T26" fmla="*/ 180 w 892"/>
                <a:gd name="T27" fmla="*/ 228 h 310"/>
                <a:gd name="T28" fmla="*/ 126 w 892"/>
                <a:gd name="T29" fmla="*/ 246 h 310"/>
                <a:gd name="T30" fmla="*/ 73 w 892"/>
                <a:gd name="T31" fmla="*/ 268 h 310"/>
                <a:gd name="T32" fmla="*/ 23 w 892"/>
                <a:gd name="T33" fmla="*/ 295 h 310"/>
                <a:gd name="T34" fmla="*/ 40 w 892"/>
                <a:gd name="T35" fmla="*/ 97 h 310"/>
                <a:gd name="T36" fmla="*/ 63 w 892"/>
                <a:gd name="T37" fmla="*/ 85 h 310"/>
                <a:gd name="T38" fmla="*/ 109 w 892"/>
                <a:gd name="T39" fmla="*/ 65 h 310"/>
                <a:gd name="T40" fmla="*/ 158 w 892"/>
                <a:gd name="T41" fmla="*/ 47 h 310"/>
                <a:gd name="T42" fmla="*/ 209 w 892"/>
                <a:gd name="T43" fmla="*/ 32 h 310"/>
                <a:gd name="T44" fmla="*/ 259 w 892"/>
                <a:gd name="T45" fmla="*/ 20 h 310"/>
                <a:gd name="T46" fmla="*/ 312 w 892"/>
                <a:gd name="T47" fmla="*/ 11 h 310"/>
                <a:gd name="T48" fmla="*/ 365 w 892"/>
                <a:gd name="T49" fmla="*/ 4 h 310"/>
                <a:gd name="T50" fmla="*/ 418 w 892"/>
                <a:gd name="T51" fmla="*/ 1 h 310"/>
                <a:gd name="T52" fmla="*/ 446 w 892"/>
                <a:gd name="T53" fmla="*/ 0 h 310"/>
                <a:gd name="T54" fmla="*/ 501 w 892"/>
                <a:gd name="T55" fmla="*/ 2 h 310"/>
                <a:gd name="T56" fmla="*/ 554 w 892"/>
                <a:gd name="T57" fmla="*/ 7 h 310"/>
                <a:gd name="T58" fmla="*/ 607 w 892"/>
                <a:gd name="T59" fmla="*/ 15 h 310"/>
                <a:gd name="T60" fmla="*/ 659 w 892"/>
                <a:gd name="T61" fmla="*/ 26 h 310"/>
                <a:gd name="T62" fmla="*/ 709 w 892"/>
                <a:gd name="T63" fmla="*/ 39 h 310"/>
                <a:gd name="T64" fmla="*/ 759 w 892"/>
                <a:gd name="T65" fmla="*/ 56 h 310"/>
                <a:gd name="T66" fmla="*/ 807 w 892"/>
                <a:gd name="T67" fmla="*/ 74 h 310"/>
                <a:gd name="T68" fmla="*/ 853 w 892"/>
                <a:gd name="T69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92" h="310">
                  <a:moveTo>
                    <a:pt x="892" y="310"/>
                  </a:moveTo>
                  <a:lnTo>
                    <a:pt x="892" y="310"/>
                  </a:lnTo>
                  <a:lnTo>
                    <a:pt x="869" y="295"/>
                  </a:lnTo>
                  <a:lnTo>
                    <a:pt x="845" y="281"/>
                  </a:lnTo>
                  <a:lnTo>
                    <a:pt x="820" y="268"/>
                  </a:lnTo>
                  <a:lnTo>
                    <a:pt x="794" y="257"/>
                  </a:lnTo>
                  <a:lnTo>
                    <a:pt x="767" y="246"/>
                  </a:lnTo>
                  <a:lnTo>
                    <a:pt x="740" y="236"/>
                  </a:lnTo>
                  <a:lnTo>
                    <a:pt x="712" y="228"/>
                  </a:lnTo>
                  <a:lnTo>
                    <a:pt x="684" y="220"/>
                  </a:lnTo>
                  <a:lnTo>
                    <a:pt x="655" y="214"/>
                  </a:lnTo>
                  <a:lnTo>
                    <a:pt x="625" y="209"/>
                  </a:lnTo>
                  <a:lnTo>
                    <a:pt x="596" y="204"/>
                  </a:lnTo>
                  <a:lnTo>
                    <a:pt x="566" y="201"/>
                  </a:lnTo>
                  <a:lnTo>
                    <a:pt x="536" y="198"/>
                  </a:lnTo>
                  <a:lnTo>
                    <a:pt x="507" y="196"/>
                  </a:lnTo>
                  <a:lnTo>
                    <a:pt x="476" y="195"/>
                  </a:lnTo>
                  <a:lnTo>
                    <a:pt x="446" y="195"/>
                  </a:lnTo>
                  <a:lnTo>
                    <a:pt x="446" y="195"/>
                  </a:lnTo>
                  <a:lnTo>
                    <a:pt x="416" y="195"/>
                  </a:lnTo>
                  <a:lnTo>
                    <a:pt x="386" y="196"/>
                  </a:lnTo>
                  <a:lnTo>
                    <a:pt x="357" y="198"/>
                  </a:lnTo>
                  <a:lnTo>
                    <a:pt x="326" y="201"/>
                  </a:lnTo>
                  <a:lnTo>
                    <a:pt x="297" y="204"/>
                  </a:lnTo>
                  <a:lnTo>
                    <a:pt x="268" y="209"/>
                  </a:lnTo>
                  <a:lnTo>
                    <a:pt x="238" y="214"/>
                  </a:lnTo>
                  <a:lnTo>
                    <a:pt x="209" y="220"/>
                  </a:lnTo>
                  <a:lnTo>
                    <a:pt x="180" y="228"/>
                  </a:lnTo>
                  <a:lnTo>
                    <a:pt x="152" y="236"/>
                  </a:lnTo>
                  <a:lnTo>
                    <a:pt x="126" y="246"/>
                  </a:lnTo>
                  <a:lnTo>
                    <a:pt x="98" y="257"/>
                  </a:lnTo>
                  <a:lnTo>
                    <a:pt x="73" y="268"/>
                  </a:lnTo>
                  <a:lnTo>
                    <a:pt x="48" y="281"/>
                  </a:lnTo>
                  <a:lnTo>
                    <a:pt x="23" y="295"/>
                  </a:lnTo>
                  <a:lnTo>
                    <a:pt x="0" y="310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63" y="85"/>
                  </a:lnTo>
                  <a:lnTo>
                    <a:pt x="86" y="74"/>
                  </a:lnTo>
                  <a:lnTo>
                    <a:pt x="109" y="65"/>
                  </a:lnTo>
                  <a:lnTo>
                    <a:pt x="134" y="56"/>
                  </a:lnTo>
                  <a:lnTo>
                    <a:pt x="158" y="47"/>
                  </a:lnTo>
                  <a:lnTo>
                    <a:pt x="183" y="39"/>
                  </a:lnTo>
                  <a:lnTo>
                    <a:pt x="209" y="32"/>
                  </a:lnTo>
                  <a:lnTo>
                    <a:pt x="234" y="26"/>
                  </a:lnTo>
                  <a:lnTo>
                    <a:pt x="259" y="20"/>
                  </a:lnTo>
                  <a:lnTo>
                    <a:pt x="286" y="15"/>
                  </a:lnTo>
                  <a:lnTo>
                    <a:pt x="312" y="11"/>
                  </a:lnTo>
                  <a:lnTo>
                    <a:pt x="338" y="7"/>
                  </a:lnTo>
                  <a:lnTo>
                    <a:pt x="365" y="4"/>
                  </a:lnTo>
                  <a:lnTo>
                    <a:pt x="392" y="2"/>
                  </a:lnTo>
                  <a:lnTo>
                    <a:pt x="418" y="1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3" y="1"/>
                  </a:lnTo>
                  <a:lnTo>
                    <a:pt x="501" y="2"/>
                  </a:lnTo>
                  <a:lnTo>
                    <a:pt x="528" y="4"/>
                  </a:lnTo>
                  <a:lnTo>
                    <a:pt x="554" y="7"/>
                  </a:lnTo>
                  <a:lnTo>
                    <a:pt x="581" y="11"/>
                  </a:lnTo>
                  <a:lnTo>
                    <a:pt x="607" y="15"/>
                  </a:lnTo>
                  <a:lnTo>
                    <a:pt x="633" y="20"/>
                  </a:lnTo>
                  <a:lnTo>
                    <a:pt x="659" y="26"/>
                  </a:lnTo>
                  <a:lnTo>
                    <a:pt x="684" y="32"/>
                  </a:lnTo>
                  <a:lnTo>
                    <a:pt x="709" y="39"/>
                  </a:lnTo>
                  <a:lnTo>
                    <a:pt x="734" y="47"/>
                  </a:lnTo>
                  <a:lnTo>
                    <a:pt x="759" y="56"/>
                  </a:lnTo>
                  <a:lnTo>
                    <a:pt x="783" y="65"/>
                  </a:lnTo>
                  <a:lnTo>
                    <a:pt x="807" y="74"/>
                  </a:lnTo>
                  <a:lnTo>
                    <a:pt x="830" y="85"/>
                  </a:lnTo>
                  <a:lnTo>
                    <a:pt x="853" y="97"/>
                  </a:lnTo>
                  <a:lnTo>
                    <a:pt x="892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5" name="Gruppieren 704"/>
          <p:cNvGrpSpPr/>
          <p:nvPr/>
        </p:nvGrpSpPr>
        <p:grpSpPr>
          <a:xfrm>
            <a:off x="10368424" y="4560954"/>
            <a:ext cx="457327" cy="338380"/>
            <a:chOff x="6289675" y="4560888"/>
            <a:chExt cx="354013" cy="261937"/>
          </a:xfrm>
        </p:grpSpPr>
        <p:sp>
          <p:nvSpPr>
            <p:cNvPr id="706" name="Freeform 277"/>
            <p:cNvSpPr>
              <a:spLocks/>
            </p:cNvSpPr>
            <p:nvPr/>
          </p:nvSpPr>
          <p:spPr bwMode="auto">
            <a:xfrm>
              <a:off x="6289675" y="4699000"/>
              <a:ext cx="354013" cy="123825"/>
            </a:xfrm>
            <a:custGeom>
              <a:avLst/>
              <a:gdLst>
                <a:gd name="T0" fmla="*/ 349 w 891"/>
                <a:gd name="T1" fmla="*/ 0 h 310"/>
                <a:gd name="T2" fmla="*/ 866 w 891"/>
                <a:gd name="T3" fmla="*/ 185 h 310"/>
                <a:gd name="T4" fmla="*/ 866 w 891"/>
                <a:gd name="T5" fmla="*/ 185 h 310"/>
                <a:gd name="T6" fmla="*/ 871 w 891"/>
                <a:gd name="T7" fmla="*/ 187 h 310"/>
                <a:gd name="T8" fmla="*/ 876 w 891"/>
                <a:gd name="T9" fmla="*/ 190 h 310"/>
                <a:gd name="T10" fmla="*/ 880 w 891"/>
                <a:gd name="T11" fmla="*/ 194 h 310"/>
                <a:gd name="T12" fmla="*/ 884 w 891"/>
                <a:gd name="T13" fmla="*/ 199 h 310"/>
                <a:gd name="T14" fmla="*/ 887 w 891"/>
                <a:gd name="T15" fmla="*/ 204 h 310"/>
                <a:gd name="T16" fmla="*/ 889 w 891"/>
                <a:gd name="T17" fmla="*/ 209 h 310"/>
                <a:gd name="T18" fmla="*/ 891 w 891"/>
                <a:gd name="T19" fmla="*/ 215 h 310"/>
                <a:gd name="T20" fmla="*/ 891 w 891"/>
                <a:gd name="T21" fmla="*/ 222 h 310"/>
                <a:gd name="T22" fmla="*/ 891 w 891"/>
                <a:gd name="T23" fmla="*/ 310 h 310"/>
                <a:gd name="T24" fmla="*/ 0 w 891"/>
                <a:gd name="T25" fmla="*/ 310 h 310"/>
                <a:gd name="T26" fmla="*/ 0 w 891"/>
                <a:gd name="T27" fmla="*/ 39 h 310"/>
                <a:gd name="T28" fmla="*/ 0 w 891"/>
                <a:gd name="T29" fmla="*/ 39 h 310"/>
                <a:gd name="T30" fmla="*/ 1 w 891"/>
                <a:gd name="T31" fmla="*/ 31 h 310"/>
                <a:gd name="T32" fmla="*/ 3 w 891"/>
                <a:gd name="T33" fmla="*/ 24 h 310"/>
                <a:gd name="T34" fmla="*/ 7 w 891"/>
                <a:gd name="T35" fmla="*/ 17 h 310"/>
                <a:gd name="T36" fmla="*/ 11 w 891"/>
                <a:gd name="T37" fmla="*/ 12 h 310"/>
                <a:gd name="T38" fmla="*/ 17 w 891"/>
                <a:gd name="T39" fmla="*/ 7 h 310"/>
                <a:gd name="T40" fmla="*/ 24 w 891"/>
                <a:gd name="T41" fmla="*/ 3 h 310"/>
                <a:gd name="T42" fmla="*/ 31 w 891"/>
                <a:gd name="T43" fmla="*/ 1 h 310"/>
                <a:gd name="T44" fmla="*/ 38 w 891"/>
                <a:gd name="T45" fmla="*/ 0 h 310"/>
                <a:gd name="T46" fmla="*/ 78 w 891"/>
                <a:gd name="T47" fmla="*/ 0 h 310"/>
                <a:gd name="T48" fmla="*/ 78 w 891"/>
                <a:gd name="T49" fmla="*/ 0 h 310"/>
                <a:gd name="T50" fmla="*/ 78 w 891"/>
                <a:gd name="T51" fmla="*/ 6 h 310"/>
                <a:gd name="T52" fmla="*/ 81 w 891"/>
                <a:gd name="T53" fmla="*/ 12 h 310"/>
                <a:gd name="T54" fmla="*/ 84 w 891"/>
                <a:gd name="T55" fmla="*/ 17 h 310"/>
                <a:gd name="T56" fmla="*/ 89 w 891"/>
                <a:gd name="T57" fmla="*/ 23 h 310"/>
                <a:gd name="T58" fmla="*/ 95 w 891"/>
                <a:gd name="T59" fmla="*/ 28 h 310"/>
                <a:gd name="T60" fmla="*/ 102 w 891"/>
                <a:gd name="T61" fmla="*/ 32 h 310"/>
                <a:gd name="T62" fmla="*/ 111 w 891"/>
                <a:gd name="T63" fmla="*/ 37 h 310"/>
                <a:gd name="T64" fmla="*/ 120 w 891"/>
                <a:gd name="T65" fmla="*/ 41 h 310"/>
                <a:gd name="T66" fmla="*/ 129 w 891"/>
                <a:gd name="T67" fmla="*/ 45 h 310"/>
                <a:gd name="T68" fmla="*/ 140 w 891"/>
                <a:gd name="T69" fmla="*/ 48 h 310"/>
                <a:gd name="T70" fmla="*/ 164 w 891"/>
                <a:gd name="T71" fmla="*/ 53 h 310"/>
                <a:gd name="T72" fmla="*/ 188 w 891"/>
                <a:gd name="T73" fmla="*/ 57 h 310"/>
                <a:gd name="T74" fmla="*/ 213 w 891"/>
                <a:gd name="T75" fmla="*/ 58 h 310"/>
                <a:gd name="T76" fmla="*/ 213 w 891"/>
                <a:gd name="T77" fmla="*/ 58 h 310"/>
                <a:gd name="T78" fmla="*/ 229 w 891"/>
                <a:gd name="T79" fmla="*/ 57 h 310"/>
                <a:gd name="T80" fmla="*/ 244 w 891"/>
                <a:gd name="T81" fmla="*/ 57 h 310"/>
                <a:gd name="T82" fmla="*/ 257 w 891"/>
                <a:gd name="T83" fmla="*/ 55 h 310"/>
                <a:gd name="T84" fmla="*/ 270 w 891"/>
                <a:gd name="T85" fmla="*/ 53 h 310"/>
                <a:gd name="T86" fmla="*/ 282 w 891"/>
                <a:gd name="T87" fmla="*/ 51 h 310"/>
                <a:gd name="T88" fmla="*/ 293 w 891"/>
                <a:gd name="T89" fmla="*/ 48 h 310"/>
                <a:gd name="T90" fmla="*/ 304 w 891"/>
                <a:gd name="T91" fmla="*/ 45 h 310"/>
                <a:gd name="T92" fmla="*/ 313 w 891"/>
                <a:gd name="T93" fmla="*/ 41 h 310"/>
                <a:gd name="T94" fmla="*/ 321 w 891"/>
                <a:gd name="T95" fmla="*/ 37 h 310"/>
                <a:gd name="T96" fmla="*/ 328 w 891"/>
                <a:gd name="T97" fmla="*/ 32 h 310"/>
                <a:gd name="T98" fmla="*/ 334 w 891"/>
                <a:gd name="T99" fmla="*/ 28 h 310"/>
                <a:gd name="T100" fmla="*/ 339 w 891"/>
                <a:gd name="T101" fmla="*/ 23 h 310"/>
                <a:gd name="T102" fmla="*/ 343 w 891"/>
                <a:gd name="T103" fmla="*/ 17 h 310"/>
                <a:gd name="T104" fmla="*/ 346 w 891"/>
                <a:gd name="T105" fmla="*/ 12 h 310"/>
                <a:gd name="T106" fmla="*/ 348 w 891"/>
                <a:gd name="T107" fmla="*/ 6 h 310"/>
                <a:gd name="T108" fmla="*/ 349 w 891"/>
                <a:gd name="T109" fmla="*/ 0 h 310"/>
                <a:gd name="T110" fmla="*/ 349 w 891"/>
                <a:gd name="T111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349" y="0"/>
                  </a:moveTo>
                  <a:lnTo>
                    <a:pt x="866" y="185"/>
                  </a:lnTo>
                  <a:lnTo>
                    <a:pt x="866" y="185"/>
                  </a:lnTo>
                  <a:lnTo>
                    <a:pt x="871" y="187"/>
                  </a:lnTo>
                  <a:lnTo>
                    <a:pt x="876" y="190"/>
                  </a:lnTo>
                  <a:lnTo>
                    <a:pt x="880" y="194"/>
                  </a:lnTo>
                  <a:lnTo>
                    <a:pt x="884" y="199"/>
                  </a:lnTo>
                  <a:lnTo>
                    <a:pt x="887" y="204"/>
                  </a:lnTo>
                  <a:lnTo>
                    <a:pt x="889" y="209"/>
                  </a:lnTo>
                  <a:lnTo>
                    <a:pt x="891" y="215"/>
                  </a:lnTo>
                  <a:lnTo>
                    <a:pt x="891" y="222"/>
                  </a:lnTo>
                  <a:lnTo>
                    <a:pt x="891" y="310"/>
                  </a:lnTo>
                  <a:lnTo>
                    <a:pt x="0" y="310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1" y="31"/>
                  </a:lnTo>
                  <a:lnTo>
                    <a:pt x="3" y="24"/>
                  </a:lnTo>
                  <a:lnTo>
                    <a:pt x="7" y="17"/>
                  </a:lnTo>
                  <a:lnTo>
                    <a:pt x="11" y="12"/>
                  </a:lnTo>
                  <a:lnTo>
                    <a:pt x="17" y="7"/>
                  </a:lnTo>
                  <a:lnTo>
                    <a:pt x="24" y="3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6"/>
                  </a:lnTo>
                  <a:lnTo>
                    <a:pt x="81" y="12"/>
                  </a:lnTo>
                  <a:lnTo>
                    <a:pt x="84" y="17"/>
                  </a:lnTo>
                  <a:lnTo>
                    <a:pt x="89" y="23"/>
                  </a:lnTo>
                  <a:lnTo>
                    <a:pt x="95" y="28"/>
                  </a:lnTo>
                  <a:lnTo>
                    <a:pt x="102" y="32"/>
                  </a:lnTo>
                  <a:lnTo>
                    <a:pt x="111" y="37"/>
                  </a:lnTo>
                  <a:lnTo>
                    <a:pt x="120" y="41"/>
                  </a:lnTo>
                  <a:lnTo>
                    <a:pt x="129" y="45"/>
                  </a:lnTo>
                  <a:lnTo>
                    <a:pt x="140" y="48"/>
                  </a:lnTo>
                  <a:lnTo>
                    <a:pt x="164" y="53"/>
                  </a:lnTo>
                  <a:lnTo>
                    <a:pt x="188" y="57"/>
                  </a:lnTo>
                  <a:lnTo>
                    <a:pt x="213" y="58"/>
                  </a:lnTo>
                  <a:lnTo>
                    <a:pt x="213" y="58"/>
                  </a:lnTo>
                  <a:lnTo>
                    <a:pt x="229" y="57"/>
                  </a:lnTo>
                  <a:lnTo>
                    <a:pt x="244" y="57"/>
                  </a:lnTo>
                  <a:lnTo>
                    <a:pt x="257" y="55"/>
                  </a:lnTo>
                  <a:lnTo>
                    <a:pt x="270" y="53"/>
                  </a:lnTo>
                  <a:lnTo>
                    <a:pt x="282" y="51"/>
                  </a:lnTo>
                  <a:lnTo>
                    <a:pt x="293" y="48"/>
                  </a:lnTo>
                  <a:lnTo>
                    <a:pt x="304" y="45"/>
                  </a:lnTo>
                  <a:lnTo>
                    <a:pt x="313" y="41"/>
                  </a:lnTo>
                  <a:lnTo>
                    <a:pt x="321" y="37"/>
                  </a:lnTo>
                  <a:lnTo>
                    <a:pt x="328" y="32"/>
                  </a:lnTo>
                  <a:lnTo>
                    <a:pt x="334" y="28"/>
                  </a:lnTo>
                  <a:lnTo>
                    <a:pt x="339" y="23"/>
                  </a:lnTo>
                  <a:lnTo>
                    <a:pt x="343" y="17"/>
                  </a:lnTo>
                  <a:lnTo>
                    <a:pt x="346" y="12"/>
                  </a:lnTo>
                  <a:lnTo>
                    <a:pt x="348" y="6"/>
                  </a:lnTo>
                  <a:lnTo>
                    <a:pt x="349" y="0"/>
                  </a:lnTo>
                  <a:lnTo>
                    <a:pt x="34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7" name="Line 278"/>
            <p:cNvSpPr>
              <a:spLocks noChangeShapeType="1"/>
            </p:cNvSpPr>
            <p:nvPr/>
          </p:nvSpPr>
          <p:spPr bwMode="auto">
            <a:xfrm>
              <a:off x="6289675" y="4791075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8" name="Line 279"/>
            <p:cNvSpPr>
              <a:spLocks noChangeShapeType="1"/>
            </p:cNvSpPr>
            <p:nvPr/>
          </p:nvSpPr>
          <p:spPr bwMode="auto">
            <a:xfrm flipH="1">
              <a:off x="6451600" y="4713288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9" name="Line 280"/>
            <p:cNvSpPr>
              <a:spLocks noChangeShapeType="1"/>
            </p:cNvSpPr>
            <p:nvPr/>
          </p:nvSpPr>
          <p:spPr bwMode="auto">
            <a:xfrm flipH="1">
              <a:off x="6481763" y="4724400"/>
              <a:ext cx="14288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0" name="Freeform 281"/>
            <p:cNvSpPr>
              <a:spLocks/>
            </p:cNvSpPr>
            <p:nvPr/>
          </p:nvSpPr>
          <p:spPr bwMode="auto">
            <a:xfrm>
              <a:off x="6467475" y="4743450"/>
              <a:ext cx="84138" cy="47625"/>
            </a:xfrm>
            <a:custGeom>
              <a:avLst/>
              <a:gdLst>
                <a:gd name="T0" fmla="*/ 214 w 214"/>
                <a:gd name="T1" fmla="*/ 0 h 122"/>
                <a:gd name="T2" fmla="*/ 214 w 214"/>
                <a:gd name="T3" fmla="*/ 0 h 122"/>
                <a:gd name="T4" fmla="*/ 213 w 214"/>
                <a:gd name="T5" fmla="*/ 8 h 122"/>
                <a:gd name="T6" fmla="*/ 211 w 214"/>
                <a:gd name="T7" fmla="*/ 15 h 122"/>
                <a:gd name="T8" fmla="*/ 207 w 214"/>
                <a:gd name="T9" fmla="*/ 23 h 122"/>
                <a:gd name="T10" fmla="*/ 202 w 214"/>
                <a:gd name="T11" fmla="*/ 30 h 122"/>
                <a:gd name="T12" fmla="*/ 197 w 214"/>
                <a:gd name="T13" fmla="*/ 36 h 122"/>
                <a:gd name="T14" fmla="*/ 190 w 214"/>
                <a:gd name="T15" fmla="*/ 41 h 122"/>
                <a:gd name="T16" fmla="*/ 183 w 214"/>
                <a:gd name="T17" fmla="*/ 43 h 122"/>
                <a:gd name="T18" fmla="*/ 175 w 214"/>
                <a:gd name="T19" fmla="*/ 44 h 122"/>
                <a:gd name="T20" fmla="*/ 59 w 214"/>
                <a:gd name="T21" fmla="*/ 44 h 122"/>
                <a:gd name="T22" fmla="*/ 59 w 214"/>
                <a:gd name="T23" fmla="*/ 44 h 122"/>
                <a:gd name="T24" fmla="*/ 47 w 214"/>
                <a:gd name="T25" fmla="*/ 46 h 122"/>
                <a:gd name="T26" fmla="*/ 36 w 214"/>
                <a:gd name="T27" fmla="*/ 49 h 122"/>
                <a:gd name="T28" fmla="*/ 26 w 214"/>
                <a:gd name="T29" fmla="*/ 54 h 122"/>
                <a:gd name="T30" fmla="*/ 18 w 214"/>
                <a:gd name="T31" fmla="*/ 61 h 122"/>
                <a:gd name="T32" fmla="*/ 11 w 214"/>
                <a:gd name="T33" fmla="*/ 70 h 122"/>
                <a:gd name="T34" fmla="*/ 5 w 214"/>
                <a:gd name="T35" fmla="*/ 79 h 122"/>
                <a:gd name="T36" fmla="*/ 1 w 214"/>
                <a:gd name="T37" fmla="*/ 90 h 122"/>
                <a:gd name="T38" fmla="*/ 0 w 214"/>
                <a:gd name="T39" fmla="*/ 102 h 122"/>
                <a:gd name="T40" fmla="*/ 0 w 214"/>
                <a:gd name="T41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4" h="122">
                  <a:moveTo>
                    <a:pt x="214" y="0"/>
                  </a:moveTo>
                  <a:lnTo>
                    <a:pt x="214" y="0"/>
                  </a:lnTo>
                  <a:lnTo>
                    <a:pt x="213" y="8"/>
                  </a:lnTo>
                  <a:lnTo>
                    <a:pt x="211" y="15"/>
                  </a:lnTo>
                  <a:lnTo>
                    <a:pt x="207" y="23"/>
                  </a:lnTo>
                  <a:lnTo>
                    <a:pt x="202" y="30"/>
                  </a:lnTo>
                  <a:lnTo>
                    <a:pt x="197" y="36"/>
                  </a:lnTo>
                  <a:lnTo>
                    <a:pt x="190" y="41"/>
                  </a:lnTo>
                  <a:lnTo>
                    <a:pt x="183" y="43"/>
                  </a:lnTo>
                  <a:lnTo>
                    <a:pt x="175" y="44"/>
                  </a:lnTo>
                  <a:lnTo>
                    <a:pt x="59" y="44"/>
                  </a:lnTo>
                  <a:lnTo>
                    <a:pt x="59" y="44"/>
                  </a:lnTo>
                  <a:lnTo>
                    <a:pt x="47" y="46"/>
                  </a:lnTo>
                  <a:lnTo>
                    <a:pt x="36" y="49"/>
                  </a:lnTo>
                  <a:lnTo>
                    <a:pt x="26" y="54"/>
                  </a:lnTo>
                  <a:lnTo>
                    <a:pt x="18" y="61"/>
                  </a:lnTo>
                  <a:lnTo>
                    <a:pt x="11" y="70"/>
                  </a:lnTo>
                  <a:lnTo>
                    <a:pt x="5" y="79"/>
                  </a:lnTo>
                  <a:lnTo>
                    <a:pt x="1" y="90"/>
                  </a:lnTo>
                  <a:lnTo>
                    <a:pt x="0" y="102"/>
                  </a:lnTo>
                  <a:lnTo>
                    <a:pt x="0" y="12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1" name="Freeform 282"/>
            <p:cNvSpPr>
              <a:spLocks/>
            </p:cNvSpPr>
            <p:nvPr/>
          </p:nvSpPr>
          <p:spPr bwMode="auto">
            <a:xfrm>
              <a:off x="6289675" y="4745038"/>
              <a:ext cx="46038" cy="46037"/>
            </a:xfrm>
            <a:custGeom>
              <a:avLst/>
              <a:gdLst>
                <a:gd name="T0" fmla="*/ 116 w 116"/>
                <a:gd name="T1" fmla="*/ 117 h 117"/>
                <a:gd name="T2" fmla="*/ 116 w 116"/>
                <a:gd name="T3" fmla="*/ 117 h 117"/>
                <a:gd name="T4" fmla="*/ 115 w 116"/>
                <a:gd name="T5" fmla="*/ 104 h 117"/>
                <a:gd name="T6" fmla="*/ 114 w 116"/>
                <a:gd name="T7" fmla="*/ 93 h 117"/>
                <a:gd name="T8" fmla="*/ 111 w 116"/>
                <a:gd name="T9" fmla="*/ 82 h 117"/>
                <a:gd name="T10" fmla="*/ 107 w 116"/>
                <a:gd name="T11" fmla="*/ 71 h 117"/>
                <a:gd name="T12" fmla="*/ 102 w 116"/>
                <a:gd name="T13" fmla="*/ 61 h 117"/>
                <a:gd name="T14" fmla="*/ 96 w 116"/>
                <a:gd name="T15" fmla="*/ 52 h 117"/>
                <a:gd name="T16" fmla="*/ 90 w 116"/>
                <a:gd name="T17" fmla="*/ 43 h 117"/>
                <a:gd name="T18" fmla="*/ 82 w 116"/>
                <a:gd name="T19" fmla="*/ 35 h 117"/>
                <a:gd name="T20" fmla="*/ 74 w 116"/>
                <a:gd name="T21" fmla="*/ 26 h 117"/>
                <a:gd name="T22" fmla="*/ 64 w 116"/>
                <a:gd name="T23" fmla="*/ 20 h 117"/>
                <a:gd name="T24" fmla="*/ 55 w 116"/>
                <a:gd name="T25" fmla="*/ 14 h 117"/>
                <a:gd name="T26" fmla="*/ 45 w 116"/>
                <a:gd name="T27" fmla="*/ 9 h 117"/>
                <a:gd name="T28" fmla="*/ 34 w 116"/>
                <a:gd name="T29" fmla="*/ 5 h 117"/>
                <a:gd name="T30" fmla="*/ 23 w 116"/>
                <a:gd name="T31" fmla="*/ 3 h 117"/>
                <a:gd name="T32" fmla="*/ 12 w 116"/>
                <a:gd name="T33" fmla="*/ 1 h 117"/>
                <a:gd name="T34" fmla="*/ 0 w 116"/>
                <a:gd name="T3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7">
                  <a:moveTo>
                    <a:pt x="116" y="117"/>
                  </a:moveTo>
                  <a:lnTo>
                    <a:pt x="116" y="117"/>
                  </a:lnTo>
                  <a:lnTo>
                    <a:pt x="115" y="104"/>
                  </a:lnTo>
                  <a:lnTo>
                    <a:pt x="114" y="93"/>
                  </a:lnTo>
                  <a:lnTo>
                    <a:pt x="111" y="82"/>
                  </a:lnTo>
                  <a:lnTo>
                    <a:pt x="107" y="71"/>
                  </a:lnTo>
                  <a:lnTo>
                    <a:pt x="102" y="61"/>
                  </a:lnTo>
                  <a:lnTo>
                    <a:pt x="96" y="52"/>
                  </a:lnTo>
                  <a:lnTo>
                    <a:pt x="90" y="43"/>
                  </a:lnTo>
                  <a:lnTo>
                    <a:pt x="82" y="35"/>
                  </a:lnTo>
                  <a:lnTo>
                    <a:pt x="74" y="26"/>
                  </a:lnTo>
                  <a:lnTo>
                    <a:pt x="64" y="20"/>
                  </a:lnTo>
                  <a:lnTo>
                    <a:pt x="55" y="14"/>
                  </a:lnTo>
                  <a:lnTo>
                    <a:pt x="45" y="9"/>
                  </a:lnTo>
                  <a:lnTo>
                    <a:pt x="34" y="5"/>
                  </a:lnTo>
                  <a:lnTo>
                    <a:pt x="23" y="3"/>
                  </a:lnTo>
                  <a:lnTo>
                    <a:pt x="12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2" name="Freeform 283"/>
            <p:cNvSpPr>
              <a:spLocks/>
            </p:cNvSpPr>
            <p:nvPr/>
          </p:nvSpPr>
          <p:spPr bwMode="auto">
            <a:xfrm>
              <a:off x="6289675" y="4560888"/>
              <a:ext cx="354013" cy="123825"/>
            </a:xfrm>
            <a:custGeom>
              <a:avLst/>
              <a:gdLst>
                <a:gd name="T0" fmla="*/ 543 w 891"/>
                <a:gd name="T1" fmla="*/ 310 h 310"/>
                <a:gd name="T2" fmla="*/ 26 w 891"/>
                <a:gd name="T3" fmla="*/ 126 h 310"/>
                <a:gd name="T4" fmla="*/ 26 w 891"/>
                <a:gd name="T5" fmla="*/ 126 h 310"/>
                <a:gd name="T6" fmla="*/ 20 w 891"/>
                <a:gd name="T7" fmla="*/ 123 h 310"/>
                <a:gd name="T8" fmla="*/ 15 w 891"/>
                <a:gd name="T9" fmla="*/ 120 h 310"/>
                <a:gd name="T10" fmla="*/ 11 w 891"/>
                <a:gd name="T11" fmla="*/ 116 h 310"/>
                <a:gd name="T12" fmla="*/ 7 w 891"/>
                <a:gd name="T13" fmla="*/ 112 h 310"/>
                <a:gd name="T14" fmla="*/ 4 w 891"/>
                <a:gd name="T15" fmla="*/ 106 h 310"/>
                <a:gd name="T16" fmla="*/ 2 w 891"/>
                <a:gd name="T17" fmla="*/ 101 h 310"/>
                <a:gd name="T18" fmla="*/ 1 w 891"/>
                <a:gd name="T19" fmla="*/ 95 h 310"/>
                <a:gd name="T20" fmla="*/ 0 w 891"/>
                <a:gd name="T21" fmla="*/ 89 h 310"/>
                <a:gd name="T22" fmla="*/ 0 w 891"/>
                <a:gd name="T23" fmla="*/ 0 h 310"/>
                <a:gd name="T24" fmla="*/ 891 w 891"/>
                <a:gd name="T25" fmla="*/ 0 h 310"/>
                <a:gd name="T26" fmla="*/ 891 w 891"/>
                <a:gd name="T27" fmla="*/ 272 h 310"/>
                <a:gd name="T28" fmla="*/ 891 w 891"/>
                <a:gd name="T29" fmla="*/ 272 h 310"/>
                <a:gd name="T30" fmla="*/ 890 w 891"/>
                <a:gd name="T31" fmla="*/ 280 h 310"/>
                <a:gd name="T32" fmla="*/ 888 w 891"/>
                <a:gd name="T33" fmla="*/ 287 h 310"/>
                <a:gd name="T34" fmla="*/ 885 w 891"/>
                <a:gd name="T35" fmla="*/ 293 h 310"/>
                <a:gd name="T36" fmla="*/ 880 w 891"/>
                <a:gd name="T37" fmla="*/ 299 h 310"/>
                <a:gd name="T38" fmla="*/ 874 w 891"/>
                <a:gd name="T39" fmla="*/ 304 h 310"/>
                <a:gd name="T40" fmla="*/ 868 w 891"/>
                <a:gd name="T41" fmla="*/ 307 h 310"/>
                <a:gd name="T42" fmla="*/ 861 w 891"/>
                <a:gd name="T43" fmla="*/ 309 h 310"/>
                <a:gd name="T44" fmla="*/ 853 w 891"/>
                <a:gd name="T45" fmla="*/ 310 h 310"/>
                <a:gd name="T46" fmla="*/ 814 w 891"/>
                <a:gd name="T47" fmla="*/ 310 h 310"/>
                <a:gd name="T48" fmla="*/ 814 w 891"/>
                <a:gd name="T49" fmla="*/ 310 h 310"/>
                <a:gd name="T50" fmla="*/ 813 w 891"/>
                <a:gd name="T51" fmla="*/ 304 h 310"/>
                <a:gd name="T52" fmla="*/ 811 w 891"/>
                <a:gd name="T53" fmla="*/ 299 h 310"/>
                <a:gd name="T54" fmla="*/ 807 w 891"/>
                <a:gd name="T55" fmla="*/ 293 h 310"/>
                <a:gd name="T56" fmla="*/ 802 w 891"/>
                <a:gd name="T57" fmla="*/ 288 h 310"/>
                <a:gd name="T58" fmla="*/ 796 w 891"/>
                <a:gd name="T59" fmla="*/ 283 h 310"/>
                <a:gd name="T60" fmla="*/ 789 w 891"/>
                <a:gd name="T61" fmla="*/ 278 h 310"/>
                <a:gd name="T62" fmla="*/ 781 w 891"/>
                <a:gd name="T63" fmla="*/ 274 h 310"/>
                <a:gd name="T64" fmla="*/ 772 w 891"/>
                <a:gd name="T65" fmla="*/ 270 h 310"/>
                <a:gd name="T66" fmla="*/ 761 w 891"/>
                <a:gd name="T67" fmla="*/ 266 h 310"/>
                <a:gd name="T68" fmla="*/ 750 w 891"/>
                <a:gd name="T69" fmla="*/ 263 h 310"/>
                <a:gd name="T70" fmla="*/ 728 w 891"/>
                <a:gd name="T71" fmla="*/ 256 h 310"/>
                <a:gd name="T72" fmla="*/ 704 w 891"/>
                <a:gd name="T73" fmla="*/ 253 h 310"/>
                <a:gd name="T74" fmla="*/ 678 w 891"/>
                <a:gd name="T75" fmla="*/ 252 h 310"/>
                <a:gd name="T76" fmla="*/ 678 w 891"/>
                <a:gd name="T77" fmla="*/ 252 h 310"/>
                <a:gd name="T78" fmla="*/ 662 w 891"/>
                <a:gd name="T79" fmla="*/ 252 h 310"/>
                <a:gd name="T80" fmla="*/ 648 w 891"/>
                <a:gd name="T81" fmla="*/ 253 h 310"/>
                <a:gd name="T82" fmla="*/ 634 w 891"/>
                <a:gd name="T83" fmla="*/ 254 h 310"/>
                <a:gd name="T84" fmla="*/ 621 w 891"/>
                <a:gd name="T85" fmla="*/ 256 h 310"/>
                <a:gd name="T86" fmla="*/ 609 w 891"/>
                <a:gd name="T87" fmla="*/ 259 h 310"/>
                <a:gd name="T88" fmla="*/ 597 w 891"/>
                <a:gd name="T89" fmla="*/ 263 h 310"/>
                <a:gd name="T90" fmla="*/ 587 w 891"/>
                <a:gd name="T91" fmla="*/ 266 h 310"/>
                <a:gd name="T92" fmla="*/ 578 w 891"/>
                <a:gd name="T93" fmla="*/ 270 h 310"/>
                <a:gd name="T94" fmla="*/ 570 w 891"/>
                <a:gd name="T95" fmla="*/ 274 h 310"/>
                <a:gd name="T96" fmla="*/ 563 w 891"/>
                <a:gd name="T97" fmla="*/ 278 h 310"/>
                <a:gd name="T98" fmla="*/ 557 w 891"/>
                <a:gd name="T99" fmla="*/ 283 h 310"/>
                <a:gd name="T100" fmla="*/ 552 w 891"/>
                <a:gd name="T101" fmla="*/ 288 h 310"/>
                <a:gd name="T102" fmla="*/ 548 w 891"/>
                <a:gd name="T103" fmla="*/ 293 h 310"/>
                <a:gd name="T104" fmla="*/ 545 w 891"/>
                <a:gd name="T105" fmla="*/ 299 h 310"/>
                <a:gd name="T106" fmla="*/ 543 w 891"/>
                <a:gd name="T107" fmla="*/ 304 h 310"/>
                <a:gd name="T108" fmla="*/ 543 w 891"/>
                <a:gd name="T109" fmla="*/ 310 h 310"/>
                <a:gd name="T110" fmla="*/ 543 w 891"/>
                <a:gd name="T111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543" y="310"/>
                  </a:moveTo>
                  <a:lnTo>
                    <a:pt x="26" y="126"/>
                  </a:lnTo>
                  <a:lnTo>
                    <a:pt x="26" y="126"/>
                  </a:lnTo>
                  <a:lnTo>
                    <a:pt x="20" y="123"/>
                  </a:lnTo>
                  <a:lnTo>
                    <a:pt x="15" y="120"/>
                  </a:lnTo>
                  <a:lnTo>
                    <a:pt x="11" y="116"/>
                  </a:lnTo>
                  <a:lnTo>
                    <a:pt x="7" y="112"/>
                  </a:lnTo>
                  <a:lnTo>
                    <a:pt x="4" y="106"/>
                  </a:lnTo>
                  <a:lnTo>
                    <a:pt x="2" y="101"/>
                  </a:lnTo>
                  <a:lnTo>
                    <a:pt x="1" y="95"/>
                  </a:lnTo>
                  <a:lnTo>
                    <a:pt x="0" y="89"/>
                  </a:lnTo>
                  <a:lnTo>
                    <a:pt x="0" y="0"/>
                  </a:lnTo>
                  <a:lnTo>
                    <a:pt x="891" y="0"/>
                  </a:lnTo>
                  <a:lnTo>
                    <a:pt x="891" y="272"/>
                  </a:lnTo>
                  <a:lnTo>
                    <a:pt x="891" y="272"/>
                  </a:lnTo>
                  <a:lnTo>
                    <a:pt x="890" y="280"/>
                  </a:lnTo>
                  <a:lnTo>
                    <a:pt x="888" y="287"/>
                  </a:lnTo>
                  <a:lnTo>
                    <a:pt x="885" y="293"/>
                  </a:lnTo>
                  <a:lnTo>
                    <a:pt x="880" y="299"/>
                  </a:lnTo>
                  <a:lnTo>
                    <a:pt x="874" y="304"/>
                  </a:lnTo>
                  <a:lnTo>
                    <a:pt x="868" y="307"/>
                  </a:lnTo>
                  <a:lnTo>
                    <a:pt x="861" y="309"/>
                  </a:lnTo>
                  <a:lnTo>
                    <a:pt x="853" y="310"/>
                  </a:lnTo>
                  <a:lnTo>
                    <a:pt x="814" y="310"/>
                  </a:lnTo>
                  <a:lnTo>
                    <a:pt x="814" y="310"/>
                  </a:lnTo>
                  <a:lnTo>
                    <a:pt x="813" y="304"/>
                  </a:lnTo>
                  <a:lnTo>
                    <a:pt x="811" y="299"/>
                  </a:lnTo>
                  <a:lnTo>
                    <a:pt x="807" y="293"/>
                  </a:lnTo>
                  <a:lnTo>
                    <a:pt x="802" y="288"/>
                  </a:lnTo>
                  <a:lnTo>
                    <a:pt x="796" y="283"/>
                  </a:lnTo>
                  <a:lnTo>
                    <a:pt x="789" y="278"/>
                  </a:lnTo>
                  <a:lnTo>
                    <a:pt x="781" y="274"/>
                  </a:lnTo>
                  <a:lnTo>
                    <a:pt x="772" y="270"/>
                  </a:lnTo>
                  <a:lnTo>
                    <a:pt x="761" y="266"/>
                  </a:lnTo>
                  <a:lnTo>
                    <a:pt x="750" y="263"/>
                  </a:lnTo>
                  <a:lnTo>
                    <a:pt x="728" y="256"/>
                  </a:lnTo>
                  <a:lnTo>
                    <a:pt x="704" y="253"/>
                  </a:lnTo>
                  <a:lnTo>
                    <a:pt x="678" y="252"/>
                  </a:lnTo>
                  <a:lnTo>
                    <a:pt x="678" y="252"/>
                  </a:lnTo>
                  <a:lnTo>
                    <a:pt x="662" y="252"/>
                  </a:lnTo>
                  <a:lnTo>
                    <a:pt x="648" y="253"/>
                  </a:lnTo>
                  <a:lnTo>
                    <a:pt x="634" y="254"/>
                  </a:lnTo>
                  <a:lnTo>
                    <a:pt x="621" y="256"/>
                  </a:lnTo>
                  <a:lnTo>
                    <a:pt x="609" y="259"/>
                  </a:lnTo>
                  <a:lnTo>
                    <a:pt x="597" y="263"/>
                  </a:lnTo>
                  <a:lnTo>
                    <a:pt x="587" y="266"/>
                  </a:lnTo>
                  <a:lnTo>
                    <a:pt x="578" y="270"/>
                  </a:lnTo>
                  <a:lnTo>
                    <a:pt x="570" y="274"/>
                  </a:lnTo>
                  <a:lnTo>
                    <a:pt x="563" y="278"/>
                  </a:lnTo>
                  <a:lnTo>
                    <a:pt x="557" y="283"/>
                  </a:lnTo>
                  <a:lnTo>
                    <a:pt x="552" y="288"/>
                  </a:lnTo>
                  <a:lnTo>
                    <a:pt x="548" y="293"/>
                  </a:lnTo>
                  <a:lnTo>
                    <a:pt x="545" y="299"/>
                  </a:lnTo>
                  <a:lnTo>
                    <a:pt x="543" y="304"/>
                  </a:lnTo>
                  <a:lnTo>
                    <a:pt x="543" y="310"/>
                  </a:lnTo>
                  <a:lnTo>
                    <a:pt x="543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3" name="Line 284"/>
            <p:cNvSpPr>
              <a:spLocks noChangeShapeType="1"/>
            </p:cNvSpPr>
            <p:nvPr/>
          </p:nvSpPr>
          <p:spPr bwMode="auto">
            <a:xfrm flipH="1">
              <a:off x="6289675" y="4592638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4" name="Line 285"/>
            <p:cNvSpPr>
              <a:spLocks noChangeShapeType="1"/>
            </p:cNvSpPr>
            <p:nvPr/>
          </p:nvSpPr>
          <p:spPr bwMode="auto">
            <a:xfrm flipV="1">
              <a:off x="6465888" y="4652963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5" name="Line 286"/>
            <p:cNvSpPr>
              <a:spLocks noChangeShapeType="1"/>
            </p:cNvSpPr>
            <p:nvPr/>
          </p:nvSpPr>
          <p:spPr bwMode="auto">
            <a:xfrm flipV="1">
              <a:off x="6437313" y="4645025"/>
              <a:ext cx="14288" cy="14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6" name="Freeform 287"/>
            <p:cNvSpPr>
              <a:spLocks/>
            </p:cNvSpPr>
            <p:nvPr/>
          </p:nvSpPr>
          <p:spPr bwMode="auto">
            <a:xfrm>
              <a:off x="6381750" y="4592638"/>
              <a:ext cx="85725" cy="47625"/>
            </a:xfrm>
            <a:custGeom>
              <a:avLst/>
              <a:gdLst>
                <a:gd name="T0" fmla="*/ 0 w 212"/>
                <a:gd name="T1" fmla="*/ 122 h 122"/>
                <a:gd name="T2" fmla="*/ 0 w 212"/>
                <a:gd name="T3" fmla="*/ 122 h 122"/>
                <a:gd name="T4" fmla="*/ 1 w 212"/>
                <a:gd name="T5" fmla="*/ 114 h 122"/>
                <a:gd name="T6" fmla="*/ 3 w 212"/>
                <a:gd name="T7" fmla="*/ 105 h 122"/>
                <a:gd name="T8" fmla="*/ 6 w 212"/>
                <a:gd name="T9" fmla="*/ 98 h 122"/>
                <a:gd name="T10" fmla="*/ 11 w 212"/>
                <a:gd name="T11" fmla="*/ 91 h 122"/>
                <a:gd name="T12" fmla="*/ 17 w 212"/>
                <a:gd name="T13" fmla="*/ 85 h 122"/>
                <a:gd name="T14" fmla="*/ 23 w 212"/>
                <a:gd name="T15" fmla="*/ 81 h 122"/>
                <a:gd name="T16" fmla="*/ 30 w 212"/>
                <a:gd name="T17" fmla="*/ 78 h 122"/>
                <a:gd name="T18" fmla="*/ 38 w 212"/>
                <a:gd name="T19" fmla="*/ 77 h 122"/>
                <a:gd name="T20" fmla="*/ 155 w 212"/>
                <a:gd name="T21" fmla="*/ 77 h 122"/>
                <a:gd name="T22" fmla="*/ 155 w 212"/>
                <a:gd name="T23" fmla="*/ 77 h 122"/>
                <a:gd name="T24" fmla="*/ 166 w 212"/>
                <a:gd name="T25" fmla="*/ 76 h 122"/>
                <a:gd name="T26" fmla="*/ 177 w 212"/>
                <a:gd name="T27" fmla="*/ 73 h 122"/>
                <a:gd name="T28" fmla="*/ 187 w 212"/>
                <a:gd name="T29" fmla="*/ 67 h 122"/>
                <a:gd name="T30" fmla="*/ 195 w 212"/>
                <a:gd name="T31" fmla="*/ 60 h 122"/>
                <a:gd name="T32" fmla="*/ 202 w 212"/>
                <a:gd name="T33" fmla="*/ 52 h 122"/>
                <a:gd name="T34" fmla="*/ 208 w 212"/>
                <a:gd name="T35" fmla="*/ 42 h 122"/>
                <a:gd name="T36" fmla="*/ 211 w 212"/>
                <a:gd name="T37" fmla="*/ 31 h 122"/>
                <a:gd name="T38" fmla="*/ 212 w 212"/>
                <a:gd name="T39" fmla="*/ 19 h 122"/>
                <a:gd name="T40" fmla="*/ 212 w 212"/>
                <a:gd name="T4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2" h="122">
                  <a:moveTo>
                    <a:pt x="0" y="122"/>
                  </a:moveTo>
                  <a:lnTo>
                    <a:pt x="0" y="122"/>
                  </a:lnTo>
                  <a:lnTo>
                    <a:pt x="1" y="114"/>
                  </a:lnTo>
                  <a:lnTo>
                    <a:pt x="3" y="105"/>
                  </a:lnTo>
                  <a:lnTo>
                    <a:pt x="6" y="98"/>
                  </a:lnTo>
                  <a:lnTo>
                    <a:pt x="11" y="91"/>
                  </a:lnTo>
                  <a:lnTo>
                    <a:pt x="17" y="85"/>
                  </a:lnTo>
                  <a:lnTo>
                    <a:pt x="23" y="81"/>
                  </a:lnTo>
                  <a:lnTo>
                    <a:pt x="30" y="78"/>
                  </a:lnTo>
                  <a:lnTo>
                    <a:pt x="38" y="77"/>
                  </a:lnTo>
                  <a:lnTo>
                    <a:pt x="155" y="77"/>
                  </a:lnTo>
                  <a:lnTo>
                    <a:pt x="155" y="77"/>
                  </a:lnTo>
                  <a:lnTo>
                    <a:pt x="166" y="76"/>
                  </a:lnTo>
                  <a:lnTo>
                    <a:pt x="177" y="73"/>
                  </a:lnTo>
                  <a:lnTo>
                    <a:pt x="187" y="67"/>
                  </a:lnTo>
                  <a:lnTo>
                    <a:pt x="195" y="60"/>
                  </a:lnTo>
                  <a:lnTo>
                    <a:pt x="202" y="52"/>
                  </a:lnTo>
                  <a:lnTo>
                    <a:pt x="208" y="42"/>
                  </a:lnTo>
                  <a:lnTo>
                    <a:pt x="211" y="31"/>
                  </a:lnTo>
                  <a:lnTo>
                    <a:pt x="212" y="19"/>
                  </a:lnTo>
                  <a:lnTo>
                    <a:pt x="21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7" name="Freeform 288"/>
            <p:cNvSpPr>
              <a:spLocks/>
            </p:cNvSpPr>
            <p:nvPr/>
          </p:nvSpPr>
          <p:spPr bwMode="auto">
            <a:xfrm>
              <a:off x="6597650" y="4592638"/>
              <a:ext cx="46038" cy="44450"/>
            </a:xfrm>
            <a:custGeom>
              <a:avLst/>
              <a:gdLst>
                <a:gd name="T0" fmla="*/ 0 w 116"/>
                <a:gd name="T1" fmla="*/ 0 h 116"/>
                <a:gd name="T2" fmla="*/ 0 w 116"/>
                <a:gd name="T3" fmla="*/ 0 h 116"/>
                <a:gd name="T4" fmla="*/ 1 w 116"/>
                <a:gd name="T5" fmla="*/ 11 h 116"/>
                <a:gd name="T6" fmla="*/ 3 w 116"/>
                <a:gd name="T7" fmla="*/ 23 h 116"/>
                <a:gd name="T8" fmla="*/ 6 w 116"/>
                <a:gd name="T9" fmla="*/ 35 h 116"/>
                <a:gd name="T10" fmla="*/ 9 w 116"/>
                <a:gd name="T11" fmla="*/ 45 h 116"/>
                <a:gd name="T12" fmla="*/ 14 w 116"/>
                <a:gd name="T13" fmla="*/ 55 h 116"/>
                <a:gd name="T14" fmla="*/ 20 w 116"/>
                <a:gd name="T15" fmla="*/ 65 h 116"/>
                <a:gd name="T16" fmla="*/ 27 w 116"/>
                <a:gd name="T17" fmla="*/ 74 h 116"/>
                <a:gd name="T18" fmla="*/ 34 w 116"/>
                <a:gd name="T19" fmla="*/ 82 h 116"/>
                <a:gd name="T20" fmla="*/ 42 w 116"/>
                <a:gd name="T21" fmla="*/ 89 h 116"/>
                <a:gd name="T22" fmla="*/ 51 w 116"/>
                <a:gd name="T23" fmla="*/ 96 h 116"/>
                <a:gd name="T24" fmla="*/ 60 w 116"/>
                <a:gd name="T25" fmla="*/ 102 h 116"/>
                <a:gd name="T26" fmla="*/ 71 w 116"/>
                <a:gd name="T27" fmla="*/ 107 h 116"/>
                <a:gd name="T28" fmla="*/ 82 w 116"/>
                <a:gd name="T29" fmla="*/ 111 h 116"/>
                <a:gd name="T30" fmla="*/ 93 w 116"/>
                <a:gd name="T31" fmla="*/ 114 h 116"/>
                <a:gd name="T32" fmla="*/ 104 w 116"/>
                <a:gd name="T33" fmla="*/ 116 h 116"/>
                <a:gd name="T34" fmla="*/ 116 w 116"/>
                <a:gd name="T3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0" y="0"/>
                  </a:moveTo>
                  <a:lnTo>
                    <a:pt x="0" y="0"/>
                  </a:lnTo>
                  <a:lnTo>
                    <a:pt x="1" y="11"/>
                  </a:lnTo>
                  <a:lnTo>
                    <a:pt x="3" y="23"/>
                  </a:lnTo>
                  <a:lnTo>
                    <a:pt x="6" y="35"/>
                  </a:lnTo>
                  <a:lnTo>
                    <a:pt x="9" y="45"/>
                  </a:lnTo>
                  <a:lnTo>
                    <a:pt x="14" y="55"/>
                  </a:lnTo>
                  <a:lnTo>
                    <a:pt x="20" y="65"/>
                  </a:lnTo>
                  <a:lnTo>
                    <a:pt x="27" y="74"/>
                  </a:lnTo>
                  <a:lnTo>
                    <a:pt x="34" y="82"/>
                  </a:lnTo>
                  <a:lnTo>
                    <a:pt x="42" y="89"/>
                  </a:lnTo>
                  <a:lnTo>
                    <a:pt x="51" y="96"/>
                  </a:lnTo>
                  <a:lnTo>
                    <a:pt x="60" y="102"/>
                  </a:lnTo>
                  <a:lnTo>
                    <a:pt x="71" y="107"/>
                  </a:lnTo>
                  <a:lnTo>
                    <a:pt x="82" y="111"/>
                  </a:lnTo>
                  <a:lnTo>
                    <a:pt x="93" y="114"/>
                  </a:lnTo>
                  <a:lnTo>
                    <a:pt x="104" y="116"/>
                  </a:lnTo>
                  <a:lnTo>
                    <a:pt x="116" y="1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8" name="Gruppieren 717"/>
          <p:cNvGrpSpPr/>
          <p:nvPr/>
        </p:nvGrpSpPr>
        <p:grpSpPr>
          <a:xfrm>
            <a:off x="9448603" y="4563720"/>
            <a:ext cx="426581" cy="332847"/>
            <a:chOff x="7143750" y="4532313"/>
            <a:chExt cx="354013" cy="276225"/>
          </a:xfrm>
        </p:grpSpPr>
        <p:sp>
          <p:nvSpPr>
            <p:cNvPr id="719" name="Freeform 289"/>
            <p:cNvSpPr>
              <a:spLocks/>
            </p:cNvSpPr>
            <p:nvPr/>
          </p:nvSpPr>
          <p:spPr bwMode="auto">
            <a:xfrm>
              <a:off x="7143750" y="4532313"/>
              <a:ext cx="354013" cy="276225"/>
            </a:xfrm>
            <a:custGeom>
              <a:avLst/>
              <a:gdLst>
                <a:gd name="T0" fmla="*/ 445 w 891"/>
                <a:gd name="T1" fmla="*/ 697 h 697"/>
                <a:gd name="T2" fmla="*/ 658 w 891"/>
                <a:gd name="T3" fmla="*/ 697 h 697"/>
                <a:gd name="T4" fmla="*/ 658 w 891"/>
                <a:gd name="T5" fmla="*/ 232 h 697"/>
                <a:gd name="T6" fmla="*/ 775 w 891"/>
                <a:gd name="T7" fmla="*/ 329 h 697"/>
                <a:gd name="T8" fmla="*/ 891 w 891"/>
                <a:gd name="T9" fmla="*/ 213 h 697"/>
                <a:gd name="T10" fmla="*/ 734 w 891"/>
                <a:gd name="T11" fmla="*/ 57 h 697"/>
                <a:gd name="T12" fmla="*/ 734 w 891"/>
                <a:gd name="T13" fmla="*/ 57 h 697"/>
                <a:gd name="T14" fmla="*/ 720 w 891"/>
                <a:gd name="T15" fmla="*/ 44 h 697"/>
                <a:gd name="T16" fmla="*/ 705 w 891"/>
                <a:gd name="T17" fmla="*/ 33 h 697"/>
                <a:gd name="T18" fmla="*/ 689 w 891"/>
                <a:gd name="T19" fmla="*/ 22 h 697"/>
                <a:gd name="T20" fmla="*/ 671 w 891"/>
                <a:gd name="T21" fmla="*/ 14 h 697"/>
                <a:gd name="T22" fmla="*/ 654 w 891"/>
                <a:gd name="T23" fmla="*/ 8 h 697"/>
                <a:gd name="T24" fmla="*/ 636 w 891"/>
                <a:gd name="T25" fmla="*/ 3 h 697"/>
                <a:gd name="T26" fmla="*/ 617 w 891"/>
                <a:gd name="T27" fmla="*/ 1 h 697"/>
                <a:gd name="T28" fmla="*/ 597 w 891"/>
                <a:gd name="T29" fmla="*/ 0 h 697"/>
                <a:gd name="T30" fmla="*/ 445 w 891"/>
                <a:gd name="T31" fmla="*/ 0 h 697"/>
                <a:gd name="T32" fmla="*/ 292 w 891"/>
                <a:gd name="T33" fmla="*/ 0 h 697"/>
                <a:gd name="T34" fmla="*/ 292 w 891"/>
                <a:gd name="T35" fmla="*/ 0 h 697"/>
                <a:gd name="T36" fmla="*/ 273 w 891"/>
                <a:gd name="T37" fmla="*/ 1 h 697"/>
                <a:gd name="T38" fmla="*/ 255 w 891"/>
                <a:gd name="T39" fmla="*/ 3 h 697"/>
                <a:gd name="T40" fmla="*/ 237 w 891"/>
                <a:gd name="T41" fmla="*/ 8 h 697"/>
                <a:gd name="T42" fmla="*/ 218 w 891"/>
                <a:gd name="T43" fmla="*/ 14 h 697"/>
                <a:gd name="T44" fmla="*/ 201 w 891"/>
                <a:gd name="T45" fmla="*/ 22 h 697"/>
                <a:gd name="T46" fmla="*/ 185 w 891"/>
                <a:gd name="T47" fmla="*/ 33 h 697"/>
                <a:gd name="T48" fmla="*/ 170 w 891"/>
                <a:gd name="T49" fmla="*/ 44 h 697"/>
                <a:gd name="T50" fmla="*/ 156 w 891"/>
                <a:gd name="T51" fmla="*/ 57 h 697"/>
                <a:gd name="T52" fmla="*/ 0 w 891"/>
                <a:gd name="T53" fmla="*/ 213 h 697"/>
                <a:gd name="T54" fmla="*/ 116 w 891"/>
                <a:gd name="T55" fmla="*/ 329 h 697"/>
                <a:gd name="T56" fmla="*/ 232 w 891"/>
                <a:gd name="T57" fmla="*/ 232 h 697"/>
                <a:gd name="T58" fmla="*/ 232 w 891"/>
                <a:gd name="T59" fmla="*/ 697 h 697"/>
                <a:gd name="T60" fmla="*/ 445 w 891"/>
                <a:gd name="T61" fmla="*/ 697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91" h="697">
                  <a:moveTo>
                    <a:pt x="445" y="697"/>
                  </a:moveTo>
                  <a:lnTo>
                    <a:pt x="658" y="697"/>
                  </a:lnTo>
                  <a:lnTo>
                    <a:pt x="658" y="232"/>
                  </a:lnTo>
                  <a:lnTo>
                    <a:pt x="775" y="329"/>
                  </a:lnTo>
                  <a:lnTo>
                    <a:pt x="891" y="213"/>
                  </a:lnTo>
                  <a:lnTo>
                    <a:pt x="734" y="57"/>
                  </a:lnTo>
                  <a:lnTo>
                    <a:pt x="734" y="57"/>
                  </a:lnTo>
                  <a:lnTo>
                    <a:pt x="720" y="44"/>
                  </a:lnTo>
                  <a:lnTo>
                    <a:pt x="705" y="33"/>
                  </a:lnTo>
                  <a:lnTo>
                    <a:pt x="689" y="22"/>
                  </a:lnTo>
                  <a:lnTo>
                    <a:pt x="671" y="14"/>
                  </a:lnTo>
                  <a:lnTo>
                    <a:pt x="654" y="8"/>
                  </a:lnTo>
                  <a:lnTo>
                    <a:pt x="636" y="3"/>
                  </a:lnTo>
                  <a:lnTo>
                    <a:pt x="617" y="1"/>
                  </a:lnTo>
                  <a:lnTo>
                    <a:pt x="597" y="0"/>
                  </a:lnTo>
                  <a:lnTo>
                    <a:pt x="445" y="0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273" y="1"/>
                  </a:lnTo>
                  <a:lnTo>
                    <a:pt x="255" y="3"/>
                  </a:lnTo>
                  <a:lnTo>
                    <a:pt x="237" y="8"/>
                  </a:lnTo>
                  <a:lnTo>
                    <a:pt x="218" y="14"/>
                  </a:lnTo>
                  <a:lnTo>
                    <a:pt x="201" y="22"/>
                  </a:lnTo>
                  <a:lnTo>
                    <a:pt x="185" y="33"/>
                  </a:lnTo>
                  <a:lnTo>
                    <a:pt x="170" y="44"/>
                  </a:lnTo>
                  <a:lnTo>
                    <a:pt x="156" y="57"/>
                  </a:lnTo>
                  <a:lnTo>
                    <a:pt x="0" y="213"/>
                  </a:lnTo>
                  <a:lnTo>
                    <a:pt x="116" y="329"/>
                  </a:lnTo>
                  <a:lnTo>
                    <a:pt x="232" y="232"/>
                  </a:lnTo>
                  <a:lnTo>
                    <a:pt x="232" y="697"/>
                  </a:lnTo>
                  <a:lnTo>
                    <a:pt x="445" y="6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0" name="Freeform 290"/>
            <p:cNvSpPr>
              <a:spLocks/>
            </p:cNvSpPr>
            <p:nvPr/>
          </p:nvSpPr>
          <p:spPr bwMode="auto">
            <a:xfrm>
              <a:off x="7273925" y="4532313"/>
              <a:ext cx="93663" cy="44450"/>
            </a:xfrm>
            <a:custGeom>
              <a:avLst/>
              <a:gdLst>
                <a:gd name="T0" fmla="*/ 233 w 233"/>
                <a:gd name="T1" fmla="*/ 0 h 116"/>
                <a:gd name="T2" fmla="*/ 233 w 233"/>
                <a:gd name="T3" fmla="*/ 0 h 116"/>
                <a:gd name="T4" fmla="*/ 232 w 233"/>
                <a:gd name="T5" fmla="*/ 11 h 116"/>
                <a:gd name="T6" fmla="*/ 230 w 233"/>
                <a:gd name="T7" fmla="*/ 23 h 116"/>
                <a:gd name="T8" fmla="*/ 227 w 233"/>
                <a:gd name="T9" fmla="*/ 35 h 116"/>
                <a:gd name="T10" fmla="*/ 224 w 233"/>
                <a:gd name="T11" fmla="*/ 45 h 116"/>
                <a:gd name="T12" fmla="*/ 219 w 233"/>
                <a:gd name="T13" fmla="*/ 55 h 116"/>
                <a:gd name="T14" fmla="*/ 213 w 233"/>
                <a:gd name="T15" fmla="*/ 65 h 116"/>
                <a:gd name="T16" fmla="*/ 206 w 233"/>
                <a:gd name="T17" fmla="*/ 74 h 116"/>
                <a:gd name="T18" fmla="*/ 198 w 233"/>
                <a:gd name="T19" fmla="*/ 82 h 116"/>
                <a:gd name="T20" fmla="*/ 190 w 233"/>
                <a:gd name="T21" fmla="*/ 89 h 116"/>
                <a:gd name="T22" fmla="*/ 181 w 233"/>
                <a:gd name="T23" fmla="*/ 96 h 116"/>
                <a:gd name="T24" fmla="*/ 171 w 233"/>
                <a:gd name="T25" fmla="*/ 102 h 116"/>
                <a:gd name="T26" fmla="*/ 161 w 233"/>
                <a:gd name="T27" fmla="*/ 107 h 116"/>
                <a:gd name="T28" fmla="*/ 151 w 233"/>
                <a:gd name="T29" fmla="*/ 111 h 116"/>
                <a:gd name="T30" fmla="*/ 140 w 233"/>
                <a:gd name="T31" fmla="*/ 114 h 116"/>
                <a:gd name="T32" fmla="*/ 128 w 233"/>
                <a:gd name="T33" fmla="*/ 116 h 116"/>
                <a:gd name="T34" fmla="*/ 116 w 233"/>
                <a:gd name="T35" fmla="*/ 116 h 116"/>
                <a:gd name="T36" fmla="*/ 116 w 233"/>
                <a:gd name="T37" fmla="*/ 116 h 116"/>
                <a:gd name="T38" fmla="*/ 104 w 233"/>
                <a:gd name="T39" fmla="*/ 116 h 116"/>
                <a:gd name="T40" fmla="*/ 93 w 233"/>
                <a:gd name="T41" fmla="*/ 114 h 116"/>
                <a:gd name="T42" fmla="*/ 82 w 233"/>
                <a:gd name="T43" fmla="*/ 111 h 116"/>
                <a:gd name="T44" fmla="*/ 71 w 233"/>
                <a:gd name="T45" fmla="*/ 107 h 116"/>
                <a:gd name="T46" fmla="*/ 61 w 233"/>
                <a:gd name="T47" fmla="*/ 102 h 116"/>
                <a:gd name="T48" fmla="*/ 52 w 233"/>
                <a:gd name="T49" fmla="*/ 96 h 116"/>
                <a:gd name="T50" fmla="*/ 42 w 233"/>
                <a:gd name="T51" fmla="*/ 89 h 116"/>
                <a:gd name="T52" fmla="*/ 34 w 233"/>
                <a:gd name="T53" fmla="*/ 82 h 116"/>
                <a:gd name="T54" fmla="*/ 26 w 233"/>
                <a:gd name="T55" fmla="*/ 74 h 116"/>
                <a:gd name="T56" fmla="*/ 20 w 233"/>
                <a:gd name="T57" fmla="*/ 65 h 116"/>
                <a:gd name="T58" fmla="*/ 14 w 233"/>
                <a:gd name="T59" fmla="*/ 55 h 116"/>
                <a:gd name="T60" fmla="*/ 9 w 233"/>
                <a:gd name="T61" fmla="*/ 45 h 116"/>
                <a:gd name="T62" fmla="*/ 5 w 233"/>
                <a:gd name="T63" fmla="*/ 35 h 116"/>
                <a:gd name="T64" fmla="*/ 2 w 233"/>
                <a:gd name="T65" fmla="*/ 23 h 116"/>
                <a:gd name="T66" fmla="*/ 1 w 233"/>
                <a:gd name="T67" fmla="*/ 11 h 116"/>
                <a:gd name="T68" fmla="*/ 0 w 233"/>
                <a:gd name="T6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116">
                  <a:moveTo>
                    <a:pt x="233" y="0"/>
                  </a:moveTo>
                  <a:lnTo>
                    <a:pt x="233" y="0"/>
                  </a:lnTo>
                  <a:lnTo>
                    <a:pt x="232" y="11"/>
                  </a:lnTo>
                  <a:lnTo>
                    <a:pt x="230" y="23"/>
                  </a:lnTo>
                  <a:lnTo>
                    <a:pt x="227" y="35"/>
                  </a:lnTo>
                  <a:lnTo>
                    <a:pt x="224" y="45"/>
                  </a:lnTo>
                  <a:lnTo>
                    <a:pt x="219" y="55"/>
                  </a:lnTo>
                  <a:lnTo>
                    <a:pt x="213" y="65"/>
                  </a:lnTo>
                  <a:lnTo>
                    <a:pt x="206" y="74"/>
                  </a:lnTo>
                  <a:lnTo>
                    <a:pt x="198" y="82"/>
                  </a:lnTo>
                  <a:lnTo>
                    <a:pt x="190" y="89"/>
                  </a:lnTo>
                  <a:lnTo>
                    <a:pt x="181" y="96"/>
                  </a:lnTo>
                  <a:lnTo>
                    <a:pt x="171" y="102"/>
                  </a:lnTo>
                  <a:lnTo>
                    <a:pt x="161" y="107"/>
                  </a:lnTo>
                  <a:lnTo>
                    <a:pt x="151" y="111"/>
                  </a:lnTo>
                  <a:lnTo>
                    <a:pt x="140" y="114"/>
                  </a:lnTo>
                  <a:lnTo>
                    <a:pt x="128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04" y="116"/>
                  </a:lnTo>
                  <a:lnTo>
                    <a:pt x="93" y="114"/>
                  </a:lnTo>
                  <a:lnTo>
                    <a:pt x="82" y="111"/>
                  </a:lnTo>
                  <a:lnTo>
                    <a:pt x="71" y="107"/>
                  </a:lnTo>
                  <a:lnTo>
                    <a:pt x="61" y="102"/>
                  </a:lnTo>
                  <a:lnTo>
                    <a:pt x="52" y="96"/>
                  </a:lnTo>
                  <a:lnTo>
                    <a:pt x="42" y="89"/>
                  </a:lnTo>
                  <a:lnTo>
                    <a:pt x="34" y="82"/>
                  </a:lnTo>
                  <a:lnTo>
                    <a:pt x="26" y="74"/>
                  </a:lnTo>
                  <a:lnTo>
                    <a:pt x="20" y="65"/>
                  </a:lnTo>
                  <a:lnTo>
                    <a:pt x="14" y="55"/>
                  </a:lnTo>
                  <a:lnTo>
                    <a:pt x="9" y="45"/>
                  </a:lnTo>
                  <a:lnTo>
                    <a:pt x="5" y="35"/>
                  </a:lnTo>
                  <a:lnTo>
                    <a:pt x="2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1" name="Gruppieren 720"/>
          <p:cNvGrpSpPr/>
          <p:nvPr/>
        </p:nvGrpSpPr>
        <p:grpSpPr>
          <a:xfrm>
            <a:off x="10010250" y="4558582"/>
            <a:ext cx="223108" cy="343123"/>
            <a:chOff x="8551863" y="3709988"/>
            <a:chExt cx="230188" cy="354012"/>
          </a:xfrm>
        </p:grpSpPr>
        <p:sp>
          <p:nvSpPr>
            <p:cNvPr id="722" name="Line 301"/>
            <p:cNvSpPr>
              <a:spLocks noChangeShapeType="1"/>
            </p:cNvSpPr>
            <p:nvPr/>
          </p:nvSpPr>
          <p:spPr bwMode="auto">
            <a:xfrm>
              <a:off x="8551863" y="3741738"/>
              <a:ext cx="230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3" name="Line 302"/>
            <p:cNvSpPr>
              <a:spLocks noChangeShapeType="1"/>
            </p:cNvSpPr>
            <p:nvPr/>
          </p:nvSpPr>
          <p:spPr bwMode="auto">
            <a:xfrm>
              <a:off x="8689975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4" name="Line 303"/>
            <p:cNvSpPr>
              <a:spLocks noChangeShapeType="1"/>
            </p:cNvSpPr>
            <p:nvPr/>
          </p:nvSpPr>
          <p:spPr bwMode="auto">
            <a:xfrm>
              <a:off x="8643938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5" name="Freeform 304"/>
            <p:cNvSpPr>
              <a:spLocks/>
            </p:cNvSpPr>
            <p:nvPr/>
          </p:nvSpPr>
          <p:spPr bwMode="auto">
            <a:xfrm>
              <a:off x="8551863" y="3741738"/>
              <a:ext cx="53975" cy="53975"/>
            </a:xfrm>
            <a:custGeom>
              <a:avLst/>
              <a:gdLst>
                <a:gd name="T0" fmla="*/ 136 w 136"/>
                <a:gd name="T1" fmla="*/ 0 h 136"/>
                <a:gd name="T2" fmla="*/ 136 w 136"/>
                <a:gd name="T3" fmla="*/ 0 h 136"/>
                <a:gd name="T4" fmla="*/ 135 w 136"/>
                <a:gd name="T5" fmla="*/ 14 h 136"/>
                <a:gd name="T6" fmla="*/ 133 w 136"/>
                <a:gd name="T7" fmla="*/ 28 h 136"/>
                <a:gd name="T8" fmla="*/ 130 w 136"/>
                <a:gd name="T9" fmla="*/ 41 h 136"/>
                <a:gd name="T10" fmla="*/ 124 w 136"/>
                <a:gd name="T11" fmla="*/ 54 h 136"/>
                <a:gd name="T12" fmla="*/ 118 w 136"/>
                <a:gd name="T13" fmla="*/ 65 h 136"/>
                <a:gd name="T14" fmla="*/ 112 w 136"/>
                <a:gd name="T15" fmla="*/ 76 h 136"/>
                <a:gd name="T16" fmla="*/ 104 w 136"/>
                <a:gd name="T17" fmla="*/ 87 h 136"/>
                <a:gd name="T18" fmla="*/ 95 w 136"/>
                <a:gd name="T19" fmla="*/ 97 h 136"/>
                <a:gd name="T20" fmla="*/ 86 w 136"/>
                <a:gd name="T21" fmla="*/ 106 h 136"/>
                <a:gd name="T22" fmla="*/ 76 w 136"/>
                <a:gd name="T23" fmla="*/ 114 h 136"/>
                <a:gd name="T24" fmla="*/ 64 w 136"/>
                <a:gd name="T25" fmla="*/ 120 h 136"/>
                <a:gd name="T26" fmla="*/ 53 w 136"/>
                <a:gd name="T27" fmla="*/ 126 h 136"/>
                <a:gd name="T28" fmla="*/ 39 w 136"/>
                <a:gd name="T29" fmla="*/ 130 h 136"/>
                <a:gd name="T30" fmla="*/ 27 w 136"/>
                <a:gd name="T31" fmla="*/ 134 h 136"/>
                <a:gd name="T32" fmla="*/ 13 w 136"/>
                <a:gd name="T33" fmla="*/ 136 h 136"/>
                <a:gd name="T34" fmla="*/ 0 w 136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36">
                  <a:moveTo>
                    <a:pt x="136" y="0"/>
                  </a:moveTo>
                  <a:lnTo>
                    <a:pt x="136" y="0"/>
                  </a:lnTo>
                  <a:lnTo>
                    <a:pt x="135" y="14"/>
                  </a:lnTo>
                  <a:lnTo>
                    <a:pt x="133" y="28"/>
                  </a:lnTo>
                  <a:lnTo>
                    <a:pt x="130" y="41"/>
                  </a:lnTo>
                  <a:lnTo>
                    <a:pt x="124" y="54"/>
                  </a:lnTo>
                  <a:lnTo>
                    <a:pt x="118" y="65"/>
                  </a:lnTo>
                  <a:lnTo>
                    <a:pt x="112" y="76"/>
                  </a:lnTo>
                  <a:lnTo>
                    <a:pt x="104" y="87"/>
                  </a:lnTo>
                  <a:lnTo>
                    <a:pt x="95" y="97"/>
                  </a:lnTo>
                  <a:lnTo>
                    <a:pt x="86" y="106"/>
                  </a:lnTo>
                  <a:lnTo>
                    <a:pt x="76" y="114"/>
                  </a:lnTo>
                  <a:lnTo>
                    <a:pt x="64" y="120"/>
                  </a:lnTo>
                  <a:lnTo>
                    <a:pt x="53" y="126"/>
                  </a:lnTo>
                  <a:lnTo>
                    <a:pt x="39" y="130"/>
                  </a:lnTo>
                  <a:lnTo>
                    <a:pt x="27" y="134"/>
                  </a:lnTo>
                  <a:lnTo>
                    <a:pt x="13" y="136"/>
                  </a:lnTo>
                  <a:lnTo>
                    <a:pt x="0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6" name="Freeform 305"/>
            <p:cNvSpPr>
              <a:spLocks/>
            </p:cNvSpPr>
            <p:nvPr/>
          </p:nvSpPr>
          <p:spPr bwMode="auto">
            <a:xfrm>
              <a:off x="8728075" y="3741738"/>
              <a:ext cx="53975" cy="53975"/>
            </a:xfrm>
            <a:custGeom>
              <a:avLst/>
              <a:gdLst>
                <a:gd name="T0" fmla="*/ 0 w 135"/>
                <a:gd name="T1" fmla="*/ 0 h 136"/>
                <a:gd name="T2" fmla="*/ 0 w 135"/>
                <a:gd name="T3" fmla="*/ 0 h 136"/>
                <a:gd name="T4" fmla="*/ 0 w 135"/>
                <a:gd name="T5" fmla="*/ 14 h 136"/>
                <a:gd name="T6" fmla="*/ 2 w 135"/>
                <a:gd name="T7" fmla="*/ 28 h 136"/>
                <a:gd name="T8" fmla="*/ 6 w 135"/>
                <a:gd name="T9" fmla="*/ 41 h 136"/>
                <a:gd name="T10" fmla="*/ 10 w 135"/>
                <a:gd name="T11" fmla="*/ 54 h 136"/>
                <a:gd name="T12" fmla="*/ 16 w 135"/>
                <a:gd name="T13" fmla="*/ 65 h 136"/>
                <a:gd name="T14" fmla="*/ 23 w 135"/>
                <a:gd name="T15" fmla="*/ 76 h 136"/>
                <a:gd name="T16" fmla="*/ 30 w 135"/>
                <a:gd name="T17" fmla="*/ 87 h 136"/>
                <a:gd name="T18" fmla="*/ 39 w 135"/>
                <a:gd name="T19" fmla="*/ 97 h 136"/>
                <a:gd name="T20" fmla="*/ 48 w 135"/>
                <a:gd name="T21" fmla="*/ 106 h 136"/>
                <a:gd name="T22" fmla="*/ 59 w 135"/>
                <a:gd name="T23" fmla="*/ 114 h 136"/>
                <a:gd name="T24" fmla="*/ 71 w 135"/>
                <a:gd name="T25" fmla="*/ 120 h 136"/>
                <a:gd name="T26" fmla="*/ 82 w 135"/>
                <a:gd name="T27" fmla="*/ 126 h 136"/>
                <a:gd name="T28" fmla="*/ 95 w 135"/>
                <a:gd name="T29" fmla="*/ 130 h 136"/>
                <a:gd name="T30" fmla="*/ 108 w 135"/>
                <a:gd name="T31" fmla="*/ 134 h 136"/>
                <a:gd name="T32" fmla="*/ 121 w 135"/>
                <a:gd name="T33" fmla="*/ 136 h 136"/>
                <a:gd name="T34" fmla="*/ 135 w 135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36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2" y="28"/>
                  </a:lnTo>
                  <a:lnTo>
                    <a:pt x="6" y="41"/>
                  </a:lnTo>
                  <a:lnTo>
                    <a:pt x="10" y="54"/>
                  </a:lnTo>
                  <a:lnTo>
                    <a:pt x="16" y="65"/>
                  </a:lnTo>
                  <a:lnTo>
                    <a:pt x="23" y="76"/>
                  </a:lnTo>
                  <a:lnTo>
                    <a:pt x="30" y="87"/>
                  </a:lnTo>
                  <a:lnTo>
                    <a:pt x="39" y="97"/>
                  </a:lnTo>
                  <a:lnTo>
                    <a:pt x="48" y="106"/>
                  </a:lnTo>
                  <a:lnTo>
                    <a:pt x="59" y="114"/>
                  </a:lnTo>
                  <a:lnTo>
                    <a:pt x="71" y="120"/>
                  </a:lnTo>
                  <a:lnTo>
                    <a:pt x="82" y="126"/>
                  </a:lnTo>
                  <a:lnTo>
                    <a:pt x="95" y="130"/>
                  </a:lnTo>
                  <a:lnTo>
                    <a:pt x="108" y="134"/>
                  </a:lnTo>
                  <a:lnTo>
                    <a:pt x="121" y="136"/>
                  </a:lnTo>
                  <a:lnTo>
                    <a:pt x="135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7" name="Freeform 306"/>
            <p:cNvSpPr>
              <a:spLocks/>
            </p:cNvSpPr>
            <p:nvPr/>
          </p:nvSpPr>
          <p:spPr bwMode="auto">
            <a:xfrm>
              <a:off x="8551863" y="3709988"/>
              <a:ext cx="230188" cy="354012"/>
            </a:xfrm>
            <a:custGeom>
              <a:avLst/>
              <a:gdLst>
                <a:gd name="T0" fmla="*/ 232 w 580"/>
                <a:gd name="T1" fmla="*/ 349 h 892"/>
                <a:gd name="T2" fmla="*/ 232 w 580"/>
                <a:gd name="T3" fmla="*/ 349 h 892"/>
                <a:gd name="T4" fmla="*/ 233 w 580"/>
                <a:gd name="T5" fmla="*/ 344 h 892"/>
                <a:gd name="T6" fmla="*/ 234 w 580"/>
                <a:gd name="T7" fmla="*/ 339 h 892"/>
                <a:gd name="T8" fmla="*/ 236 w 580"/>
                <a:gd name="T9" fmla="*/ 335 h 892"/>
                <a:gd name="T10" fmla="*/ 238 w 580"/>
                <a:gd name="T11" fmla="*/ 331 h 892"/>
                <a:gd name="T12" fmla="*/ 241 w 580"/>
                <a:gd name="T13" fmla="*/ 328 h 892"/>
                <a:gd name="T14" fmla="*/ 245 w 580"/>
                <a:gd name="T15" fmla="*/ 325 h 892"/>
                <a:gd name="T16" fmla="*/ 253 w 580"/>
                <a:gd name="T17" fmla="*/ 318 h 892"/>
                <a:gd name="T18" fmla="*/ 262 w 580"/>
                <a:gd name="T19" fmla="*/ 315 h 892"/>
                <a:gd name="T20" fmla="*/ 272 w 580"/>
                <a:gd name="T21" fmla="*/ 312 h 892"/>
                <a:gd name="T22" fmla="*/ 282 w 580"/>
                <a:gd name="T23" fmla="*/ 311 h 892"/>
                <a:gd name="T24" fmla="*/ 291 w 580"/>
                <a:gd name="T25" fmla="*/ 310 h 892"/>
                <a:gd name="T26" fmla="*/ 291 w 580"/>
                <a:gd name="T27" fmla="*/ 310 h 892"/>
                <a:gd name="T28" fmla="*/ 299 w 580"/>
                <a:gd name="T29" fmla="*/ 311 h 892"/>
                <a:gd name="T30" fmla="*/ 308 w 580"/>
                <a:gd name="T31" fmla="*/ 313 h 892"/>
                <a:gd name="T32" fmla="*/ 318 w 580"/>
                <a:gd name="T33" fmla="*/ 316 h 892"/>
                <a:gd name="T34" fmla="*/ 327 w 580"/>
                <a:gd name="T35" fmla="*/ 320 h 892"/>
                <a:gd name="T36" fmla="*/ 335 w 580"/>
                <a:gd name="T37" fmla="*/ 327 h 892"/>
                <a:gd name="T38" fmla="*/ 342 w 580"/>
                <a:gd name="T39" fmla="*/ 333 h 892"/>
                <a:gd name="T40" fmla="*/ 344 w 580"/>
                <a:gd name="T41" fmla="*/ 337 h 892"/>
                <a:gd name="T42" fmla="*/ 346 w 580"/>
                <a:gd name="T43" fmla="*/ 341 h 892"/>
                <a:gd name="T44" fmla="*/ 348 w 580"/>
                <a:gd name="T45" fmla="*/ 345 h 892"/>
                <a:gd name="T46" fmla="*/ 348 w 580"/>
                <a:gd name="T47" fmla="*/ 349 h 892"/>
                <a:gd name="T48" fmla="*/ 348 w 580"/>
                <a:gd name="T49" fmla="*/ 892 h 892"/>
                <a:gd name="T50" fmla="*/ 580 w 580"/>
                <a:gd name="T51" fmla="*/ 892 h 892"/>
                <a:gd name="T52" fmla="*/ 580 w 580"/>
                <a:gd name="T53" fmla="*/ 0 h 892"/>
                <a:gd name="T54" fmla="*/ 0 w 580"/>
                <a:gd name="T55" fmla="*/ 0 h 892"/>
                <a:gd name="T56" fmla="*/ 0 w 580"/>
                <a:gd name="T57" fmla="*/ 892 h 892"/>
                <a:gd name="T58" fmla="*/ 232 w 580"/>
                <a:gd name="T59" fmla="*/ 892 h 892"/>
                <a:gd name="T60" fmla="*/ 232 w 580"/>
                <a:gd name="T61" fmla="*/ 349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0" h="892">
                  <a:moveTo>
                    <a:pt x="232" y="349"/>
                  </a:moveTo>
                  <a:lnTo>
                    <a:pt x="232" y="349"/>
                  </a:lnTo>
                  <a:lnTo>
                    <a:pt x="233" y="344"/>
                  </a:lnTo>
                  <a:lnTo>
                    <a:pt x="234" y="339"/>
                  </a:lnTo>
                  <a:lnTo>
                    <a:pt x="236" y="335"/>
                  </a:lnTo>
                  <a:lnTo>
                    <a:pt x="238" y="331"/>
                  </a:lnTo>
                  <a:lnTo>
                    <a:pt x="241" y="328"/>
                  </a:lnTo>
                  <a:lnTo>
                    <a:pt x="245" y="325"/>
                  </a:lnTo>
                  <a:lnTo>
                    <a:pt x="253" y="318"/>
                  </a:lnTo>
                  <a:lnTo>
                    <a:pt x="262" y="315"/>
                  </a:lnTo>
                  <a:lnTo>
                    <a:pt x="272" y="312"/>
                  </a:lnTo>
                  <a:lnTo>
                    <a:pt x="282" y="311"/>
                  </a:lnTo>
                  <a:lnTo>
                    <a:pt x="291" y="310"/>
                  </a:lnTo>
                  <a:lnTo>
                    <a:pt x="291" y="310"/>
                  </a:lnTo>
                  <a:lnTo>
                    <a:pt x="299" y="311"/>
                  </a:lnTo>
                  <a:lnTo>
                    <a:pt x="308" y="313"/>
                  </a:lnTo>
                  <a:lnTo>
                    <a:pt x="318" y="316"/>
                  </a:lnTo>
                  <a:lnTo>
                    <a:pt x="327" y="320"/>
                  </a:lnTo>
                  <a:lnTo>
                    <a:pt x="335" y="327"/>
                  </a:lnTo>
                  <a:lnTo>
                    <a:pt x="342" y="333"/>
                  </a:lnTo>
                  <a:lnTo>
                    <a:pt x="344" y="337"/>
                  </a:lnTo>
                  <a:lnTo>
                    <a:pt x="346" y="341"/>
                  </a:lnTo>
                  <a:lnTo>
                    <a:pt x="348" y="345"/>
                  </a:lnTo>
                  <a:lnTo>
                    <a:pt x="348" y="349"/>
                  </a:lnTo>
                  <a:lnTo>
                    <a:pt x="348" y="892"/>
                  </a:lnTo>
                  <a:lnTo>
                    <a:pt x="580" y="892"/>
                  </a:lnTo>
                  <a:lnTo>
                    <a:pt x="580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232" y="892"/>
                  </a:lnTo>
                  <a:lnTo>
                    <a:pt x="232" y="3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8" name="Gruppieren 727"/>
          <p:cNvGrpSpPr/>
          <p:nvPr/>
        </p:nvGrpSpPr>
        <p:grpSpPr>
          <a:xfrm>
            <a:off x="11451795" y="4544422"/>
            <a:ext cx="306481" cy="371442"/>
            <a:chOff x="5451475" y="5173663"/>
            <a:chExt cx="292100" cy="354012"/>
          </a:xfrm>
        </p:grpSpPr>
        <p:sp>
          <p:nvSpPr>
            <p:cNvPr id="729" name="Freeform 313"/>
            <p:cNvSpPr>
              <a:spLocks/>
            </p:cNvSpPr>
            <p:nvPr/>
          </p:nvSpPr>
          <p:spPr bwMode="auto">
            <a:xfrm>
              <a:off x="5451475" y="5265738"/>
              <a:ext cx="292100" cy="261937"/>
            </a:xfrm>
            <a:custGeom>
              <a:avLst/>
              <a:gdLst>
                <a:gd name="T0" fmla="*/ 378 w 737"/>
                <a:gd name="T1" fmla="*/ 620 h 659"/>
                <a:gd name="T2" fmla="*/ 397 w 737"/>
                <a:gd name="T3" fmla="*/ 626 h 659"/>
                <a:gd name="T4" fmla="*/ 414 w 737"/>
                <a:gd name="T5" fmla="*/ 639 h 659"/>
                <a:gd name="T6" fmla="*/ 433 w 737"/>
                <a:gd name="T7" fmla="*/ 650 h 659"/>
                <a:gd name="T8" fmla="*/ 467 w 737"/>
                <a:gd name="T9" fmla="*/ 657 h 659"/>
                <a:gd name="T10" fmla="*/ 504 w 737"/>
                <a:gd name="T11" fmla="*/ 659 h 659"/>
                <a:gd name="T12" fmla="*/ 536 w 737"/>
                <a:gd name="T13" fmla="*/ 653 h 659"/>
                <a:gd name="T14" fmla="*/ 568 w 737"/>
                <a:gd name="T15" fmla="*/ 636 h 659"/>
                <a:gd name="T16" fmla="*/ 600 w 737"/>
                <a:gd name="T17" fmla="*/ 610 h 659"/>
                <a:gd name="T18" fmla="*/ 628 w 737"/>
                <a:gd name="T19" fmla="*/ 577 h 659"/>
                <a:gd name="T20" fmla="*/ 680 w 737"/>
                <a:gd name="T21" fmla="*/ 494 h 659"/>
                <a:gd name="T22" fmla="*/ 716 w 737"/>
                <a:gd name="T23" fmla="*/ 397 h 659"/>
                <a:gd name="T24" fmla="*/ 735 w 737"/>
                <a:gd name="T25" fmla="*/ 301 h 659"/>
                <a:gd name="T26" fmla="*/ 737 w 737"/>
                <a:gd name="T27" fmla="*/ 271 h 659"/>
                <a:gd name="T28" fmla="*/ 727 w 737"/>
                <a:gd name="T29" fmla="*/ 189 h 659"/>
                <a:gd name="T30" fmla="*/ 699 w 737"/>
                <a:gd name="T31" fmla="*/ 117 h 659"/>
                <a:gd name="T32" fmla="*/ 659 w 737"/>
                <a:gd name="T33" fmla="*/ 60 h 659"/>
                <a:gd name="T34" fmla="*/ 606 w 737"/>
                <a:gd name="T35" fmla="*/ 20 h 659"/>
                <a:gd name="T36" fmla="*/ 576 w 737"/>
                <a:gd name="T37" fmla="*/ 8 h 659"/>
                <a:gd name="T38" fmla="*/ 545 w 737"/>
                <a:gd name="T39" fmla="*/ 1 h 659"/>
                <a:gd name="T40" fmla="*/ 523 w 737"/>
                <a:gd name="T41" fmla="*/ 0 h 659"/>
                <a:gd name="T42" fmla="*/ 469 w 737"/>
                <a:gd name="T43" fmla="*/ 3 h 659"/>
                <a:gd name="T44" fmla="*/ 434 w 737"/>
                <a:gd name="T45" fmla="*/ 12 h 659"/>
                <a:gd name="T46" fmla="*/ 403 w 737"/>
                <a:gd name="T47" fmla="*/ 27 h 659"/>
                <a:gd name="T48" fmla="*/ 381 w 737"/>
                <a:gd name="T49" fmla="*/ 37 h 659"/>
                <a:gd name="T50" fmla="*/ 368 w 737"/>
                <a:gd name="T51" fmla="*/ 39 h 659"/>
                <a:gd name="T52" fmla="*/ 350 w 737"/>
                <a:gd name="T53" fmla="*/ 35 h 659"/>
                <a:gd name="T54" fmla="*/ 320 w 737"/>
                <a:gd name="T55" fmla="*/ 19 h 659"/>
                <a:gd name="T56" fmla="*/ 293 w 737"/>
                <a:gd name="T57" fmla="*/ 8 h 659"/>
                <a:gd name="T58" fmla="*/ 251 w 737"/>
                <a:gd name="T59" fmla="*/ 1 h 659"/>
                <a:gd name="T60" fmla="*/ 213 w 737"/>
                <a:gd name="T61" fmla="*/ 0 h 659"/>
                <a:gd name="T62" fmla="*/ 181 w 737"/>
                <a:gd name="T63" fmla="*/ 2 h 659"/>
                <a:gd name="T64" fmla="*/ 150 w 737"/>
                <a:gd name="T65" fmla="*/ 11 h 659"/>
                <a:gd name="T66" fmla="*/ 113 w 737"/>
                <a:gd name="T67" fmla="*/ 32 h 659"/>
                <a:gd name="T68" fmla="*/ 63 w 737"/>
                <a:gd name="T69" fmla="*/ 77 h 659"/>
                <a:gd name="T70" fmla="*/ 26 w 737"/>
                <a:gd name="T71" fmla="*/ 139 h 659"/>
                <a:gd name="T72" fmla="*/ 4 w 737"/>
                <a:gd name="T73" fmla="*/ 215 h 659"/>
                <a:gd name="T74" fmla="*/ 0 w 737"/>
                <a:gd name="T75" fmla="*/ 271 h 659"/>
                <a:gd name="T76" fmla="*/ 5 w 737"/>
                <a:gd name="T77" fmla="*/ 332 h 659"/>
                <a:gd name="T78" fmla="*/ 30 w 737"/>
                <a:gd name="T79" fmla="*/ 430 h 659"/>
                <a:gd name="T80" fmla="*/ 73 w 737"/>
                <a:gd name="T81" fmla="*/ 523 h 659"/>
                <a:gd name="T82" fmla="*/ 118 w 737"/>
                <a:gd name="T83" fmla="*/ 589 h 659"/>
                <a:gd name="T84" fmla="*/ 147 w 737"/>
                <a:gd name="T85" fmla="*/ 620 h 659"/>
                <a:gd name="T86" fmla="*/ 178 w 737"/>
                <a:gd name="T87" fmla="*/ 643 h 659"/>
                <a:gd name="T88" fmla="*/ 211 w 737"/>
                <a:gd name="T89" fmla="*/ 656 h 659"/>
                <a:gd name="T90" fmla="*/ 232 w 737"/>
                <a:gd name="T91" fmla="*/ 659 h 659"/>
                <a:gd name="T92" fmla="*/ 283 w 737"/>
                <a:gd name="T93" fmla="*/ 655 h 659"/>
                <a:gd name="T94" fmla="*/ 311 w 737"/>
                <a:gd name="T95" fmla="*/ 647 h 659"/>
                <a:gd name="T96" fmla="*/ 330 w 737"/>
                <a:gd name="T97" fmla="*/ 632 h 659"/>
                <a:gd name="T98" fmla="*/ 344 w 737"/>
                <a:gd name="T99" fmla="*/ 623 h 659"/>
                <a:gd name="T100" fmla="*/ 368 w 737"/>
                <a:gd name="T101" fmla="*/ 62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7" h="659">
                  <a:moveTo>
                    <a:pt x="368" y="620"/>
                  </a:moveTo>
                  <a:lnTo>
                    <a:pt x="368" y="620"/>
                  </a:lnTo>
                  <a:lnTo>
                    <a:pt x="378" y="620"/>
                  </a:lnTo>
                  <a:lnTo>
                    <a:pt x="386" y="621"/>
                  </a:lnTo>
                  <a:lnTo>
                    <a:pt x="392" y="623"/>
                  </a:lnTo>
                  <a:lnTo>
                    <a:pt x="397" y="626"/>
                  </a:lnTo>
                  <a:lnTo>
                    <a:pt x="402" y="629"/>
                  </a:lnTo>
                  <a:lnTo>
                    <a:pt x="406" y="632"/>
                  </a:lnTo>
                  <a:lnTo>
                    <a:pt x="414" y="639"/>
                  </a:lnTo>
                  <a:lnTo>
                    <a:pt x="420" y="643"/>
                  </a:lnTo>
                  <a:lnTo>
                    <a:pt x="426" y="647"/>
                  </a:lnTo>
                  <a:lnTo>
                    <a:pt x="433" y="650"/>
                  </a:lnTo>
                  <a:lnTo>
                    <a:pt x="442" y="653"/>
                  </a:lnTo>
                  <a:lnTo>
                    <a:pt x="453" y="655"/>
                  </a:lnTo>
                  <a:lnTo>
                    <a:pt x="467" y="657"/>
                  </a:lnTo>
                  <a:lnTo>
                    <a:pt x="483" y="659"/>
                  </a:lnTo>
                  <a:lnTo>
                    <a:pt x="504" y="659"/>
                  </a:lnTo>
                  <a:lnTo>
                    <a:pt x="504" y="659"/>
                  </a:lnTo>
                  <a:lnTo>
                    <a:pt x="515" y="658"/>
                  </a:lnTo>
                  <a:lnTo>
                    <a:pt x="526" y="656"/>
                  </a:lnTo>
                  <a:lnTo>
                    <a:pt x="536" y="653"/>
                  </a:lnTo>
                  <a:lnTo>
                    <a:pt x="547" y="649"/>
                  </a:lnTo>
                  <a:lnTo>
                    <a:pt x="558" y="643"/>
                  </a:lnTo>
                  <a:lnTo>
                    <a:pt x="568" y="636"/>
                  </a:lnTo>
                  <a:lnTo>
                    <a:pt x="579" y="628"/>
                  </a:lnTo>
                  <a:lnTo>
                    <a:pt x="590" y="620"/>
                  </a:lnTo>
                  <a:lnTo>
                    <a:pt x="600" y="610"/>
                  </a:lnTo>
                  <a:lnTo>
                    <a:pt x="609" y="600"/>
                  </a:lnTo>
                  <a:lnTo>
                    <a:pt x="619" y="589"/>
                  </a:lnTo>
                  <a:lnTo>
                    <a:pt x="628" y="577"/>
                  </a:lnTo>
                  <a:lnTo>
                    <a:pt x="646" y="551"/>
                  </a:lnTo>
                  <a:lnTo>
                    <a:pt x="664" y="523"/>
                  </a:lnTo>
                  <a:lnTo>
                    <a:pt x="680" y="494"/>
                  </a:lnTo>
                  <a:lnTo>
                    <a:pt x="693" y="462"/>
                  </a:lnTo>
                  <a:lnTo>
                    <a:pt x="706" y="430"/>
                  </a:lnTo>
                  <a:lnTo>
                    <a:pt x="716" y="397"/>
                  </a:lnTo>
                  <a:lnTo>
                    <a:pt x="724" y="364"/>
                  </a:lnTo>
                  <a:lnTo>
                    <a:pt x="732" y="332"/>
                  </a:lnTo>
                  <a:lnTo>
                    <a:pt x="735" y="301"/>
                  </a:lnTo>
                  <a:lnTo>
                    <a:pt x="736" y="286"/>
                  </a:lnTo>
                  <a:lnTo>
                    <a:pt x="737" y="271"/>
                  </a:lnTo>
                  <a:lnTo>
                    <a:pt x="737" y="271"/>
                  </a:lnTo>
                  <a:lnTo>
                    <a:pt x="736" y="242"/>
                  </a:lnTo>
                  <a:lnTo>
                    <a:pt x="732" y="215"/>
                  </a:lnTo>
                  <a:lnTo>
                    <a:pt x="727" y="189"/>
                  </a:lnTo>
                  <a:lnTo>
                    <a:pt x="719" y="163"/>
                  </a:lnTo>
                  <a:lnTo>
                    <a:pt x="710" y="139"/>
                  </a:lnTo>
                  <a:lnTo>
                    <a:pt x="699" y="117"/>
                  </a:lnTo>
                  <a:lnTo>
                    <a:pt x="687" y="96"/>
                  </a:lnTo>
                  <a:lnTo>
                    <a:pt x="674" y="77"/>
                  </a:lnTo>
                  <a:lnTo>
                    <a:pt x="659" y="60"/>
                  </a:lnTo>
                  <a:lnTo>
                    <a:pt x="641" y="45"/>
                  </a:lnTo>
                  <a:lnTo>
                    <a:pt x="624" y="32"/>
                  </a:lnTo>
                  <a:lnTo>
                    <a:pt x="606" y="20"/>
                  </a:lnTo>
                  <a:lnTo>
                    <a:pt x="596" y="15"/>
                  </a:lnTo>
                  <a:lnTo>
                    <a:pt x="586" y="11"/>
                  </a:lnTo>
                  <a:lnTo>
                    <a:pt x="576" y="8"/>
                  </a:lnTo>
                  <a:lnTo>
                    <a:pt x="565" y="5"/>
                  </a:lnTo>
                  <a:lnTo>
                    <a:pt x="555" y="2"/>
                  </a:lnTo>
                  <a:lnTo>
                    <a:pt x="545" y="1"/>
                  </a:lnTo>
                  <a:lnTo>
                    <a:pt x="534" y="0"/>
                  </a:lnTo>
                  <a:lnTo>
                    <a:pt x="523" y="0"/>
                  </a:lnTo>
                  <a:lnTo>
                    <a:pt x="523" y="0"/>
                  </a:lnTo>
                  <a:lnTo>
                    <a:pt x="503" y="0"/>
                  </a:lnTo>
                  <a:lnTo>
                    <a:pt x="484" y="1"/>
                  </a:lnTo>
                  <a:lnTo>
                    <a:pt x="469" y="3"/>
                  </a:lnTo>
                  <a:lnTo>
                    <a:pt x="455" y="5"/>
                  </a:lnTo>
                  <a:lnTo>
                    <a:pt x="444" y="8"/>
                  </a:lnTo>
                  <a:lnTo>
                    <a:pt x="434" y="12"/>
                  </a:lnTo>
                  <a:lnTo>
                    <a:pt x="425" y="15"/>
                  </a:lnTo>
                  <a:lnTo>
                    <a:pt x="416" y="19"/>
                  </a:lnTo>
                  <a:lnTo>
                    <a:pt x="403" y="27"/>
                  </a:lnTo>
                  <a:lnTo>
                    <a:pt x="392" y="33"/>
                  </a:lnTo>
                  <a:lnTo>
                    <a:pt x="387" y="35"/>
                  </a:lnTo>
                  <a:lnTo>
                    <a:pt x="381" y="37"/>
                  </a:lnTo>
                  <a:lnTo>
                    <a:pt x="375" y="38"/>
                  </a:lnTo>
                  <a:lnTo>
                    <a:pt x="368" y="39"/>
                  </a:lnTo>
                  <a:lnTo>
                    <a:pt x="368" y="39"/>
                  </a:lnTo>
                  <a:lnTo>
                    <a:pt x="362" y="38"/>
                  </a:lnTo>
                  <a:lnTo>
                    <a:pt x="355" y="37"/>
                  </a:lnTo>
                  <a:lnTo>
                    <a:pt x="350" y="35"/>
                  </a:lnTo>
                  <a:lnTo>
                    <a:pt x="344" y="33"/>
                  </a:lnTo>
                  <a:lnTo>
                    <a:pt x="332" y="27"/>
                  </a:lnTo>
                  <a:lnTo>
                    <a:pt x="320" y="19"/>
                  </a:lnTo>
                  <a:lnTo>
                    <a:pt x="312" y="15"/>
                  </a:lnTo>
                  <a:lnTo>
                    <a:pt x="303" y="12"/>
                  </a:lnTo>
                  <a:lnTo>
                    <a:pt x="293" y="8"/>
                  </a:lnTo>
                  <a:lnTo>
                    <a:pt x="281" y="5"/>
                  </a:lnTo>
                  <a:lnTo>
                    <a:pt x="268" y="3"/>
                  </a:lnTo>
                  <a:lnTo>
                    <a:pt x="251" y="1"/>
                  </a:lnTo>
                  <a:lnTo>
                    <a:pt x="234" y="0"/>
                  </a:lnTo>
                  <a:lnTo>
                    <a:pt x="213" y="0"/>
                  </a:lnTo>
                  <a:lnTo>
                    <a:pt x="213" y="0"/>
                  </a:lnTo>
                  <a:lnTo>
                    <a:pt x="203" y="0"/>
                  </a:lnTo>
                  <a:lnTo>
                    <a:pt x="192" y="1"/>
                  </a:lnTo>
                  <a:lnTo>
                    <a:pt x="181" y="2"/>
                  </a:lnTo>
                  <a:lnTo>
                    <a:pt x="170" y="5"/>
                  </a:lnTo>
                  <a:lnTo>
                    <a:pt x="160" y="8"/>
                  </a:lnTo>
                  <a:lnTo>
                    <a:pt x="150" y="11"/>
                  </a:lnTo>
                  <a:lnTo>
                    <a:pt x="141" y="15"/>
                  </a:lnTo>
                  <a:lnTo>
                    <a:pt x="131" y="20"/>
                  </a:lnTo>
                  <a:lnTo>
                    <a:pt x="113" y="32"/>
                  </a:lnTo>
                  <a:lnTo>
                    <a:pt x="94" y="45"/>
                  </a:lnTo>
                  <a:lnTo>
                    <a:pt x="78" y="60"/>
                  </a:lnTo>
                  <a:lnTo>
                    <a:pt x="63" y="77"/>
                  </a:lnTo>
                  <a:lnTo>
                    <a:pt x="49" y="96"/>
                  </a:lnTo>
                  <a:lnTo>
                    <a:pt x="37" y="117"/>
                  </a:lnTo>
                  <a:lnTo>
                    <a:pt x="26" y="139"/>
                  </a:lnTo>
                  <a:lnTo>
                    <a:pt x="17" y="163"/>
                  </a:lnTo>
                  <a:lnTo>
                    <a:pt x="9" y="189"/>
                  </a:lnTo>
                  <a:lnTo>
                    <a:pt x="4" y="215"/>
                  </a:lnTo>
                  <a:lnTo>
                    <a:pt x="1" y="242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0" y="286"/>
                  </a:lnTo>
                  <a:lnTo>
                    <a:pt x="1" y="301"/>
                  </a:lnTo>
                  <a:lnTo>
                    <a:pt x="5" y="332"/>
                  </a:lnTo>
                  <a:lnTo>
                    <a:pt x="11" y="364"/>
                  </a:lnTo>
                  <a:lnTo>
                    <a:pt x="20" y="397"/>
                  </a:lnTo>
                  <a:lnTo>
                    <a:pt x="30" y="430"/>
                  </a:lnTo>
                  <a:lnTo>
                    <a:pt x="43" y="462"/>
                  </a:lnTo>
                  <a:lnTo>
                    <a:pt x="57" y="494"/>
                  </a:lnTo>
                  <a:lnTo>
                    <a:pt x="73" y="523"/>
                  </a:lnTo>
                  <a:lnTo>
                    <a:pt x="89" y="551"/>
                  </a:lnTo>
                  <a:lnTo>
                    <a:pt x="107" y="577"/>
                  </a:lnTo>
                  <a:lnTo>
                    <a:pt x="118" y="589"/>
                  </a:lnTo>
                  <a:lnTo>
                    <a:pt x="127" y="600"/>
                  </a:lnTo>
                  <a:lnTo>
                    <a:pt x="137" y="610"/>
                  </a:lnTo>
                  <a:lnTo>
                    <a:pt x="147" y="620"/>
                  </a:lnTo>
                  <a:lnTo>
                    <a:pt x="157" y="628"/>
                  </a:lnTo>
                  <a:lnTo>
                    <a:pt x="168" y="636"/>
                  </a:lnTo>
                  <a:lnTo>
                    <a:pt x="178" y="643"/>
                  </a:lnTo>
                  <a:lnTo>
                    <a:pt x="190" y="649"/>
                  </a:lnTo>
                  <a:lnTo>
                    <a:pt x="200" y="653"/>
                  </a:lnTo>
                  <a:lnTo>
                    <a:pt x="211" y="656"/>
                  </a:lnTo>
                  <a:lnTo>
                    <a:pt x="222" y="658"/>
                  </a:lnTo>
                  <a:lnTo>
                    <a:pt x="232" y="659"/>
                  </a:lnTo>
                  <a:lnTo>
                    <a:pt x="232" y="659"/>
                  </a:lnTo>
                  <a:lnTo>
                    <a:pt x="252" y="659"/>
                  </a:lnTo>
                  <a:lnTo>
                    <a:pt x="270" y="657"/>
                  </a:lnTo>
                  <a:lnTo>
                    <a:pt x="283" y="655"/>
                  </a:lnTo>
                  <a:lnTo>
                    <a:pt x="295" y="653"/>
                  </a:lnTo>
                  <a:lnTo>
                    <a:pt x="304" y="650"/>
                  </a:lnTo>
                  <a:lnTo>
                    <a:pt x="311" y="647"/>
                  </a:lnTo>
                  <a:lnTo>
                    <a:pt x="317" y="643"/>
                  </a:lnTo>
                  <a:lnTo>
                    <a:pt x="322" y="639"/>
                  </a:lnTo>
                  <a:lnTo>
                    <a:pt x="330" y="632"/>
                  </a:lnTo>
                  <a:lnTo>
                    <a:pt x="334" y="629"/>
                  </a:lnTo>
                  <a:lnTo>
                    <a:pt x="338" y="626"/>
                  </a:lnTo>
                  <a:lnTo>
                    <a:pt x="344" y="623"/>
                  </a:lnTo>
                  <a:lnTo>
                    <a:pt x="351" y="621"/>
                  </a:lnTo>
                  <a:lnTo>
                    <a:pt x="359" y="620"/>
                  </a:lnTo>
                  <a:lnTo>
                    <a:pt x="368" y="620"/>
                  </a:lnTo>
                  <a:lnTo>
                    <a:pt x="368" y="6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0" name="Freeform 314"/>
            <p:cNvSpPr>
              <a:spLocks/>
            </p:cNvSpPr>
            <p:nvPr/>
          </p:nvSpPr>
          <p:spPr bwMode="auto">
            <a:xfrm>
              <a:off x="5535613" y="5219700"/>
              <a:ext cx="61913" cy="61912"/>
            </a:xfrm>
            <a:custGeom>
              <a:avLst/>
              <a:gdLst>
                <a:gd name="T0" fmla="*/ 155 w 155"/>
                <a:gd name="T1" fmla="*/ 155 h 155"/>
                <a:gd name="T2" fmla="*/ 155 w 155"/>
                <a:gd name="T3" fmla="*/ 77 h 155"/>
                <a:gd name="T4" fmla="*/ 155 w 155"/>
                <a:gd name="T5" fmla="*/ 77 h 155"/>
                <a:gd name="T6" fmla="*/ 155 w 155"/>
                <a:gd name="T7" fmla="*/ 69 h 155"/>
                <a:gd name="T8" fmla="*/ 154 w 155"/>
                <a:gd name="T9" fmla="*/ 61 h 155"/>
                <a:gd name="T10" fmla="*/ 152 w 155"/>
                <a:gd name="T11" fmla="*/ 54 h 155"/>
                <a:gd name="T12" fmla="*/ 149 w 155"/>
                <a:gd name="T13" fmla="*/ 47 h 155"/>
                <a:gd name="T14" fmla="*/ 146 w 155"/>
                <a:gd name="T15" fmla="*/ 40 h 155"/>
                <a:gd name="T16" fmla="*/ 142 w 155"/>
                <a:gd name="T17" fmla="*/ 34 h 155"/>
                <a:gd name="T18" fmla="*/ 138 w 155"/>
                <a:gd name="T19" fmla="*/ 28 h 155"/>
                <a:gd name="T20" fmla="*/ 133 w 155"/>
                <a:gd name="T21" fmla="*/ 22 h 155"/>
                <a:gd name="T22" fmla="*/ 126 w 155"/>
                <a:gd name="T23" fmla="*/ 17 h 155"/>
                <a:gd name="T24" fmla="*/ 121 w 155"/>
                <a:gd name="T25" fmla="*/ 13 h 155"/>
                <a:gd name="T26" fmla="*/ 114 w 155"/>
                <a:gd name="T27" fmla="*/ 9 h 155"/>
                <a:gd name="T28" fmla="*/ 108 w 155"/>
                <a:gd name="T29" fmla="*/ 6 h 155"/>
                <a:gd name="T30" fmla="*/ 101 w 155"/>
                <a:gd name="T31" fmla="*/ 3 h 155"/>
                <a:gd name="T32" fmla="*/ 93 w 155"/>
                <a:gd name="T33" fmla="*/ 1 h 155"/>
                <a:gd name="T34" fmla="*/ 86 w 155"/>
                <a:gd name="T35" fmla="*/ 0 h 155"/>
                <a:gd name="T36" fmla="*/ 78 w 155"/>
                <a:gd name="T37" fmla="*/ 0 h 155"/>
                <a:gd name="T38" fmla="*/ 0 w 155"/>
                <a:gd name="T39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5" h="155">
                  <a:moveTo>
                    <a:pt x="155" y="155"/>
                  </a:moveTo>
                  <a:lnTo>
                    <a:pt x="155" y="77"/>
                  </a:lnTo>
                  <a:lnTo>
                    <a:pt x="155" y="77"/>
                  </a:lnTo>
                  <a:lnTo>
                    <a:pt x="155" y="69"/>
                  </a:lnTo>
                  <a:lnTo>
                    <a:pt x="154" y="61"/>
                  </a:lnTo>
                  <a:lnTo>
                    <a:pt x="152" y="54"/>
                  </a:lnTo>
                  <a:lnTo>
                    <a:pt x="149" y="47"/>
                  </a:lnTo>
                  <a:lnTo>
                    <a:pt x="146" y="40"/>
                  </a:lnTo>
                  <a:lnTo>
                    <a:pt x="142" y="34"/>
                  </a:lnTo>
                  <a:lnTo>
                    <a:pt x="138" y="28"/>
                  </a:lnTo>
                  <a:lnTo>
                    <a:pt x="133" y="22"/>
                  </a:lnTo>
                  <a:lnTo>
                    <a:pt x="126" y="17"/>
                  </a:lnTo>
                  <a:lnTo>
                    <a:pt x="121" y="13"/>
                  </a:lnTo>
                  <a:lnTo>
                    <a:pt x="114" y="9"/>
                  </a:lnTo>
                  <a:lnTo>
                    <a:pt x="108" y="6"/>
                  </a:lnTo>
                  <a:lnTo>
                    <a:pt x="101" y="3"/>
                  </a:lnTo>
                  <a:lnTo>
                    <a:pt x="93" y="1"/>
                  </a:lnTo>
                  <a:lnTo>
                    <a:pt x="86" y="0"/>
                  </a:lnTo>
                  <a:lnTo>
                    <a:pt x="78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1" name="Freeform 315"/>
            <p:cNvSpPr>
              <a:spLocks/>
            </p:cNvSpPr>
            <p:nvPr/>
          </p:nvSpPr>
          <p:spPr bwMode="auto">
            <a:xfrm>
              <a:off x="5627688" y="5173663"/>
              <a:ext cx="69850" cy="69850"/>
            </a:xfrm>
            <a:custGeom>
              <a:avLst/>
              <a:gdLst>
                <a:gd name="T0" fmla="*/ 0 w 174"/>
                <a:gd name="T1" fmla="*/ 174 h 174"/>
                <a:gd name="T2" fmla="*/ 0 w 174"/>
                <a:gd name="T3" fmla="*/ 174 h 174"/>
                <a:gd name="T4" fmla="*/ 17 w 174"/>
                <a:gd name="T5" fmla="*/ 173 h 174"/>
                <a:gd name="T6" fmla="*/ 35 w 174"/>
                <a:gd name="T7" fmla="*/ 171 h 174"/>
                <a:gd name="T8" fmla="*/ 52 w 174"/>
                <a:gd name="T9" fmla="*/ 166 h 174"/>
                <a:gd name="T10" fmla="*/ 68 w 174"/>
                <a:gd name="T11" fmla="*/ 161 h 174"/>
                <a:gd name="T12" fmla="*/ 83 w 174"/>
                <a:gd name="T13" fmla="*/ 153 h 174"/>
                <a:gd name="T14" fmla="*/ 97 w 174"/>
                <a:gd name="T15" fmla="*/ 145 h 174"/>
                <a:gd name="T16" fmla="*/ 110 w 174"/>
                <a:gd name="T17" fmla="*/ 135 h 174"/>
                <a:gd name="T18" fmla="*/ 123 w 174"/>
                <a:gd name="T19" fmla="*/ 124 h 174"/>
                <a:gd name="T20" fmla="*/ 135 w 174"/>
                <a:gd name="T21" fmla="*/ 111 h 174"/>
                <a:gd name="T22" fmla="*/ 145 w 174"/>
                <a:gd name="T23" fmla="*/ 97 h 174"/>
                <a:gd name="T24" fmla="*/ 153 w 174"/>
                <a:gd name="T25" fmla="*/ 83 h 174"/>
                <a:gd name="T26" fmla="*/ 160 w 174"/>
                <a:gd name="T27" fmla="*/ 68 h 174"/>
                <a:gd name="T28" fmla="*/ 166 w 174"/>
                <a:gd name="T29" fmla="*/ 52 h 174"/>
                <a:gd name="T30" fmla="*/ 171 w 174"/>
                <a:gd name="T31" fmla="*/ 36 h 174"/>
                <a:gd name="T32" fmla="*/ 173 w 174"/>
                <a:gd name="T33" fmla="*/ 18 h 174"/>
                <a:gd name="T34" fmla="*/ 174 w 174"/>
                <a:gd name="T35" fmla="*/ 0 h 174"/>
                <a:gd name="T36" fmla="*/ 174 w 174"/>
                <a:gd name="T37" fmla="*/ 0 h 174"/>
                <a:gd name="T38" fmla="*/ 156 w 174"/>
                <a:gd name="T39" fmla="*/ 1 h 174"/>
                <a:gd name="T40" fmla="*/ 139 w 174"/>
                <a:gd name="T41" fmla="*/ 3 h 174"/>
                <a:gd name="T42" fmla="*/ 122 w 174"/>
                <a:gd name="T43" fmla="*/ 8 h 174"/>
                <a:gd name="T44" fmla="*/ 106 w 174"/>
                <a:gd name="T45" fmla="*/ 13 h 174"/>
                <a:gd name="T46" fmla="*/ 91 w 174"/>
                <a:gd name="T47" fmla="*/ 21 h 174"/>
                <a:gd name="T48" fmla="*/ 77 w 174"/>
                <a:gd name="T49" fmla="*/ 30 h 174"/>
                <a:gd name="T50" fmla="*/ 64 w 174"/>
                <a:gd name="T51" fmla="*/ 40 h 174"/>
                <a:gd name="T52" fmla="*/ 51 w 174"/>
                <a:gd name="T53" fmla="*/ 51 h 174"/>
                <a:gd name="T54" fmla="*/ 39 w 174"/>
                <a:gd name="T55" fmla="*/ 64 h 174"/>
                <a:gd name="T56" fmla="*/ 29 w 174"/>
                <a:gd name="T57" fmla="*/ 77 h 174"/>
                <a:gd name="T58" fmla="*/ 21 w 174"/>
                <a:gd name="T59" fmla="*/ 91 h 174"/>
                <a:gd name="T60" fmla="*/ 13 w 174"/>
                <a:gd name="T61" fmla="*/ 107 h 174"/>
                <a:gd name="T62" fmla="*/ 8 w 174"/>
                <a:gd name="T63" fmla="*/ 123 h 174"/>
                <a:gd name="T64" fmla="*/ 3 w 174"/>
                <a:gd name="T65" fmla="*/ 139 h 174"/>
                <a:gd name="T66" fmla="*/ 1 w 174"/>
                <a:gd name="T67" fmla="*/ 157 h 174"/>
                <a:gd name="T68" fmla="*/ 0 w 174"/>
                <a:gd name="T69" fmla="*/ 174 h 174"/>
                <a:gd name="T70" fmla="*/ 0 w 174"/>
                <a:gd name="T71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4" h="174">
                  <a:moveTo>
                    <a:pt x="0" y="174"/>
                  </a:moveTo>
                  <a:lnTo>
                    <a:pt x="0" y="174"/>
                  </a:lnTo>
                  <a:lnTo>
                    <a:pt x="17" y="173"/>
                  </a:lnTo>
                  <a:lnTo>
                    <a:pt x="35" y="171"/>
                  </a:lnTo>
                  <a:lnTo>
                    <a:pt x="52" y="166"/>
                  </a:lnTo>
                  <a:lnTo>
                    <a:pt x="68" y="161"/>
                  </a:lnTo>
                  <a:lnTo>
                    <a:pt x="83" y="153"/>
                  </a:lnTo>
                  <a:lnTo>
                    <a:pt x="97" y="145"/>
                  </a:lnTo>
                  <a:lnTo>
                    <a:pt x="110" y="135"/>
                  </a:lnTo>
                  <a:lnTo>
                    <a:pt x="123" y="124"/>
                  </a:lnTo>
                  <a:lnTo>
                    <a:pt x="135" y="111"/>
                  </a:lnTo>
                  <a:lnTo>
                    <a:pt x="145" y="97"/>
                  </a:lnTo>
                  <a:lnTo>
                    <a:pt x="153" y="83"/>
                  </a:lnTo>
                  <a:lnTo>
                    <a:pt x="160" y="68"/>
                  </a:lnTo>
                  <a:lnTo>
                    <a:pt x="166" y="52"/>
                  </a:lnTo>
                  <a:lnTo>
                    <a:pt x="171" y="36"/>
                  </a:lnTo>
                  <a:lnTo>
                    <a:pt x="173" y="18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56" y="1"/>
                  </a:lnTo>
                  <a:lnTo>
                    <a:pt x="139" y="3"/>
                  </a:lnTo>
                  <a:lnTo>
                    <a:pt x="122" y="8"/>
                  </a:lnTo>
                  <a:lnTo>
                    <a:pt x="106" y="13"/>
                  </a:lnTo>
                  <a:lnTo>
                    <a:pt x="91" y="21"/>
                  </a:lnTo>
                  <a:lnTo>
                    <a:pt x="77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39" y="64"/>
                  </a:lnTo>
                  <a:lnTo>
                    <a:pt x="29" y="77"/>
                  </a:lnTo>
                  <a:lnTo>
                    <a:pt x="21" y="91"/>
                  </a:lnTo>
                  <a:lnTo>
                    <a:pt x="13" y="107"/>
                  </a:lnTo>
                  <a:lnTo>
                    <a:pt x="8" y="123"/>
                  </a:lnTo>
                  <a:lnTo>
                    <a:pt x="3" y="139"/>
                  </a:lnTo>
                  <a:lnTo>
                    <a:pt x="1" y="157"/>
                  </a:ln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2" name="Gruppieren 731"/>
          <p:cNvGrpSpPr/>
          <p:nvPr/>
        </p:nvGrpSpPr>
        <p:grpSpPr>
          <a:xfrm>
            <a:off x="8041457" y="5273568"/>
            <a:ext cx="270704" cy="326916"/>
            <a:chOff x="708025" y="4773613"/>
            <a:chExt cx="290513" cy="350838"/>
          </a:xfrm>
        </p:grpSpPr>
        <p:sp>
          <p:nvSpPr>
            <p:cNvPr id="733" name="Freeform 338"/>
            <p:cNvSpPr>
              <a:spLocks/>
            </p:cNvSpPr>
            <p:nvPr/>
          </p:nvSpPr>
          <p:spPr bwMode="auto">
            <a:xfrm>
              <a:off x="777875" y="4865688"/>
              <a:ext cx="152400" cy="150813"/>
            </a:xfrm>
            <a:custGeom>
              <a:avLst/>
              <a:gdLst>
                <a:gd name="T0" fmla="*/ 289 w 578"/>
                <a:gd name="T1" fmla="*/ 0 h 575"/>
                <a:gd name="T2" fmla="*/ 347 w 578"/>
                <a:gd name="T3" fmla="*/ 200 h 575"/>
                <a:gd name="T4" fmla="*/ 578 w 578"/>
                <a:gd name="T5" fmla="*/ 200 h 575"/>
                <a:gd name="T6" fmla="*/ 404 w 578"/>
                <a:gd name="T7" fmla="*/ 345 h 575"/>
                <a:gd name="T8" fmla="*/ 490 w 578"/>
                <a:gd name="T9" fmla="*/ 575 h 575"/>
                <a:gd name="T10" fmla="*/ 289 w 578"/>
                <a:gd name="T11" fmla="*/ 431 h 575"/>
                <a:gd name="T12" fmla="*/ 88 w 578"/>
                <a:gd name="T13" fmla="*/ 575 h 575"/>
                <a:gd name="T14" fmla="*/ 174 w 578"/>
                <a:gd name="T15" fmla="*/ 345 h 575"/>
                <a:gd name="T16" fmla="*/ 0 w 578"/>
                <a:gd name="T17" fmla="*/ 200 h 575"/>
                <a:gd name="T18" fmla="*/ 231 w 578"/>
                <a:gd name="T19" fmla="*/ 200 h 575"/>
                <a:gd name="T20" fmla="*/ 289 w 578"/>
                <a:gd name="T21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8" h="575">
                  <a:moveTo>
                    <a:pt x="289" y="0"/>
                  </a:moveTo>
                  <a:lnTo>
                    <a:pt x="347" y="200"/>
                  </a:lnTo>
                  <a:lnTo>
                    <a:pt x="578" y="200"/>
                  </a:lnTo>
                  <a:lnTo>
                    <a:pt x="404" y="345"/>
                  </a:lnTo>
                  <a:lnTo>
                    <a:pt x="490" y="575"/>
                  </a:lnTo>
                  <a:lnTo>
                    <a:pt x="289" y="431"/>
                  </a:lnTo>
                  <a:lnTo>
                    <a:pt x="88" y="575"/>
                  </a:lnTo>
                  <a:lnTo>
                    <a:pt x="174" y="345"/>
                  </a:lnTo>
                  <a:lnTo>
                    <a:pt x="0" y="200"/>
                  </a:lnTo>
                  <a:lnTo>
                    <a:pt x="231" y="200"/>
                  </a:lnTo>
                  <a:lnTo>
                    <a:pt x="2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4" name="Freeform 339"/>
            <p:cNvSpPr>
              <a:spLocks/>
            </p:cNvSpPr>
            <p:nvPr/>
          </p:nvSpPr>
          <p:spPr bwMode="auto">
            <a:xfrm>
              <a:off x="708025" y="4773613"/>
              <a:ext cx="290513" cy="350838"/>
            </a:xfrm>
            <a:custGeom>
              <a:avLst/>
              <a:gdLst>
                <a:gd name="T0" fmla="*/ 1096 w 1096"/>
                <a:gd name="T1" fmla="*/ 0 h 1324"/>
                <a:gd name="T2" fmla="*/ 1096 w 1096"/>
                <a:gd name="T3" fmla="*/ 418 h 1324"/>
                <a:gd name="T4" fmla="*/ 1093 w 1096"/>
                <a:gd name="T5" fmla="*/ 489 h 1324"/>
                <a:gd name="T6" fmla="*/ 1087 w 1096"/>
                <a:gd name="T7" fmla="*/ 559 h 1324"/>
                <a:gd name="T8" fmla="*/ 1074 w 1096"/>
                <a:gd name="T9" fmla="*/ 628 h 1324"/>
                <a:gd name="T10" fmla="*/ 1058 w 1096"/>
                <a:gd name="T11" fmla="*/ 695 h 1324"/>
                <a:gd name="T12" fmla="*/ 1037 w 1096"/>
                <a:gd name="T13" fmla="*/ 761 h 1324"/>
                <a:gd name="T14" fmla="*/ 1012 w 1096"/>
                <a:gd name="T15" fmla="*/ 825 h 1324"/>
                <a:gd name="T16" fmla="*/ 982 w 1096"/>
                <a:gd name="T17" fmla="*/ 887 h 1324"/>
                <a:gd name="T18" fmla="*/ 948 w 1096"/>
                <a:gd name="T19" fmla="*/ 947 h 1324"/>
                <a:gd name="T20" fmla="*/ 910 w 1096"/>
                <a:gd name="T21" fmla="*/ 1005 h 1324"/>
                <a:gd name="T22" fmla="*/ 869 w 1096"/>
                <a:gd name="T23" fmla="*/ 1060 h 1324"/>
                <a:gd name="T24" fmla="*/ 824 w 1096"/>
                <a:gd name="T25" fmla="*/ 1111 h 1324"/>
                <a:gd name="T26" fmla="*/ 776 w 1096"/>
                <a:gd name="T27" fmla="*/ 1161 h 1324"/>
                <a:gd name="T28" fmla="*/ 724 w 1096"/>
                <a:gd name="T29" fmla="*/ 1207 h 1324"/>
                <a:gd name="T30" fmla="*/ 669 w 1096"/>
                <a:gd name="T31" fmla="*/ 1249 h 1324"/>
                <a:gd name="T32" fmla="*/ 610 w 1096"/>
                <a:gd name="T33" fmla="*/ 1288 h 1324"/>
                <a:gd name="T34" fmla="*/ 548 w 1096"/>
                <a:gd name="T35" fmla="*/ 1324 h 1324"/>
                <a:gd name="T36" fmla="*/ 517 w 1096"/>
                <a:gd name="T37" fmla="*/ 1306 h 1324"/>
                <a:gd name="T38" fmla="*/ 457 w 1096"/>
                <a:gd name="T39" fmla="*/ 1270 h 1324"/>
                <a:gd name="T40" fmla="*/ 400 w 1096"/>
                <a:gd name="T41" fmla="*/ 1228 h 1324"/>
                <a:gd name="T42" fmla="*/ 345 w 1096"/>
                <a:gd name="T43" fmla="*/ 1185 h 1324"/>
                <a:gd name="T44" fmla="*/ 296 w 1096"/>
                <a:gd name="T45" fmla="*/ 1137 h 1324"/>
                <a:gd name="T46" fmla="*/ 249 w 1096"/>
                <a:gd name="T47" fmla="*/ 1086 h 1324"/>
                <a:gd name="T48" fmla="*/ 205 w 1096"/>
                <a:gd name="T49" fmla="*/ 1032 h 1324"/>
                <a:gd name="T50" fmla="*/ 166 w 1096"/>
                <a:gd name="T51" fmla="*/ 976 h 1324"/>
                <a:gd name="T52" fmla="*/ 130 w 1096"/>
                <a:gd name="T53" fmla="*/ 917 h 1324"/>
                <a:gd name="T54" fmla="*/ 99 w 1096"/>
                <a:gd name="T55" fmla="*/ 856 h 1324"/>
                <a:gd name="T56" fmla="*/ 72 w 1096"/>
                <a:gd name="T57" fmla="*/ 793 h 1324"/>
                <a:gd name="T58" fmla="*/ 49 w 1096"/>
                <a:gd name="T59" fmla="*/ 728 h 1324"/>
                <a:gd name="T60" fmla="*/ 30 w 1096"/>
                <a:gd name="T61" fmla="*/ 661 h 1324"/>
                <a:gd name="T62" fmla="*/ 15 w 1096"/>
                <a:gd name="T63" fmla="*/ 594 h 1324"/>
                <a:gd name="T64" fmla="*/ 6 w 1096"/>
                <a:gd name="T65" fmla="*/ 525 h 1324"/>
                <a:gd name="T66" fmla="*/ 1 w 1096"/>
                <a:gd name="T67" fmla="*/ 453 h 1324"/>
                <a:gd name="T68" fmla="*/ 0 w 1096"/>
                <a:gd name="T69" fmla="*/ 0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96" h="1324">
                  <a:moveTo>
                    <a:pt x="0" y="0"/>
                  </a:moveTo>
                  <a:lnTo>
                    <a:pt x="1096" y="0"/>
                  </a:lnTo>
                  <a:lnTo>
                    <a:pt x="1096" y="418"/>
                  </a:lnTo>
                  <a:lnTo>
                    <a:pt x="1096" y="418"/>
                  </a:lnTo>
                  <a:lnTo>
                    <a:pt x="1096" y="453"/>
                  </a:lnTo>
                  <a:lnTo>
                    <a:pt x="1093" y="489"/>
                  </a:lnTo>
                  <a:lnTo>
                    <a:pt x="1090" y="525"/>
                  </a:lnTo>
                  <a:lnTo>
                    <a:pt x="1087" y="559"/>
                  </a:lnTo>
                  <a:lnTo>
                    <a:pt x="1081" y="594"/>
                  </a:lnTo>
                  <a:lnTo>
                    <a:pt x="1074" y="628"/>
                  </a:lnTo>
                  <a:lnTo>
                    <a:pt x="1067" y="661"/>
                  </a:lnTo>
                  <a:lnTo>
                    <a:pt x="1058" y="695"/>
                  </a:lnTo>
                  <a:lnTo>
                    <a:pt x="1047" y="728"/>
                  </a:lnTo>
                  <a:lnTo>
                    <a:pt x="1037" y="761"/>
                  </a:lnTo>
                  <a:lnTo>
                    <a:pt x="1024" y="793"/>
                  </a:lnTo>
                  <a:lnTo>
                    <a:pt x="1012" y="825"/>
                  </a:lnTo>
                  <a:lnTo>
                    <a:pt x="997" y="856"/>
                  </a:lnTo>
                  <a:lnTo>
                    <a:pt x="982" y="887"/>
                  </a:lnTo>
                  <a:lnTo>
                    <a:pt x="966" y="917"/>
                  </a:lnTo>
                  <a:lnTo>
                    <a:pt x="948" y="947"/>
                  </a:lnTo>
                  <a:lnTo>
                    <a:pt x="930" y="976"/>
                  </a:lnTo>
                  <a:lnTo>
                    <a:pt x="910" y="1005"/>
                  </a:lnTo>
                  <a:lnTo>
                    <a:pt x="891" y="1032"/>
                  </a:lnTo>
                  <a:lnTo>
                    <a:pt x="869" y="1060"/>
                  </a:lnTo>
                  <a:lnTo>
                    <a:pt x="847" y="1086"/>
                  </a:lnTo>
                  <a:lnTo>
                    <a:pt x="824" y="1111"/>
                  </a:lnTo>
                  <a:lnTo>
                    <a:pt x="800" y="1137"/>
                  </a:lnTo>
                  <a:lnTo>
                    <a:pt x="776" y="1161"/>
                  </a:lnTo>
                  <a:lnTo>
                    <a:pt x="751" y="1185"/>
                  </a:lnTo>
                  <a:lnTo>
                    <a:pt x="724" y="1207"/>
                  </a:lnTo>
                  <a:lnTo>
                    <a:pt x="696" y="1228"/>
                  </a:lnTo>
                  <a:lnTo>
                    <a:pt x="669" y="1249"/>
                  </a:lnTo>
                  <a:lnTo>
                    <a:pt x="639" y="1270"/>
                  </a:lnTo>
                  <a:lnTo>
                    <a:pt x="610" y="1288"/>
                  </a:lnTo>
                  <a:lnTo>
                    <a:pt x="579" y="1306"/>
                  </a:lnTo>
                  <a:lnTo>
                    <a:pt x="548" y="1324"/>
                  </a:lnTo>
                  <a:lnTo>
                    <a:pt x="548" y="1324"/>
                  </a:lnTo>
                  <a:lnTo>
                    <a:pt x="517" y="1306"/>
                  </a:lnTo>
                  <a:lnTo>
                    <a:pt x="486" y="1288"/>
                  </a:lnTo>
                  <a:lnTo>
                    <a:pt x="457" y="1270"/>
                  </a:lnTo>
                  <a:lnTo>
                    <a:pt x="428" y="1249"/>
                  </a:lnTo>
                  <a:lnTo>
                    <a:pt x="400" y="1228"/>
                  </a:lnTo>
                  <a:lnTo>
                    <a:pt x="372" y="1207"/>
                  </a:lnTo>
                  <a:lnTo>
                    <a:pt x="345" y="1185"/>
                  </a:lnTo>
                  <a:lnTo>
                    <a:pt x="320" y="1161"/>
                  </a:lnTo>
                  <a:lnTo>
                    <a:pt x="296" y="1137"/>
                  </a:lnTo>
                  <a:lnTo>
                    <a:pt x="272" y="1111"/>
                  </a:lnTo>
                  <a:lnTo>
                    <a:pt x="249" y="1086"/>
                  </a:lnTo>
                  <a:lnTo>
                    <a:pt x="227" y="1060"/>
                  </a:lnTo>
                  <a:lnTo>
                    <a:pt x="205" y="1032"/>
                  </a:lnTo>
                  <a:lnTo>
                    <a:pt x="186" y="1005"/>
                  </a:lnTo>
                  <a:lnTo>
                    <a:pt x="166" y="976"/>
                  </a:lnTo>
                  <a:lnTo>
                    <a:pt x="148" y="947"/>
                  </a:lnTo>
                  <a:lnTo>
                    <a:pt x="130" y="917"/>
                  </a:lnTo>
                  <a:lnTo>
                    <a:pt x="114" y="887"/>
                  </a:lnTo>
                  <a:lnTo>
                    <a:pt x="99" y="856"/>
                  </a:lnTo>
                  <a:lnTo>
                    <a:pt x="84" y="825"/>
                  </a:lnTo>
                  <a:lnTo>
                    <a:pt x="72" y="793"/>
                  </a:lnTo>
                  <a:lnTo>
                    <a:pt x="59" y="761"/>
                  </a:lnTo>
                  <a:lnTo>
                    <a:pt x="49" y="728"/>
                  </a:lnTo>
                  <a:lnTo>
                    <a:pt x="38" y="695"/>
                  </a:lnTo>
                  <a:lnTo>
                    <a:pt x="30" y="661"/>
                  </a:lnTo>
                  <a:lnTo>
                    <a:pt x="22" y="628"/>
                  </a:lnTo>
                  <a:lnTo>
                    <a:pt x="15" y="594"/>
                  </a:lnTo>
                  <a:lnTo>
                    <a:pt x="10" y="559"/>
                  </a:lnTo>
                  <a:lnTo>
                    <a:pt x="6" y="525"/>
                  </a:lnTo>
                  <a:lnTo>
                    <a:pt x="3" y="489"/>
                  </a:lnTo>
                  <a:lnTo>
                    <a:pt x="1" y="453"/>
                  </a:lnTo>
                  <a:lnTo>
                    <a:pt x="0" y="41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5" name="Line 340"/>
            <p:cNvSpPr>
              <a:spLocks noChangeShapeType="1"/>
            </p:cNvSpPr>
            <p:nvPr/>
          </p:nvSpPr>
          <p:spPr bwMode="auto">
            <a:xfrm>
              <a:off x="708025" y="4819650"/>
              <a:ext cx="290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6" name="Gruppieren 735"/>
          <p:cNvGrpSpPr/>
          <p:nvPr/>
        </p:nvGrpSpPr>
        <p:grpSpPr>
          <a:xfrm>
            <a:off x="8562398" y="5268550"/>
            <a:ext cx="321706" cy="336953"/>
            <a:chOff x="1169004" y="4777581"/>
            <a:chExt cx="334963" cy="350838"/>
          </a:xfrm>
        </p:grpSpPr>
        <p:sp>
          <p:nvSpPr>
            <p:cNvPr id="737" name="Freeform 341"/>
            <p:cNvSpPr>
              <a:spLocks/>
            </p:cNvSpPr>
            <p:nvPr/>
          </p:nvSpPr>
          <p:spPr bwMode="auto">
            <a:xfrm>
              <a:off x="1275367" y="4801394"/>
              <a:ext cx="152400" cy="128588"/>
            </a:xfrm>
            <a:custGeom>
              <a:avLst/>
              <a:gdLst>
                <a:gd name="T0" fmla="*/ 289 w 577"/>
                <a:gd name="T1" fmla="*/ 489 h 489"/>
                <a:gd name="T2" fmla="*/ 577 w 577"/>
                <a:gd name="T3" fmla="*/ 375 h 489"/>
                <a:gd name="T4" fmla="*/ 577 w 577"/>
                <a:gd name="T5" fmla="*/ 0 h 489"/>
                <a:gd name="T6" fmla="*/ 289 w 577"/>
                <a:gd name="T7" fmla="*/ 87 h 489"/>
                <a:gd name="T8" fmla="*/ 0 w 577"/>
                <a:gd name="T9" fmla="*/ 0 h 489"/>
                <a:gd name="T10" fmla="*/ 0 w 577"/>
                <a:gd name="T11" fmla="*/ 375 h 489"/>
                <a:gd name="T12" fmla="*/ 289 w 577"/>
                <a:gd name="T13" fmla="*/ 48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7" h="489">
                  <a:moveTo>
                    <a:pt x="289" y="489"/>
                  </a:moveTo>
                  <a:lnTo>
                    <a:pt x="577" y="375"/>
                  </a:lnTo>
                  <a:lnTo>
                    <a:pt x="577" y="0"/>
                  </a:lnTo>
                  <a:lnTo>
                    <a:pt x="289" y="87"/>
                  </a:lnTo>
                  <a:lnTo>
                    <a:pt x="0" y="0"/>
                  </a:lnTo>
                  <a:lnTo>
                    <a:pt x="0" y="375"/>
                  </a:lnTo>
                  <a:lnTo>
                    <a:pt x="289" y="4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8" name="Freeform 342"/>
            <p:cNvSpPr>
              <a:spLocks/>
            </p:cNvSpPr>
            <p:nvPr/>
          </p:nvSpPr>
          <p:spPr bwMode="auto">
            <a:xfrm>
              <a:off x="1275367" y="4777581"/>
              <a:ext cx="152400" cy="23813"/>
            </a:xfrm>
            <a:custGeom>
              <a:avLst/>
              <a:gdLst>
                <a:gd name="T0" fmla="*/ 577 w 577"/>
                <a:gd name="T1" fmla="*/ 86 h 86"/>
                <a:gd name="T2" fmla="*/ 289 w 577"/>
                <a:gd name="T3" fmla="*/ 0 h 86"/>
                <a:gd name="T4" fmla="*/ 0 w 577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7" h="86">
                  <a:moveTo>
                    <a:pt x="577" y="86"/>
                  </a:moveTo>
                  <a:lnTo>
                    <a:pt x="289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9" name="Line 343"/>
            <p:cNvSpPr>
              <a:spLocks noChangeShapeType="1"/>
            </p:cNvSpPr>
            <p:nvPr/>
          </p:nvSpPr>
          <p:spPr bwMode="auto">
            <a:xfrm>
              <a:off x="1351567" y="4823619"/>
              <a:ext cx="0" cy="106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0" name="Freeform 344"/>
            <p:cNvSpPr>
              <a:spLocks/>
            </p:cNvSpPr>
            <p:nvPr/>
          </p:nvSpPr>
          <p:spPr bwMode="auto">
            <a:xfrm>
              <a:off x="1381729" y="4960144"/>
              <a:ext cx="122238" cy="100013"/>
            </a:xfrm>
            <a:custGeom>
              <a:avLst/>
              <a:gdLst>
                <a:gd name="T0" fmla="*/ 231 w 461"/>
                <a:gd name="T1" fmla="*/ 375 h 375"/>
                <a:gd name="T2" fmla="*/ 461 w 461"/>
                <a:gd name="T3" fmla="*/ 259 h 375"/>
                <a:gd name="T4" fmla="*/ 461 w 461"/>
                <a:gd name="T5" fmla="*/ 0 h 375"/>
                <a:gd name="T6" fmla="*/ 231 w 461"/>
                <a:gd name="T7" fmla="*/ 86 h 375"/>
                <a:gd name="T8" fmla="*/ 0 w 461"/>
                <a:gd name="T9" fmla="*/ 0 h 375"/>
                <a:gd name="T10" fmla="*/ 0 w 461"/>
                <a:gd name="T11" fmla="*/ 259 h 375"/>
                <a:gd name="T12" fmla="*/ 231 w 461"/>
                <a:gd name="T13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1" h="375">
                  <a:moveTo>
                    <a:pt x="231" y="375"/>
                  </a:moveTo>
                  <a:lnTo>
                    <a:pt x="461" y="259"/>
                  </a:lnTo>
                  <a:lnTo>
                    <a:pt x="461" y="0"/>
                  </a:lnTo>
                  <a:lnTo>
                    <a:pt x="231" y="86"/>
                  </a:lnTo>
                  <a:lnTo>
                    <a:pt x="0" y="0"/>
                  </a:lnTo>
                  <a:lnTo>
                    <a:pt x="0" y="259"/>
                  </a:lnTo>
                  <a:lnTo>
                    <a:pt x="231" y="3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1" name="Freeform 345"/>
            <p:cNvSpPr>
              <a:spLocks/>
            </p:cNvSpPr>
            <p:nvPr/>
          </p:nvSpPr>
          <p:spPr bwMode="auto">
            <a:xfrm>
              <a:off x="1381729" y="4937919"/>
              <a:ext cx="122238" cy="22225"/>
            </a:xfrm>
            <a:custGeom>
              <a:avLst/>
              <a:gdLst>
                <a:gd name="T0" fmla="*/ 461 w 461"/>
                <a:gd name="T1" fmla="*/ 86 h 86"/>
                <a:gd name="T2" fmla="*/ 231 w 461"/>
                <a:gd name="T3" fmla="*/ 0 h 86"/>
                <a:gd name="T4" fmla="*/ 0 w 461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1" h="86">
                  <a:moveTo>
                    <a:pt x="461" y="86"/>
                  </a:moveTo>
                  <a:lnTo>
                    <a:pt x="231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2" name="Line 346"/>
            <p:cNvSpPr>
              <a:spLocks noChangeShapeType="1"/>
            </p:cNvSpPr>
            <p:nvPr/>
          </p:nvSpPr>
          <p:spPr bwMode="auto">
            <a:xfrm>
              <a:off x="1443642" y="4982369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3" name="Freeform 347"/>
            <p:cNvSpPr>
              <a:spLocks/>
            </p:cNvSpPr>
            <p:nvPr/>
          </p:nvSpPr>
          <p:spPr bwMode="auto">
            <a:xfrm>
              <a:off x="1169004" y="4976019"/>
              <a:ext cx="182563" cy="152400"/>
            </a:xfrm>
            <a:custGeom>
              <a:avLst/>
              <a:gdLst>
                <a:gd name="T0" fmla="*/ 346 w 692"/>
                <a:gd name="T1" fmla="*/ 575 h 575"/>
                <a:gd name="T2" fmla="*/ 692 w 692"/>
                <a:gd name="T3" fmla="*/ 460 h 575"/>
                <a:gd name="T4" fmla="*/ 692 w 692"/>
                <a:gd name="T5" fmla="*/ 0 h 575"/>
                <a:gd name="T6" fmla="*/ 346 w 692"/>
                <a:gd name="T7" fmla="*/ 114 h 575"/>
                <a:gd name="T8" fmla="*/ 0 w 692"/>
                <a:gd name="T9" fmla="*/ 0 h 575"/>
                <a:gd name="T10" fmla="*/ 0 w 692"/>
                <a:gd name="T11" fmla="*/ 460 h 575"/>
                <a:gd name="T12" fmla="*/ 346 w 692"/>
                <a:gd name="T13" fmla="*/ 575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2" h="575">
                  <a:moveTo>
                    <a:pt x="346" y="575"/>
                  </a:moveTo>
                  <a:lnTo>
                    <a:pt x="692" y="460"/>
                  </a:lnTo>
                  <a:lnTo>
                    <a:pt x="692" y="0"/>
                  </a:lnTo>
                  <a:lnTo>
                    <a:pt x="346" y="114"/>
                  </a:lnTo>
                  <a:lnTo>
                    <a:pt x="0" y="0"/>
                  </a:lnTo>
                  <a:lnTo>
                    <a:pt x="0" y="460"/>
                  </a:lnTo>
                  <a:lnTo>
                    <a:pt x="346" y="5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4" name="Freeform 348"/>
            <p:cNvSpPr>
              <a:spLocks/>
            </p:cNvSpPr>
            <p:nvPr/>
          </p:nvSpPr>
          <p:spPr bwMode="auto">
            <a:xfrm>
              <a:off x="1169004" y="4945856"/>
              <a:ext cx="182563" cy="30163"/>
            </a:xfrm>
            <a:custGeom>
              <a:avLst/>
              <a:gdLst>
                <a:gd name="T0" fmla="*/ 692 w 692"/>
                <a:gd name="T1" fmla="*/ 115 h 115"/>
                <a:gd name="T2" fmla="*/ 346 w 692"/>
                <a:gd name="T3" fmla="*/ 0 h 115"/>
                <a:gd name="T4" fmla="*/ 0 w 692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2" h="115">
                  <a:moveTo>
                    <a:pt x="692" y="115"/>
                  </a:moveTo>
                  <a:lnTo>
                    <a:pt x="346" y="0"/>
                  </a:lnTo>
                  <a:lnTo>
                    <a:pt x="0" y="11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5" name="Line 349"/>
            <p:cNvSpPr>
              <a:spLocks noChangeShapeType="1"/>
            </p:cNvSpPr>
            <p:nvPr/>
          </p:nvSpPr>
          <p:spPr bwMode="auto">
            <a:xfrm>
              <a:off x="1259492" y="5006181"/>
              <a:ext cx="0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46" name="Gruppieren 745"/>
          <p:cNvGrpSpPr/>
          <p:nvPr/>
        </p:nvGrpSpPr>
        <p:grpSpPr>
          <a:xfrm>
            <a:off x="9134340" y="5259736"/>
            <a:ext cx="277568" cy="354581"/>
            <a:chOff x="2757488" y="4746625"/>
            <a:chExt cx="274638" cy="350838"/>
          </a:xfrm>
        </p:grpSpPr>
        <p:sp>
          <p:nvSpPr>
            <p:cNvPr id="747" name="Freeform 350"/>
            <p:cNvSpPr>
              <a:spLocks/>
            </p:cNvSpPr>
            <p:nvPr/>
          </p:nvSpPr>
          <p:spPr bwMode="auto">
            <a:xfrm>
              <a:off x="2757488" y="4746625"/>
              <a:ext cx="274638" cy="350838"/>
            </a:xfrm>
            <a:custGeom>
              <a:avLst/>
              <a:gdLst>
                <a:gd name="T0" fmla="*/ 1038 w 1038"/>
                <a:gd name="T1" fmla="*/ 1179 h 1323"/>
                <a:gd name="T2" fmla="*/ 1034 w 1038"/>
                <a:gd name="T3" fmla="*/ 1208 h 1323"/>
                <a:gd name="T4" fmla="*/ 1026 w 1038"/>
                <a:gd name="T5" fmla="*/ 1234 h 1323"/>
                <a:gd name="T6" fmla="*/ 1012 w 1038"/>
                <a:gd name="T7" fmla="*/ 1260 h 1323"/>
                <a:gd name="T8" fmla="*/ 995 w 1038"/>
                <a:gd name="T9" fmla="*/ 1280 h 1323"/>
                <a:gd name="T10" fmla="*/ 973 w 1038"/>
                <a:gd name="T11" fmla="*/ 1299 h 1323"/>
                <a:gd name="T12" fmla="*/ 949 w 1038"/>
                <a:gd name="T13" fmla="*/ 1311 h 1323"/>
                <a:gd name="T14" fmla="*/ 923 w 1038"/>
                <a:gd name="T15" fmla="*/ 1320 h 1323"/>
                <a:gd name="T16" fmla="*/ 893 w 1038"/>
                <a:gd name="T17" fmla="*/ 1323 h 1323"/>
                <a:gd name="T18" fmla="*/ 144 w 1038"/>
                <a:gd name="T19" fmla="*/ 1323 h 1323"/>
                <a:gd name="T20" fmla="*/ 115 w 1038"/>
                <a:gd name="T21" fmla="*/ 1320 h 1323"/>
                <a:gd name="T22" fmla="*/ 87 w 1038"/>
                <a:gd name="T23" fmla="*/ 1311 h 1323"/>
                <a:gd name="T24" fmla="*/ 63 w 1038"/>
                <a:gd name="T25" fmla="*/ 1299 h 1323"/>
                <a:gd name="T26" fmla="*/ 41 w 1038"/>
                <a:gd name="T27" fmla="*/ 1280 h 1323"/>
                <a:gd name="T28" fmla="*/ 24 w 1038"/>
                <a:gd name="T29" fmla="*/ 1260 h 1323"/>
                <a:gd name="T30" fmla="*/ 11 w 1038"/>
                <a:gd name="T31" fmla="*/ 1234 h 1323"/>
                <a:gd name="T32" fmla="*/ 2 w 1038"/>
                <a:gd name="T33" fmla="*/ 1208 h 1323"/>
                <a:gd name="T34" fmla="*/ 0 w 1038"/>
                <a:gd name="T35" fmla="*/ 1179 h 1323"/>
                <a:gd name="T36" fmla="*/ 0 w 1038"/>
                <a:gd name="T37" fmla="*/ 144 h 1323"/>
                <a:gd name="T38" fmla="*/ 2 w 1038"/>
                <a:gd name="T39" fmla="*/ 115 h 1323"/>
                <a:gd name="T40" fmla="*/ 11 w 1038"/>
                <a:gd name="T41" fmla="*/ 87 h 1323"/>
                <a:gd name="T42" fmla="*/ 24 w 1038"/>
                <a:gd name="T43" fmla="*/ 63 h 1323"/>
                <a:gd name="T44" fmla="*/ 41 w 1038"/>
                <a:gd name="T45" fmla="*/ 41 h 1323"/>
                <a:gd name="T46" fmla="*/ 63 w 1038"/>
                <a:gd name="T47" fmla="*/ 24 h 1323"/>
                <a:gd name="T48" fmla="*/ 87 w 1038"/>
                <a:gd name="T49" fmla="*/ 10 h 1323"/>
                <a:gd name="T50" fmla="*/ 115 w 1038"/>
                <a:gd name="T51" fmla="*/ 2 h 1323"/>
                <a:gd name="T52" fmla="*/ 144 w 1038"/>
                <a:gd name="T53" fmla="*/ 0 h 1323"/>
                <a:gd name="T54" fmla="*/ 893 w 1038"/>
                <a:gd name="T55" fmla="*/ 0 h 1323"/>
                <a:gd name="T56" fmla="*/ 923 w 1038"/>
                <a:gd name="T57" fmla="*/ 2 h 1323"/>
                <a:gd name="T58" fmla="*/ 949 w 1038"/>
                <a:gd name="T59" fmla="*/ 10 h 1323"/>
                <a:gd name="T60" fmla="*/ 973 w 1038"/>
                <a:gd name="T61" fmla="*/ 24 h 1323"/>
                <a:gd name="T62" fmla="*/ 995 w 1038"/>
                <a:gd name="T63" fmla="*/ 41 h 1323"/>
                <a:gd name="T64" fmla="*/ 1012 w 1038"/>
                <a:gd name="T65" fmla="*/ 63 h 1323"/>
                <a:gd name="T66" fmla="*/ 1026 w 1038"/>
                <a:gd name="T67" fmla="*/ 87 h 1323"/>
                <a:gd name="T68" fmla="*/ 1034 w 1038"/>
                <a:gd name="T69" fmla="*/ 115 h 1323"/>
                <a:gd name="T70" fmla="*/ 1038 w 1038"/>
                <a:gd name="T71" fmla="*/ 144 h 1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38" h="1323">
                  <a:moveTo>
                    <a:pt x="1038" y="1179"/>
                  </a:moveTo>
                  <a:lnTo>
                    <a:pt x="1038" y="1179"/>
                  </a:lnTo>
                  <a:lnTo>
                    <a:pt x="1037" y="1194"/>
                  </a:lnTo>
                  <a:lnTo>
                    <a:pt x="1034" y="1208"/>
                  </a:lnTo>
                  <a:lnTo>
                    <a:pt x="1031" y="1222"/>
                  </a:lnTo>
                  <a:lnTo>
                    <a:pt x="1026" y="1234"/>
                  </a:lnTo>
                  <a:lnTo>
                    <a:pt x="1020" y="1247"/>
                  </a:lnTo>
                  <a:lnTo>
                    <a:pt x="1012" y="1260"/>
                  </a:lnTo>
                  <a:lnTo>
                    <a:pt x="1004" y="1270"/>
                  </a:lnTo>
                  <a:lnTo>
                    <a:pt x="995" y="1280"/>
                  </a:lnTo>
                  <a:lnTo>
                    <a:pt x="985" y="1289"/>
                  </a:lnTo>
                  <a:lnTo>
                    <a:pt x="973" y="1299"/>
                  </a:lnTo>
                  <a:lnTo>
                    <a:pt x="962" y="1305"/>
                  </a:lnTo>
                  <a:lnTo>
                    <a:pt x="949" y="1311"/>
                  </a:lnTo>
                  <a:lnTo>
                    <a:pt x="936" y="1316"/>
                  </a:lnTo>
                  <a:lnTo>
                    <a:pt x="923" y="1320"/>
                  </a:lnTo>
                  <a:lnTo>
                    <a:pt x="908" y="1322"/>
                  </a:lnTo>
                  <a:lnTo>
                    <a:pt x="893" y="1323"/>
                  </a:lnTo>
                  <a:lnTo>
                    <a:pt x="144" y="1323"/>
                  </a:lnTo>
                  <a:lnTo>
                    <a:pt x="144" y="1323"/>
                  </a:lnTo>
                  <a:lnTo>
                    <a:pt x="129" y="1322"/>
                  </a:lnTo>
                  <a:lnTo>
                    <a:pt x="115" y="1320"/>
                  </a:lnTo>
                  <a:lnTo>
                    <a:pt x="101" y="1316"/>
                  </a:lnTo>
                  <a:lnTo>
                    <a:pt x="87" y="1311"/>
                  </a:lnTo>
                  <a:lnTo>
                    <a:pt x="75" y="1305"/>
                  </a:lnTo>
                  <a:lnTo>
                    <a:pt x="63" y="1299"/>
                  </a:lnTo>
                  <a:lnTo>
                    <a:pt x="52" y="1289"/>
                  </a:lnTo>
                  <a:lnTo>
                    <a:pt x="41" y="1280"/>
                  </a:lnTo>
                  <a:lnTo>
                    <a:pt x="32" y="1270"/>
                  </a:lnTo>
                  <a:lnTo>
                    <a:pt x="24" y="1260"/>
                  </a:lnTo>
                  <a:lnTo>
                    <a:pt x="17" y="1247"/>
                  </a:lnTo>
                  <a:lnTo>
                    <a:pt x="11" y="1234"/>
                  </a:lnTo>
                  <a:lnTo>
                    <a:pt x="6" y="1222"/>
                  </a:lnTo>
                  <a:lnTo>
                    <a:pt x="2" y="1208"/>
                  </a:lnTo>
                  <a:lnTo>
                    <a:pt x="0" y="1194"/>
                  </a:lnTo>
                  <a:lnTo>
                    <a:pt x="0" y="1179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6" y="101"/>
                  </a:lnTo>
                  <a:lnTo>
                    <a:pt x="11" y="87"/>
                  </a:lnTo>
                  <a:lnTo>
                    <a:pt x="17" y="75"/>
                  </a:lnTo>
                  <a:lnTo>
                    <a:pt x="24" y="63"/>
                  </a:lnTo>
                  <a:lnTo>
                    <a:pt x="32" y="52"/>
                  </a:lnTo>
                  <a:lnTo>
                    <a:pt x="41" y="41"/>
                  </a:lnTo>
                  <a:lnTo>
                    <a:pt x="52" y="32"/>
                  </a:lnTo>
                  <a:lnTo>
                    <a:pt x="63" y="24"/>
                  </a:lnTo>
                  <a:lnTo>
                    <a:pt x="75" y="17"/>
                  </a:lnTo>
                  <a:lnTo>
                    <a:pt x="87" y="10"/>
                  </a:lnTo>
                  <a:lnTo>
                    <a:pt x="101" y="6"/>
                  </a:lnTo>
                  <a:lnTo>
                    <a:pt x="115" y="2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893" y="0"/>
                  </a:lnTo>
                  <a:lnTo>
                    <a:pt x="893" y="0"/>
                  </a:lnTo>
                  <a:lnTo>
                    <a:pt x="908" y="0"/>
                  </a:lnTo>
                  <a:lnTo>
                    <a:pt x="923" y="2"/>
                  </a:lnTo>
                  <a:lnTo>
                    <a:pt x="936" y="6"/>
                  </a:lnTo>
                  <a:lnTo>
                    <a:pt x="949" y="10"/>
                  </a:lnTo>
                  <a:lnTo>
                    <a:pt x="962" y="17"/>
                  </a:lnTo>
                  <a:lnTo>
                    <a:pt x="973" y="24"/>
                  </a:lnTo>
                  <a:lnTo>
                    <a:pt x="985" y="32"/>
                  </a:lnTo>
                  <a:lnTo>
                    <a:pt x="995" y="41"/>
                  </a:lnTo>
                  <a:lnTo>
                    <a:pt x="1004" y="52"/>
                  </a:lnTo>
                  <a:lnTo>
                    <a:pt x="1012" y="63"/>
                  </a:lnTo>
                  <a:lnTo>
                    <a:pt x="1020" y="75"/>
                  </a:lnTo>
                  <a:lnTo>
                    <a:pt x="1026" y="87"/>
                  </a:lnTo>
                  <a:lnTo>
                    <a:pt x="1031" y="101"/>
                  </a:lnTo>
                  <a:lnTo>
                    <a:pt x="1034" y="115"/>
                  </a:lnTo>
                  <a:lnTo>
                    <a:pt x="1037" y="129"/>
                  </a:lnTo>
                  <a:lnTo>
                    <a:pt x="1038" y="144"/>
                  </a:lnTo>
                  <a:lnTo>
                    <a:pt x="1038" y="117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8" name="Freeform 351"/>
            <p:cNvSpPr>
              <a:spLocks/>
            </p:cNvSpPr>
            <p:nvPr/>
          </p:nvSpPr>
          <p:spPr bwMode="auto">
            <a:xfrm>
              <a:off x="2787650" y="4776788"/>
              <a:ext cx="212725" cy="61913"/>
            </a:xfrm>
            <a:custGeom>
              <a:avLst/>
              <a:gdLst>
                <a:gd name="T0" fmla="*/ 806 w 806"/>
                <a:gd name="T1" fmla="*/ 178 h 230"/>
                <a:gd name="T2" fmla="*/ 806 w 806"/>
                <a:gd name="T3" fmla="*/ 178 h 230"/>
                <a:gd name="T4" fmla="*/ 806 w 806"/>
                <a:gd name="T5" fmla="*/ 188 h 230"/>
                <a:gd name="T6" fmla="*/ 803 w 806"/>
                <a:gd name="T7" fmla="*/ 199 h 230"/>
                <a:gd name="T8" fmla="*/ 798 w 806"/>
                <a:gd name="T9" fmla="*/ 207 h 230"/>
                <a:gd name="T10" fmla="*/ 792 w 806"/>
                <a:gd name="T11" fmla="*/ 215 h 230"/>
                <a:gd name="T12" fmla="*/ 785 w 806"/>
                <a:gd name="T13" fmla="*/ 222 h 230"/>
                <a:gd name="T14" fmla="*/ 775 w 806"/>
                <a:gd name="T15" fmla="*/ 226 h 230"/>
                <a:gd name="T16" fmla="*/ 766 w 806"/>
                <a:gd name="T17" fmla="*/ 228 h 230"/>
                <a:gd name="T18" fmla="*/ 756 w 806"/>
                <a:gd name="T19" fmla="*/ 230 h 230"/>
                <a:gd name="T20" fmla="*/ 52 w 806"/>
                <a:gd name="T21" fmla="*/ 230 h 230"/>
                <a:gd name="T22" fmla="*/ 52 w 806"/>
                <a:gd name="T23" fmla="*/ 230 h 230"/>
                <a:gd name="T24" fmla="*/ 41 w 806"/>
                <a:gd name="T25" fmla="*/ 228 h 230"/>
                <a:gd name="T26" fmla="*/ 31 w 806"/>
                <a:gd name="T27" fmla="*/ 226 h 230"/>
                <a:gd name="T28" fmla="*/ 23 w 806"/>
                <a:gd name="T29" fmla="*/ 222 h 230"/>
                <a:gd name="T30" fmla="*/ 15 w 806"/>
                <a:gd name="T31" fmla="*/ 215 h 230"/>
                <a:gd name="T32" fmla="*/ 9 w 806"/>
                <a:gd name="T33" fmla="*/ 207 h 230"/>
                <a:gd name="T34" fmla="*/ 3 w 806"/>
                <a:gd name="T35" fmla="*/ 199 h 230"/>
                <a:gd name="T36" fmla="*/ 1 w 806"/>
                <a:gd name="T37" fmla="*/ 188 h 230"/>
                <a:gd name="T38" fmla="*/ 0 w 806"/>
                <a:gd name="T39" fmla="*/ 178 h 230"/>
                <a:gd name="T40" fmla="*/ 0 w 806"/>
                <a:gd name="T41" fmla="*/ 52 h 230"/>
                <a:gd name="T42" fmla="*/ 0 w 806"/>
                <a:gd name="T43" fmla="*/ 52 h 230"/>
                <a:gd name="T44" fmla="*/ 1 w 806"/>
                <a:gd name="T45" fmla="*/ 41 h 230"/>
                <a:gd name="T46" fmla="*/ 3 w 806"/>
                <a:gd name="T47" fmla="*/ 31 h 230"/>
                <a:gd name="T48" fmla="*/ 9 w 806"/>
                <a:gd name="T49" fmla="*/ 23 h 230"/>
                <a:gd name="T50" fmla="*/ 15 w 806"/>
                <a:gd name="T51" fmla="*/ 15 h 230"/>
                <a:gd name="T52" fmla="*/ 23 w 806"/>
                <a:gd name="T53" fmla="*/ 8 h 230"/>
                <a:gd name="T54" fmla="*/ 31 w 806"/>
                <a:gd name="T55" fmla="*/ 3 h 230"/>
                <a:gd name="T56" fmla="*/ 41 w 806"/>
                <a:gd name="T57" fmla="*/ 1 h 230"/>
                <a:gd name="T58" fmla="*/ 52 w 806"/>
                <a:gd name="T59" fmla="*/ 0 h 230"/>
                <a:gd name="T60" fmla="*/ 756 w 806"/>
                <a:gd name="T61" fmla="*/ 0 h 230"/>
                <a:gd name="T62" fmla="*/ 756 w 806"/>
                <a:gd name="T63" fmla="*/ 0 h 230"/>
                <a:gd name="T64" fmla="*/ 766 w 806"/>
                <a:gd name="T65" fmla="*/ 1 h 230"/>
                <a:gd name="T66" fmla="*/ 775 w 806"/>
                <a:gd name="T67" fmla="*/ 3 h 230"/>
                <a:gd name="T68" fmla="*/ 785 w 806"/>
                <a:gd name="T69" fmla="*/ 8 h 230"/>
                <a:gd name="T70" fmla="*/ 792 w 806"/>
                <a:gd name="T71" fmla="*/ 15 h 230"/>
                <a:gd name="T72" fmla="*/ 798 w 806"/>
                <a:gd name="T73" fmla="*/ 23 h 230"/>
                <a:gd name="T74" fmla="*/ 803 w 806"/>
                <a:gd name="T75" fmla="*/ 31 h 230"/>
                <a:gd name="T76" fmla="*/ 806 w 806"/>
                <a:gd name="T77" fmla="*/ 41 h 230"/>
                <a:gd name="T78" fmla="*/ 806 w 806"/>
                <a:gd name="T79" fmla="*/ 52 h 230"/>
                <a:gd name="T80" fmla="*/ 806 w 806"/>
                <a:gd name="T81" fmla="*/ 178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6" h="230">
                  <a:moveTo>
                    <a:pt x="806" y="178"/>
                  </a:moveTo>
                  <a:lnTo>
                    <a:pt x="806" y="178"/>
                  </a:lnTo>
                  <a:lnTo>
                    <a:pt x="806" y="188"/>
                  </a:lnTo>
                  <a:lnTo>
                    <a:pt x="803" y="199"/>
                  </a:lnTo>
                  <a:lnTo>
                    <a:pt x="798" y="207"/>
                  </a:lnTo>
                  <a:lnTo>
                    <a:pt x="792" y="215"/>
                  </a:lnTo>
                  <a:lnTo>
                    <a:pt x="785" y="222"/>
                  </a:lnTo>
                  <a:lnTo>
                    <a:pt x="775" y="226"/>
                  </a:lnTo>
                  <a:lnTo>
                    <a:pt x="766" y="228"/>
                  </a:lnTo>
                  <a:lnTo>
                    <a:pt x="756" y="230"/>
                  </a:lnTo>
                  <a:lnTo>
                    <a:pt x="52" y="230"/>
                  </a:lnTo>
                  <a:lnTo>
                    <a:pt x="52" y="230"/>
                  </a:lnTo>
                  <a:lnTo>
                    <a:pt x="41" y="228"/>
                  </a:lnTo>
                  <a:lnTo>
                    <a:pt x="31" y="226"/>
                  </a:lnTo>
                  <a:lnTo>
                    <a:pt x="23" y="222"/>
                  </a:lnTo>
                  <a:lnTo>
                    <a:pt x="15" y="215"/>
                  </a:lnTo>
                  <a:lnTo>
                    <a:pt x="9" y="207"/>
                  </a:lnTo>
                  <a:lnTo>
                    <a:pt x="3" y="199"/>
                  </a:lnTo>
                  <a:lnTo>
                    <a:pt x="1" y="188"/>
                  </a:lnTo>
                  <a:lnTo>
                    <a:pt x="0" y="178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3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3" y="8"/>
                  </a:lnTo>
                  <a:lnTo>
                    <a:pt x="31" y="3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66" y="1"/>
                  </a:lnTo>
                  <a:lnTo>
                    <a:pt x="775" y="3"/>
                  </a:lnTo>
                  <a:lnTo>
                    <a:pt x="785" y="8"/>
                  </a:lnTo>
                  <a:lnTo>
                    <a:pt x="792" y="15"/>
                  </a:lnTo>
                  <a:lnTo>
                    <a:pt x="798" y="23"/>
                  </a:lnTo>
                  <a:lnTo>
                    <a:pt x="803" y="31"/>
                  </a:lnTo>
                  <a:lnTo>
                    <a:pt x="806" y="41"/>
                  </a:lnTo>
                  <a:lnTo>
                    <a:pt x="806" y="52"/>
                  </a:lnTo>
                  <a:lnTo>
                    <a:pt x="806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9" name="Line 352"/>
            <p:cNvSpPr>
              <a:spLocks noChangeShapeType="1"/>
            </p:cNvSpPr>
            <p:nvPr/>
          </p:nvSpPr>
          <p:spPr bwMode="auto">
            <a:xfrm>
              <a:off x="2757488" y="4975225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0" name="Line 353"/>
            <p:cNvSpPr>
              <a:spLocks noChangeShapeType="1"/>
            </p:cNvSpPr>
            <p:nvPr/>
          </p:nvSpPr>
          <p:spPr bwMode="auto">
            <a:xfrm>
              <a:off x="2757488" y="4868863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1" name="Line 354"/>
            <p:cNvSpPr>
              <a:spLocks noChangeShapeType="1"/>
            </p:cNvSpPr>
            <p:nvPr/>
          </p:nvSpPr>
          <p:spPr bwMode="auto">
            <a:xfrm>
              <a:off x="2894013" y="4868863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2" name="Line 355"/>
            <p:cNvSpPr>
              <a:spLocks noChangeShapeType="1"/>
            </p:cNvSpPr>
            <p:nvPr/>
          </p:nvSpPr>
          <p:spPr bwMode="auto">
            <a:xfrm>
              <a:off x="2795588" y="492283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3" name="Line 356"/>
            <p:cNvSpPr>
              <a:spLocks noChangeShapeType="1"/>
            </p:cNvSpPr>
            <p:nvPr/>
          </p:nvSpPr>
          <p:spPr bwMode="auto">
            <a:xfrm>
              <a:off x="2932113" y="492918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4" name="Line 357"/>
            <p:cNvSpPr>
              <a:spLocks noChangeShapeType="1"/>
            </p:cNvSpPr>
            <p:nvPr/>
          </p:nvSpPr>
          <p:spPr bwMode="auto">
            <a:xfrm>
              <a:off x="2801938" y="5010150"/>
              <a:ext cx="47625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5" name="Line 358"/>
            <p:cNvSpPr>
              <a:spLocks noChangeShapeType="1"/>
            </p:cNvSpPr>
            <p:nvPr/>
          </p:nvSpPr>
          <p:spPr bwMode="auto">
            <a:xfrm flipV="1">
              <a:off x="2801938" y="5011738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6" name="Line 359"/>
            <p:cNvSpPr>
              <a:spLocks noChangeShapeType="1"/>
            </p:cNvSpPr>
            <p:nvPr/>
          </p:nvSpPr>
          <p:spPr bwMode="auto">
            <a:xfrm>
              <a:off x="2932113" y="5051425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7" name="Line 360"/>
            <p:cNvSpPr>
              <a:spLocks noChangeShapeType="1"/>
            </p:cNvSpPr>
            <p:nvPr/>
          </p:nvSpPr>
          <p:spPr bwMode="auto">
            <a:xfrm>
              <a:off x="2932113" y="5021263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8" name="Line 361"/>
            <p:cNvSpPr>
              <a:spLocks noChangeShapeType="1"/>
            </p:cNvSpPr>
            <p:nvPr/>
          </p:nvSpPr>
          <p:spPr bwMode="auto">
            <a:xfrm>
              <a:off x="2825750" y="4891088"/>
              <a:ext cx="0" cy="61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9" name="Gruppieren 758"/>
          <p:cNvGrpSpPr/>
          <p:nvPr/>
        </p:nvGrpSpPr>
        <p:grpSpPr>
          <a:xfrm>
            <a:off x="8041457" y="1654922"/>
            <a:ext cx="273833" cy="273339"/>
            <a:chOff x="1021185" y="1256060"/>
            <a:chExt cx="293870" cy="293340"/>
          </a:xfrm>
        </p:grpSpPr>
        <p:sp>
          <p:nvSpPr>
            <p:cNvPr id="760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1" name="Ellipse 760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762" name="Group 33"/>
          <p:cNvGrpSpPr>
            <a:grpSpLocks noChangeAspect="1"/>
          </p:cNvGrpSpPr>
          <p:nvPr/>
        </p:nvGrpSpPr>
        <p:grpSpPr bwMode="auto">
          <a:xfrm>
            <a:off x="10384295" y="3376923"/>
            <a:ext cx="320057" cy="320057"/>
            <a:chOff x="506" y="1858"/>
            <a:chExt cx="265" cy="265"/>
          </a:xfrm>
        </p:grpSpPr>
        <p:sp>
          <p:nvSpPr>
            <p:cNvPr id="763" name="Line 34"/>
            <p:cNvSpPr>
              <a:spLocks noChangeShapeType="1"/>
            </p:cNvSpPr>
            <p:nvPr/>
          </p:nvSpPr>
          <p:spPr bwMode="auto">
            <a:xfrm>
              <a:off x="639" y="1905"/>
              <a:ext cx="0" cy="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4" name="Rectangle 35"/>
            <p:cNvSpPr>
              <a:spLocks noChangeArrowheads="1"/>
            </p:cNvSpPr>
            <p:nvPr/>
          </p:nvSpPr>
          <p:spPr bwMode="auto">
            <a:xfrm>
              <a:off x="553" y="1858"/>
              <a:ext cx="171" cy="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5" name="Rectangle 36"/>
            <p:cNvSpPr>
              <a:spLocks noChangeArrowheads="1"/>
            </p:cNvSpPr>
            <p:nvPr/>
          </p:nvSpPr>
          <p:spPr bwMode="auto">
            <a:xfrm>
              <a:off x="506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6" name="Rectangle 37"/>
            <p:cNvSpPr>
              <a:spLocks noChangeArrowheads="1"/>
            </p:cNvSpPr>
            <p:nvPr/>
          </p:nvSpPr>
          <p:spPr bwMode="auto">
            <a:xfrm>
              <a:off x="610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7" name="Rectangle 38"/>
            <p:cNvSpPr>
              <a:spLocks noChangeArrowheads="1"/>
            </p:cNvSpPr>
            <p:nvPr/>
          </p:nvSpPr>
          <p:spPr bwMode="auto">
            <a:xfrm>
              <a:off x="714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8" name="Freeform 39"/>
            <p:cNvSpPr>
              <a:spLocks/>
            </p:cNvSpPr>
            <p:nvPr/>
          </p:nvSpPr>
          <p:spPr bwMode="auto">
            <a:xfrm>
              <a:off x="535" y="1991"/>
              <a:ext cx="207" cy="75"/>
            </a:xfrm>
            <a:custGeom>
              <a:avLst/>
              <a:gdLst>
                <a:gd name="T0" fmla="*/ 832 w 832"/>
                <a:gd name="T1" fmla="*/ 302 h 302"/>
                <a:gd name="T2" fmla="*/ 832 w 832"/>
                <a:gd name="T3" fmla="*/ 0 h 302"/>
                <a:gd name="T4" fmla="*/ 0 w 832"/>
                <a:gd name="T5" fmla="*/ 0 h 302"/>
                <a:gd name="T6" fmla="*/ 0 w 832"/>
                <a:gd name="T7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" h="302">
                  <a:moveTo>
                    <a:pt x="832" y="302"/>
                  </a:moveTo>
                  <a:lnTo>
                    <a:pt x="832" y="0"/>
                  </a:lnTo>
                  <a:lnTo>
                    <a:pt x="0" y="0"/>
                  </a:lnTo>
                  <a:lnTo>
                    <a:pt x="0" y="3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69" name="Group 75"/>
          <p:cNvGrpSpPr>
            <a:grpSpLocks noChangeAspect="1"/>
          </p:cNvGrpSpPr>
          <p:nvPr/>
        </p:nvGrpSpPr>
        <p:grpSpPr bwMode="auto">
          <a:xfrm>
            <a:off x="10869617" y="3377527"/>
            <a:ext cx="318849" cy="318849"/>
            <a:chOff x="2878" y="1847"/>
            <a:chExt cx="264" cy="264"/>
          </a:xfrm>
        </p:grpSpPr>
        <p:sp>
          <p:nvSpPr>
            <p:cNvPr id="770" name="Freeform 76"/>
            <p:cNvSpPr>
              <a:spLocks/>
            </p:cNvSpPr>
            <p:nvPr/>
          </p:nvSpPr>
          <p:spPr bwMode="auto">
            <a:xfrm>
              <a:off x="2878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1" name="Freeform 77"/>
            <p:cNvSpPr>
              <a:spLocks/>
            </p:cNvSpPr>
            <p:nvPr/>
          </p:nvSpPr>
          <p:spPr bwMode="auto">
            <a:xfrm>
              <a:off x="3015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3 w 146"/>
                <a:gd name="T5" fmla="*/ 88 h 146"/>
                <a:gd name="T6" fmla="*/ 139 w 146"/>
                <a:gd name="T7" fmla="*/ 101 h 146"/>
                <a:gd name="T8" fmla="*/ 132 w 146"/>
                <a:gd name="T9" fmla="*/ 113 h 146"/>
                <a:gd name="T10" fmla="*/ 124 w 146"/>
                <a:gd name="T11" fmla="*/ 125 h 146"/>
                <a:gd name="T12" fmla="*/ 112 w 146"/>
                <a:gd name="T13" fmla="*/ 133 h 146"/>
                <a:gd name="T14" fmla="*/ 100 w 146"/>
                <a:gd name="T15" fmla="*/ 139 h 146"/>
                <a:gd name="T16" fmla="*/ 87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3 w 146"/>
                <a:gd name="T25" fmla="*/ 139 h 146"/>
                <a:gd name="T26" fmla="*/ 31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1 w 146"/>
                <a:gd name="T49" fmla="*/ 12 h 146"/>
                <a:gd name="T50" fmla="*/ 43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7 w 146"/>
                <a:gd name="T59" fmla="*/ 2 h 146"/>
                <a:gd name="T60" fmla="*/ 100 w 146"/>
                <a:gd name="T61" fmla="*/ 6 h 146"/>
                <a:gd name="T62" fmla="*/ 112 w 146"/>
                <a:gd name="T63" fmla="*/ 12 h 146"/>
                <a:gd name="T64" fmla="*/ 124 w 146"/>
                <a:gd name="T65" fmla="*/ 21 h 146"/>
                <a:gd name="T66" fmla="*/ 132 w 146"/>
                <a:gd name="T67" fmla="*/ 32 h 146"/>
                <a:gd name="T68" fmla="*/ 139 w 146"/>
                <a:gd name="T69" fmla="*/ 44 h 146"/>
                <a:gd name="T70" fmla="*/ 143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3" y="88"/>
                  </a:lnTo>
                  <a:lnTo>
                    <a:pt x="139" y="101"/>
                  </a:lnTo>
                  <a:lnTo>
                    <a:pt x="132" y="113"/>
                  </a:lnTo>
                  <a:lnTo>
                    <a:pt x="124" y="125"/>
                  </a:lnTo>
                  <a:lnTo>
                    <a:pt x="112" y="133"/>
                  </a:lnTo>
                  <a:lnTo>
                    <a:pt x="100" y="139"/>
                  </a:lnTo>
                  <a:lnTo>
                    <a:pt x="87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3" y="139"/>
                  </a:lnTo>
                  <a:lnTo>
                    <a:pt x="31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1" y="12"/>
                  </a:lnTo>
                  <a:lnTo>
                    <a:pt x="43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7" y="2"/>
                  </a:lnTo>
                  <a:lnTo>
                    <a:pt x="100" y="6"/>
                  </a:lnTo>
                  <a:lnTo>
                    <a:pt x="112" y="12"/>
                  </a:lnTo>
                  <a:lnTo>
                    <a:pt x="124" y="21"/>
                  </a:lnTo>
                  <a:lnTo>
                    <a:pt x="132" y="32"/>
                  </a:lnTo>
                  <a:lnTo>
                    <a:pt x="139" y="44"/>
                  </a:lnTo>
                  <a:lnTo>
                    <a:pt x="143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2" name="Freeform 78"/>
            <p:cNvSpPr>
              <a:spLocks/>
            </p:cNvSpPr>
            <p:nvPr/>
          </p:nvSpPr>
          <p:spPr bwMode="auto">
            <a:xfrm>
              <a:off x="3106" y="19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41 w 146"/>
                <a:gd name="T7" fmla="*/ 101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3 h 146"/>
                <a:gd name="T14" fmla="*/ 102 w 146"/>
                <a:gd name="T15" fmla="*/ 140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5 w 146"/>
                <a:gd name="T25" fmla="*/ 140 h 146"/>
                <a:gd name="T26" fmla="*/ 33 w 146"/>
                <a:gd name="T27" fmla="*/ 133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7 w 146"/>
                <a:gd name="T43" fmla="*/ 44 h 146"/>
                <a:gd name="T44" fmla="*/ 13 w 146"/>
                <a:gd name="T45" fmla="*/ 32 h 146"/>
                <a:gd name="T46" fmla="*/ 21 w 146"/>
                <a:gd name="T47" fmla="*/ 22 h 146"/>
                <a:gd name="T48" fmla="*/ 33 w 146"/>
                <a:gd name="T49" fmla="*/ 12 h 146"/>
                <a:gd name="T50" fmla="*/ 45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2 w 146"/>
                <a:gd name="T61" fmla="*/ 6 h 146"/>
                <a:gd name="T62" fmla="*/ 114 w 146"/>
                <a:gd name="T63" fmla="*/ 12 h 146"/>
                <a:gd name="T64" fmla="*/ 125 w 146"/>
                <a:gd name="T65" fmla="*/ 22 h 146"/>
                <a:gd name="T66" fmla="*/ 134 w 146"/>
                <a:gd name="T67" fmla="*/ 32 h 146"/>
                <a:gd name="T68" fmla="*/ 141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41" y="101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3"/>
                  </a:lnTo>
                  <a:lnTo>
                    <a:pt x="102" y="140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5" y="140"/>
                  </a:lnTo>
                  <a:lnTo>
                    <a:pt x="33" y="133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7" y="44"/>
                  </a:lnTo>
                  <a:lnTo>
                    <a:pt x="13" y="32"/>
                  </a:lnTo>
                  <a:lnTo>
                    <a:pt x="21" y="22"/>
                  </a:lnTo>
                  <a:lnTo>
                    <a:pt x="33" y="12"/>
                  </a:lnTo>
                  <a:lnTo>
                    <a:pt x="45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2" y="6"/>
                  </a:lnTo>
                  <a:lnTo>
                    <a:pt x="114" y="12"/>
                  </a:lnTo>
                  <a:lnTo>
                    <a:pt x="125" y="22"/>
                  </a:lnTo>
                  <a:lnTo>
                    <a:pt x="134" y="32"/>
                  </a:lnTo>
                  <a:lnTo>
                    <a:pt x="141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3" name="Freeform 79"/>
            <p:cNvSpPr>
              <a:spLocks/>
            </p:cNvSpPr>
            <p:nvPr/>
          </p:nvSpPr>
          <p:spPr bwMode="auto">
            <a:xfrm>
              <a:off x="3106" y="1847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7 h 146"/>
                <a:gd name="T6" fmla="*/ 141 w 146"/>
                <a:gd name="T7" fmla="*/ 102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4 h 146"/>
                <a:gd name="T14" fmla="*/ 102 w 146"/>
                <a:gd name="T15" fmla="*/ 140 h 146"/>
                <a:gd name="T16" fmla="*/ 88 w 146"/>
                <a:gd name="T17" fmla="*/ 144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4 h 146"/>
                <a:gd name="T24" fmla="*/ 45 w 146"/>
                <a:gd name="T25" fmla="*/ 140 h 146"/>
                <a:gd name="T26" fmla="*/ 33 w 146"/>
                <a:gd name="T27" fmla="*/ 134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2 h 146"/>
                <a:gd name="T34" fmla="*/ 1 w 146"/>
                <a:gd name="T35" fmla="*/ 87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8 h 146"/>
                <a:gd name="T42" fmla="*/ 7 w 146"/>
                <a:gd name="T43" fmla="*/ 45 h 146"/>
                <a:gd name="T44" fmla="*/ 13 w 146"/>
                <a:gd name="T45" fmla="*/ 32 h 146"/>
                <a:gd name="T46" fmla="*/ 21 w 146"/>
                <a:gd name="T47" fmla="*/ 21 h 146"/>
                <a:gd name="T48" fmla="*/ 33 w 146"/>
                <a:gd name="T49" fmla="*/ 13 h 146"/>
                <a:gd name="T50" fmla="*/ 45 w 146"/>
                <a:gd name="T51" fmla="*/ 7 h 146"/>
                <a:gd name="T52" fmla="*/ 58 w 146"/>
                <a:gd name="T53" fmla="*/ 1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1 h 146"/>
                <a:gd name="T60" fmla="*/ 102 w 146"/>
                <a:gd name="T61" fmla="*/ 7 h 146"/>
                <a:gd name="T62" fmla="*/ 114 w 146"/>
                <a:gd name="T63" fmla="*/ 13 h 146"/>
                <a:gd name="T64" fmla="*/ 125 w 146"/>
                <a:gd name="T65" fmla="*/ 21 h 146"/>
                <a:gd name="T66" fmla="*/ 134 w 146"/>
                <a:gd name="T67" fmla="*/ 32 h 146"/>
                <a:gd name="T68" fmla="*/ 141 w 146"/>
                <a:gd name="T69" fmla="*/ 45 h 146"/>
                <a:gd name="T70" fmla="*/ 145 w 146"/>
                <a:gd name="T71" fmla="*/ 58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7"/>
                  </a:lnTo>
                  <a:lnTo>
                    <a:pt x="141" y="102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4"/>
                  </a:lnTo>
                  <a:lnTo>
                    <a:pt x="102" y="140"/>
                  </a:lnTo>
                  <a:lnTo>
                    <a:pt x="88" y="144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4"/>
                  </a:lnTo>
                  <a:lnTo>
                    <a:pt x="45" y="140"/>
                  </a:lnTo>
                  <a:lnTo>
                    <a:pt x="33" y="134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2"/>
                  </a:lnTo>
                  <a:lnTo>
                    <a:pt x="1" y="87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8"/>
                  </a:lnTo>
                  <a:lnTo>
                    <a:pt x="7" y="45"/>
                  </a:lnTo>
                  <a:lnTo>
                    <a:pt x="13" y="32"/>
                  </a:lnTo>
                  <a:lnTo>
                    <a:pt x="21" y="21"/>
                  </a:lnTo>
                  <a:lnTo>
                    <a:pt x="33" y="13"/>
                  </a:lnTo>
                  <a:lnTo>
                    <a:pt x="45" y="7"/>
                  </a:lnTo>
                  <a:lnTo>
                    <a:pt x="58" y="1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1"/>
                  </a:lnTo>
                  <a:lnTo>
                    <a:pt x="102" y="7"/>
                  </a:lnTo>
                  <a:lnTo>
                    <a:pt x="114" y="13"/>
                  </a:lnTo>
                  <a:lnTo>
                    <a:pt x="125" y="21"/>
                  </a:lnTo>
                  <a:lnTo>
                    <a:pt x="134" y="32"/>
                  </a:lnTo>
                  <a:lnTo>
                    <a:pt x="141" y="45"/>
                  </a:lnTo>
                  <a:lnTo>
                    <a:pt x="145" y="58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4" name="Freeform 80"/>
            <p:cNvSpPr>
              <a:spLocks/>
            </p:cNvSpPr>
            <p:nvPr/>
          </p:nvSpPr>
          <p:spPr bwMode="auto">
            <a:xfrm>
              <a:off x="2878" y="18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5" name="Freeform 81"/>
            <p:cNvSpPr>
              <a:spLocks/>
            </p:cNvSpPr>
            <p:nvPr/>
          </p:nvSpPr>
          <p:spPr bwMode="auto">
            <a:xfrm>
              <a:off x="2983" y="1915"/>
              <a:ext cx="91" cy="91"/>
            </a:xfrm>
            <a:custGeom>
              <a:avLst/>
              <a:gdLst>
                <a:gd name="T0" fmla="*/ 364 w 364"/>
                <a:gd name="T1" fmla="*/ 183 h 364"/>
                <a:gd name="T2" fmla="*/ 360 w 364"/>
                <a:gd name="T3" fmla="*/ 219 h 364"/>
                <a:gd name="T4" fmla="*/ 349 w 364"/>
                <a:gd name="T5" fmla="*/ 253 h 364"/>
                <a:gd name="T6" fmla="*/ 333 w 364"/>
                <a:gd name="T7" fmla="*/ 283 h 364"/>
                <a:gd name="T8" fmla="*/ 311 w 364"/>
                <a:gd name="T9" fmla="*/ 311 h 364"/>
                <a:gd name="T10" fmla="*/ 284 w 364"/>
                <a:gd name="T11" fmla="*/ 333 h 364"/>
                <a:gd name="T12" fmla="*/ 252 w 364"/>
                <a:gd name="T13" fmla="*/ 350 h 364"/>
                <a:gd name="T14" fmla="*/ 219 w 364"/>
                <a:gd name="T15" fmla="*/ 360 h 364"/>
                <a:gd name="T16" fmla="*/ 182 w 364"/>
                <a:gd name="T17" fmla="*/ 364 h 364"/>
                <a:gd name="T18" fmla="*/ 163 w 364"/>
                <a:gd name="T19" fmla="*/ 363 h 364"/>
                <a:gd name="T20" fmla="*/ 128 w 364"/>
                <a:gd name="T21" fmla="*/ 356 h 364"/>
                <a:gd name="T22" fmla="*/ 96 w 364"/>
                <a:gd name="T23" fmla="*/ 342 h 364"/>
                <a:gd name="T24" fmla="*/ 67 w 364"/>
                <a:gd name="T25" fmla="*/ 322 h 364"/>
                <a:gd name="T26" fmla="*/ 41 w 364"/>
                <a:gd name="T27" fmla="*/ 298 h 364"/>
                <a:gd name="T28" fmla="*/ 21 w 364"/>
                <a:gd name="T29" fmla="*/ 269 h 364"/>
                <a:gd name="T30" fmla="*/ 8 w 364"/>
                <a:gd name="T31" fmla="*/ 236 h 364"/>
                <a:gd name="T32" fmla="*/ 0 w 364"/>
                <a:gd name="T33" fmla="*/ 201 h 364"/>
                <a:gd name="T34" fmla="*/ 0 w 364"/>
                <a:gd name="T35" fmla="*/ 183 h 364"/>
                <a:gd name="T36" fmla="*/ 3 w 364"/>
                <a:gd name="T37" fmla="*/ 146 h 364"/>
                <a:gd name="T38" fmla="*/ 13 w 364"/>
                <a:gd name="T39" fmla="*/ 111 h 364"/>
                <a:gd name="T40" fmla="*/ 31 w 364"/>
                <a:gd name="T41" fmla="*/ 81 h 364"/>
                <a:gd name="T42" fmla="*/ 53 w 364"/>
                <a:gd name="T43" fmla="*/ 53 h 364"/>
                <a:gd name="T44" fmla="*/ 80 w 364"/>
                <a:gd name="T45" fmla="*/ 32 h 364"/>
                <a:gd name="T46" fmla="*/ 112 w 364"/>
                <a:gd name="T47" fmla="*/ 14 h 364"/>
                <a:gd name="T48" fmla="*/ 145 w 364"/>
                <a:gd name="T49" fmla="*/ 4 h 364"/>
                <a:gd name="T50" fmla="*/ 182 w 364"/>
                <a:gd name="T51" fmla="*/ 0 h 364"/>
                <a:gd name="T52" fmla="*/ 201 w 364"/>
                <a:gd name="T53" fmla="*/ 1 h 364"/>
                <a:gd name="T54" fmla="*/ 236 w 364"/>
                <a:gd name="T55" fmla="*/ 8 h 364"/>
                <a:gd name="T56" fmla="*/ 268 w 364"/>
                <a:gd name="T57" fmla="*/ 22 h 364"/>
                <a:gd name="T58" fmla="*/ 297 w 364"/>
                <a:gd name="T59" fmla="*/ 42 h 364"/>
                <a:gd name="T60" fmla="*/ 323 w 364"/>
                <a:gd name="T61" fmla="*/ 66 h 364"/>
                <a:gd name="T62" fmla="*/ 343 w 364"/>
                <a:gd name="T63" fmla="*/ 95 h 364"/>
                <a:gd name="T64" fmla="*/ 356 w 364"/>
                <a:gd name="T65" fmla="*/ 128 h 364"/>
                <a:gd name="T66" fmla="*/ 364 w 364"/>
                <a:gd name="T67" fmla="*/ 163 h 364"/>
                <a:gd name="T68" fmla="*/ 364 w 364"/>
                <a:gd name="T69" fmla="*/ 18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4" h="364">
                  <a:moveTo>
                    <a:pt x="364" y="183"/>
                  </a:moveTo>
                  <a:lnTo>
                    <a:pt x="364" y="183"/>
                  </a:lnTo>
                  <a:lnTo>
                    <a:pt x="364" y="201"/>
                  </a:lnTo>
                  <a:lnTo>
                    <a:pt x="360" y="219"/>
                  </a:lnTo>
                  <a:lnTo>
                    <a:pt x="356" y="236"/>
                  </a:lnTo>
                  <a:lnTo>
                    <a:pt x="349" y="253"/>
                  </a:lnTo>
                  <a:lnTo>
                    <a:pt x="343" y="269"/>
                  </a:lnTo>
                  <a:lnTo>
                    <a:pt x="333" y="283"/>
                  </a:lnTo>
                  <a:lnTo>
                    <a:pt x="323" y="298"/>
                  </a:lnTo>
                  <a:lnTo>
                    <a:pt x="311" y="311"/>
                  </a:lnTo>
                  <a:lnTo>
                    <a:pt x="297" y="322"/>
                  </a:lnTo>
                  <a:lnTo>
                    <a:pt x="284" y="333"/>
                  </a:lnTo>
                  <a:lnTo>
                    <a:pt x="268" y="342"/>
                  </a:lnTo>
                  <a:lnTo>
                    <a:pt x="252" y="350"/>
                  </a:lnTo>
                  <a:lnTo>
                    <a:pt x="236" y="356"/>
                  </a:lnTo>
                  <a:lnTo>
                    <a:pt x="219" y="360"/>
                  </a:lnTo>
                  <a:lnTo>
                    <a:pt x="201" y="363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63" y="363"/>
                  </a:lnTo>
                  <a:lnTo>
                    <a:pt x="145" y="360"/>
                  </a:lnTo>
                  <a:lnTo>
                    <a:pt x="128" y="356"/>
                  </a:lnTo>
                  <a:lnTo>
                    <a:pt x="112" y="350"/>
                  </a:lnTo>
                  <a:lnTo>
                    <a:pt x="96" y="342"/>
                  </a:lnTo>
                  <a:lnTo>
                    <a:pt x="80" y="333"/>
                  </a:lnTo>
                  <a:lnTo>
                    <a:pt x="67" y="322"/>
                  </a:lnTo>
                  <a:lnTo>
                    <a:pt x="53" y="311"/>
                  </a:lnTo>
                  <a:lnTo>
                    <a:pt x="41" y="298"/>
                  </a:lnTo>
                  <a:lnTo>
                    <a:pt x="31" y="283"/>
                  </a:lnTo>
                  <a:lnTo>
                    <a:pt x="21" y="269"/>
                  </a:lnTo>
                  <a:lnTo>
                    <a:pt x="13" y="253"/>
                  </a:lnTo>
                  <a:lnTo>
                    <a:pt x="8" y="236"/>
                  </a:lnTo>
                  <a:lnTo>
                    <a:pt x="3" y="219"/>
                  </a:lnTo>
                  <a:lnTo>
                    <a:pt x="0" y="201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63"/>
                  </a:lnTo>
                  <a:lnTo>
                    <a:pt x="3" y="146"/>
                  </a:lnTo>
                  <a:lnTo>
                    <a:pt x="8" y="128"/>
                  </a:lnTo>
                  <a:lnTo>
                    <a:pt x="13" y="111"/>
                  </a:lnTo>
                  <a:lnTo>
                    <a:pt x="21" y="95"/>
                  </a:lnTo>
                  <a:lnTo>
                    <a:pt x="31" y="81"/>
                  </a:lnTo>
                  <a:lnTo>
                    <a:pt x="41" y="66"/>
                  </a:lnTo>
                  <a:lnTo>
                    <a:pt x="53" y="53"/>
                  </a:lnTo>
                  <a:lnTo>
                    <a:pt x="67" y="42"/>
                  </a:lnTo>
                  <a:lnTo>
                    <a:pt x="80" y="32"/>
                  </a:lnTo>
                  <a:lnTo>
                    <a:pt x="96" y="22"/>
                  </a:lnTo>
                  <a:lnTo>
                    <a:pt x="112" y="14"/>
                  </a:lnTo>
                  <a:lnTo>
                    <a:pt x="128" y="8"/>
                  </a:lnTo>
                  <a:lnTo>
                    <a:pt x="145" y="4"/>
                  </a:lnTo>
                  <a:lnTo>
                    <a:pt x="163" y="1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201" y="1"/>
                  </a:lnTo>
                  <a:lnTo>
                    <a:pt x="219" y="4"/>
                  </a:lnTo>
                  <a:lnTo>
                    <a:pt x="236" y="8"/>
                  </a:lnTo>
                  <a:lnTo>
                    <a:pt x="252" y="14"/>
                  </a:lnTo>
                  <a:lnTo>
                    <a:pt x="268" y="22"/>
                  </a:lnTo>
                  <a:lnTo>
                    <a:pt x="284" y="32"/>
                  </a:lnTo>
                  <a:lnTo>
                    <a:pt x="297" y="42"/>
                  </a:lnTo>
                  <a:lnTo>
                    <a:pt x="311" y="53"/>
                  </a:lnTo>
                  <a:lnTo>
                    <a:pt x="323" y="66"/>
                  </a:lnTo>
                  <a:lnTo>
                    <a:pt x="333" y="81"/>
                  </a:lnTo>
                  <a:lnTo>
                    <a:pt x="343" y="95"/>
                  </a:lnTo>
                  <a:lnTo>
                    <a:pt x="349" y="111"/>
                  </a:lnTo>
                  <a:lnTo>
                    <a:pt x="356" y="128"/>
                  </a:lnTo>
                  <a:lnTo>
                    <a:pt x="360" y="146"/>
                  </a:lnTo>
                  <a:lnTo>
                    <a:pt x="364" y="163"/>
                  </a:lnTo>
                  <a:lnTo>
                    <a:pt x="364" y="183"/>
                  </a:lnTo>
                  <a:lnTo>
                    <a:pt x="364" y="1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6" name="Line 82"/>
            <p:cNvSpPr>
              <a:spLocks noChangeShapeType="1"/>
            </p:cNvSpPr>
            <p:nvPr/>
          </p:nvSpPr>
          <p:spPr bwMode="auto">
            <a:xfrm>
              <a:off x="3033" y="2006"/>
              <a:ext cx="0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7" name="Line 83"/>
            <p:cNvSpPr>
              <a:spLocks noChangeShapeType="1"/>
            </p:cNvSpPr>
            <p:nvPr/>
          </p:nvSpPr>
          <p:spPr bwMode="auto">
            <a:xfrm flipV="1">
              <a:off x="2909" y="1993"/>
              <a:ext cx="87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8" name="Line 84"/>
            <p:cNvSpPr>
              <a:spLocks noChangeShapeType="1"/>
            </p:cNvSpPr>
            <p:nvPr/>
          </p:nvSpPr>
          <p:spPr bwMode="auto">
            <a:xfrm>
              <a:off x="3069" y="1980"/>
              <a:ext cx="39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9" name="Line 85"/>
            <p:cNvSpPr>
              <a:spLocks noChangeShapeType="1"/>
            </p:cNvSpPr>
            <p:nvPr/>
          </p:nvSpPr>
          <p:spPr bwMode="auto">
            <a:xfrm flipH="1">
              <a:off x="3060" y="1878"/>
              <a:ext cx="51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0" name="Line 86"/>
            <p:cNvSpPr>
              <a:spLocks noChangeShapeType="1"/>
            </p:cNvSpPr>
            <p:nvPr/>
          </p:nvSpPr>
          <p:spPr bwMode="auto">
            <a:xfrm>
              <a:off x="2913" y="1913"/>
              <a:ext cx="73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1" name="Group 90"/>
          <p:cNvGrpSpPr>
            <a:grpSpLocks noChangeAspect="1"/>
          </p:cNvGrpSpPr>
          <p:nvPr/>
        </p:nvGrpSpPr>
        <p:grpSpPr bwMode="auto">
          <a:xfrm>
            <a:off x="11487447" y="3983690"/>
            <a:ext cx="347714" cy="346514"/>
            <a:chOff x="4390" y="2530"/>
            <a:chExt cx="1449" cy="1444"/>
          </a:xfrm>
        </p:grpSpPr>
        <p:sp>
          <p:nvSpPr>
            <p:cNvPr id="782" name="Freeform 91"/>
            <p:cNvSpPr>
              <a:spLocks/>
            </p:cNvSpPr>
            <p:nvPr/>
          </p:nvSpPr>
          <p:spPr bwMode="auto">
            <a:xfrm>
              <a:off x="4890" y="3477"/>
              <a:ext cx="749" cy="497"/>
            </a:xfrm>
            <a:custGeom>
              <a:avLst/>
              <a:gdLst>
                <a:gd name="T0" fmla="*/ 499 w 749"/>
                <a:gd name="T1" fmla="*/ 247 h 497"/>
                <a:gd name="T2" fmla="*/ 499 w 749"/>
                <a:gd name="T3" fmla="*/ 0 h 497"/>
                <a:gd name="T4" fmla="*/ 251 w 749"/>
                <a:gd name="T5" fmla="*/ 0 h 497"/>
                <a:gd name="T6" fmla="*/ 251 w 749"/>
                <a:gd name="T7" fmla="*/ 247 h 497"/>
                <a:gd name="T8" fmla="*/ 0 w 749"/>
                <a:gd name="T9" fmla="*/ 247 h 497"/>
                <a:gd name="T10" fmla="*/ 0 w 749"/>
                <a:gd name="T11" fmla="*/ 497 h 497"/>
                <a:gd name="T12" fmla="*/ 749 w 749"/>
                <a:gd name="T13" fmla="*/ 497 h 497"/>
                <a:gd name="T14" fmla="*/ 749 w 749"/>
                <a:gd name="T15" fmla="*/ 247 h 497"/>
                <a:gd name="T16" fmla="*/ 499 w 749"/>
                <a:gd name="T17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9" h="497">
                  <a:moveTo>
                    <a:pt x="499" y="247"/>
                  </a:moveTo>
                  <a:lnTo>
                    <a:pt x="499" y="0"/>
                  </a:lnTo>
                  <a:lnTo>
                    <a:pt x="251" y="0"/>
                  </a:lnTo>
                  <a:lnTo>
                    <a:pt x="251" y="247"/>
                  </a:lnTo>
                  <a:lnTo>
                    <a:pt x="0" y="247"/>
                  </a:lnTo>
                  <a:lnTo>
                    <a:pt x="0" y="497"/>
                  </a:lnTo>
                  <a:lnTo>
                    <a:pt x="749" y="497"/>
                  </a:lnTo>
                  <a:lnTo>
                    <a:pt x="749" y="247"/>
                  </a:lnTo>
                  <a:lnTo>
                    <a:pt x="499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3" name="Freeform 92"/>
            <p:cNvSpPr>
              <a:spLocks/>
            </p:cNvSpPr>
            <p:nvPr/>
          </p:nvSpPr>
          <p:spPr bwMode="auto">
            <a:xfrm>
              <a:off x="4390" y="2730"/>
              <a:ext cx="751" cy="497"/>
            </a:xfrm>
            <a:custGeom>
              <a:avLst/>
              <a:gdLst>
                <a:gd name="T0" fmla="*/ 250 w 751"/>
                <a:gd name="T1" fmla="*/ 247 h 497"/>
                <a:gd name="T2" fmla="*/ 250 w 751"/>
                <a:gd name="T3" fmla="*/ 0 h 497"/>
                <a:gd name="T4" fmla="*/ 0 w 751"/>
                <a:gd name="T5" fmla="*/ 0 h 497"/>
                <a:gd name="T6" fmla="*/ 0 w 751"/>
                <a:gd name="T7" fmla="*/ 497 h 497"/>
                <a:gd name="T8" fmla="*/ 751 w 751"/>
                <a:gd name="T9" fmla="*/ 497 h 497"/>
                <a:gd name="T10" fmla="*/ 751 w 751"/>
                <a:gd name="T11" fmla="*/ 247 h 497"/>
                <a:gd name="T12" fmla="*/ 250 w 751"/>
                <a:gd name="T13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250" y="247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751" y="497"/>
                  </a:lnTo>
                  <a:lnTo>
                    <a:pt x="751" y="247"/>
                  </a:lnTo>
                  <a:lnTo>
                    <a:pt x="250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4" name="Freeform 93"/>
            <p:cNvSpPr>
              <a:spLocks/>
            </p:cNvSpPr>
            <p:nvPr/>
          </p:nvSpPr>
          <p:spPr bwMode="auto">
            <a:xfrm>
              <a:off x="5339" y="2530"/>
              <a:ext cx="500" cy="747"/>
            </a:xfrm>
            <a:custGeom>
              <a:avLst/>
              <a:gdLst>
                <a:gd name="T0" fmla="*/ 250 w 500"/>
                <a:gd name="T1" fmla="*/ 250 h 747"/>
                <a:gd name="T2" fmla="*/ 250 w 500"/>
                <a:gd name="T3" fmla="*/ 0 h 747"/>
                <a:gd name="T4" fmla="*/ 0 w 500"/>
                <a:gd name="T5" fmla="*/ 0 h 747"/>
                <a:gd name="T6" fmla="*/ 0 w 500"/>
                <a:gd name="T7" fmla="*/ 497 h 747"/>
                <a:gd name="T8" fmla="*/ 250 w 500"/>
                <a:gd name="T9" fmla="*/ 497 h 747"/>
                <a:gd name="T10" fmla="*/ 250 w 500"/>
                <a:gd name="T11" fmla="*/ 747 h 747"/>
                <a:gd name="T12" fmla="*/ 500 w 500"/>
                <a:gd name="T13" fmla="*/ 747 h 747"/>
                <a:gd name="T14" fmla="*/ 500 w 500"/>
                <a:gd name="T15" fmla="*/ 250 h 747"/>
                <a:gd name="T16" fmla="*/ 250 w 500"/>
                <a:gd name="T17" fmla="*/ 25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747">
                  <a:moveTo>
                    <a:pt x="250" y="250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250" y="497"/>
                  </a:lnTo>
                  <a:lnTo>
                    <a:pt x="250" y="747"/>
                  </a:lnTo>
                  <a:lnTo>
                    <a:pt x="500" y="747"/>
                  </a:lnTo>
                  <a:lnTo>
                    <a:pt x="500" y="250"/>
                  </a:lnTo>
                  <a:lnTo>
                    <a:pt x="250" y="2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5" name="Freeform 94"/>
            <p:cNvSpPr>
              <a:spLocks/>
            </p:cNvSpPr>
            <p:nvPr/>
          </p:nvSpPr>
          <p:spPr bwMode="auto">
            <a:xfrm>
              <a:off x="4390" y="3227"/>
              <a:ext cx="751" cy="497"/>
            </a:xfrm>
            <a:custGeom>
              <a:avLst/>
              <a:gdLst>
                <a:gd name="T0" fmla="*/ 0 w 751"/>
                <a:gd name="T1" fmla="*/ 0 h 497"/>
                <a:gd name="T2" fmla="*/ 0 w 751"/>
                <a:gd name="T3" fmla="*/ 250 h 497"/>
                <a:gd name="T4" fmla="*/ 500 w 751"/>
                <a:gd name="T5" fmla="*/ 250 h 497"/>
                <a:gd name="T6" fmla="*/ 500 w 751"/>
                <a:gd name="T7" fmla="*/ 497 h 497"/>
                <a:gd name="T8" fmla="*/ 751 w 751"/>
                <a:gd name="T9" fmla="*/ 497 h 497"/>
                <a:gd name="T10" fmla="*/ 751 w 751"/>
                <a:gd name="T11" fmla="*/ 0 h 497"/>
                <a:gd name="T12" fmla="*/ 0 w 751"/>
                <a:gd name="T13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0" y="0"/>
                  </a:moveTo>
                  <a:lnTo>
                    <a:pt x="0" y="250"/>
                  </a:lnTo>
                  <a:lnTo>
                    <a:pt x="500" y="250"/>
                  </a:lnTo>
                  <a:lnTo>
                    <a:pt x="500" y="497"/>
                  </a:lnTo>
                  <a:lnTo>
                    <a:pt x="751" y="497"/>
                  </a:lnTo>
                  <a:lnTo>
                    <a:pt x="75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6" name="Rectangle 95"/>
            <p:cNvSpPr>
              <a:spLocks noChangeArrowheads="1"/>
            </p:cNvSpPr>
            <p:nvPr/>
          </p:nvSpPr>
          <p:spPr bwMode="auto">
            <a:xfrm>
              <a:off x="4390" y="3477"/>
              <a:ext cx="500" cy="4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7" name="Group 57"/>
          <p:cNvGrpSpPr>
            <a:grpSpLocks noChangeAspect="1"/>
          </p:cNvGrpSpPr>
          <p:nvPr/>
        </p:nvGrpSpPr>
        <p:grpSpPr bwMode="auto">
          <a:xfrm>
            <a:off x="10371663" y="3985343"/>
            <a:ext cx="329804" cy="343210"/>
            <a:chOff x="2192" y="1864"/>
            <a:chExt cx="246" cy="256"/>
          </a:xfrm>
        </p:grpSpPr>
        <p:sp>
          <p:nvSpPr>
            <p:cNvPr id="788" name="Freeform 58"/>
            <p:cNvSpPr>
              <a:spLocks/>
            </p:cNvSpPr>
            <p:nvPr/>
          </p:nvSpPr>
          <p:spPr bwMode="auto">
            <a:xfrm>
              <a:off x="2192" y="1961"/>
              <a:ext cx="193" cy="159"/>
            </a:xfrm>
            <a:custGeom>
              <a:avLst/>
              <a:gdLst>
                <a:gd name="T0" fmla="*/ 386 w 773"/>
                <a:gd name="T1" fmla="*/ 635 h 635"/>
                <a:gd name="T2" fmla="*/ 773 w 773"/>
                <a:gd name="T3" fmla="*/ 475 h 635"/>
                <a:gd name="T4" fmla="*/ 773 w 773"/>
                <a:gd name="T5" fmla="*/ 0 h 635"/>
                <a:gd name="T6" fmla="*/ 386 w 773"/>
                <a:gd name="T7" fmla="*/ 122 h 635"/>
                <a:gd name="T8" fmla="*/ 0 w 773"/>
                <a:gd name="T9" fmla="*/ 0 h 635"/>
                <a:gd name="T10" fmla="*/ 0 w 773"/>
                <a:gd name="T11" fmla="*/ 475 h 635"/>
                <a:gd name="T12" fmla="*/ 386 w 773"/>
                <a:gd name="T13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3" h="635">
                  <a:moveTo>
                    <a:pt x="386" y="635"/>
                  </a:moveTo>
                  <a:lnTo>
                    <a:pt x="773" y="475"/>
                  </a:lnTo>
                  <a:lnTo>
                    <a:pt x="773" y="0"/>
                  </a:lnTo>
                  <a:lnTo>
                    <a:pt x="386" y="122"/>
                  </a:lnTo>
                  <a:lnTo>
                    <a:pt x="0" y="0"/>
                  </a:lnTo>
                  <a:lnTo>
                    <a:pt x="0" y="475"/>
                  </a:lnTo>
                  <a:lnTo>
                    <a:pt x="386" y="6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9" name="Line 59"/>
            <p:cNvSpPr>
              <a:spLocks noChangeShapeType="1"/>
            </p:cNvSpPr>
            <p:nvPr/>
          </p:nvSpPr>
          <p:spPr bwMode="auto">
            <a:xfrm>
              <a:off x="2289" y="1992"/>
              <a:ext cx="0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0" name="Freeform 60"/>
            <p:cNvSpPr>
              <a:spLocks/>
            </p:cNvSpPr>
            <p:nvPr/>
          </p:nvSpPr>
          <p:spPr bwMode="auto">
            <a:xfrm>
              <a:off x="2192" y="1930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6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6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1" name="Line 61"/>
            <p:cNvSpPr>
              <a:spLocks noChangeShapeType="1"/>
            </p:cNvSpPr>
            <p:nvPr/>
          </p:nvSpPr>
          <p:spPr bwMode="auto">
            <a:xfrm>
              <a:off x="2341" y="1926"/>
              <a:ext cx="0" cy="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2" name="Freeform 62"/>
            <p:cNvSpPr>
              <a:spLocks/>
            </p:cNvSpPr>
            <p:nvPr/>
          </p:nvSpPr>
          <p:spPr bwMode="auto">
            <a:xfrm>
              <a:off x="2245" y="1864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7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7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3" name="Freeform 63"/>
            <p:cNvSpPr>
              <a:spLocks/>
            </p:cNvSpPr>
            <p:nvPr/>
          </p:nvSpPr>
          <p:spPr bwMode="auto">
            <a:xfrm>
              <a:off x="2280" y="1952"/>
              <a:ext cx="18" cy="18"/>
            </a:xfrm>
            <a:custGeom>
              <a:avLst/>
              <a:gdLst>
                <a:gd name="T0" fmla="*/ 70 w 70"/>
                <a:gd name="T1" fmla="*/ 36 h 70"/>
                <a:gd name="T2" fmla="*/ 70 w 70"/>
                <a:gd name="T3" fmla="*/ 36 h 70"/>
                <a:gd name="T4" fmla="*/ 69 w 70"/>
                <a:gd name="T5" fmla="*/ 42 h 70"/>
                <a:gd name="T6" fmla="*/ 68 w 70"/>
                <a:gd name="T7" fmla="*/ 49 h 70"/>
                <a:gd name="T8" fmla="*/ 64 w 70"/>
                <a:gd name="T9" fmla="*/ 56 h 70"/>
                <a:gd name="T10" fmla="*/ 60 w 70"/>
                <a:gd name="T11" fmla="*/ 60 h 70"/>
                <a:gd name="T12" fmla="*/ 54 w 70"/>
                <a:gd name="T13" fmla="*/ 65 h 70"/>
                <a:gd name="T14" fmla="*/ 48 w 70"/>
                <a:gd name="T15" fmla="*/ 68 h 70"/>
                <a:gd name="T16" fmla="*/ 41 w 70"/>
                <a:gd name="T17" fmla="*/ 70 h 70"/>
                <a:gd name="T18" fmla="*/ 34 w 70"/>
                <a:gd name="T19" fmla="*/ 70 h 70"/>
                <a:gd name="T20" fmla="*/ 34 w 70"/>
                <a:gd name="T21" fmla="*/ 70 h 70"/>
                <a:gd name="T22" fmla="*/ 28 w 70"/>
                <a:gd name="T23" fmla="*/ 70 h 70"/>
                <a:gd name="T24" fmla="*/ 21 w 70"/>
                <a:gd name="T25" fmla="*/ 68 h 70"/>
                <a:gd name="T26" fmla="*/ 15 w 70"/>
                <a:gd name="T27" fmla="*/ 65 h 70"/>
                <a:gd name="T28" fmla="*/ 9 w 70"/>
                <a:gd name="T29" fmla="*/ 60 h 70"/>
                <a:gd name="T30" fmla="*/ 5 w 70"/>
                <a:gd name="T31" fmla="*/ 56 h 70"/>
                <a:gd name="T32" fmla="*/ 3 w 70"/>
                <a:gd name="T33" fmla="*/ 49 h 70"/>
                <a:gd name="T34" fmla="*/ 0 w 70"/>
                <a:gd name="T35" fmla="*/ 42 h 70"/>
                <a:gd name="T36" fmla="*/ 0 w 70"/>
                <a:gd name="T37" fmla="*/ 36 h 70"/>
                <a:gd name="T38" fmla="*/ 0 w 70"/>
                <a:gd name="T39" fmla="*/ 36 h 70"/>
                <a:gd name="T40" fmla="*/ 0 w 70"/>
                <a:gd name="T41" fmla="*/ 28 h 70"/>
                <a:gd name="T42" fmla="*/ 3 w 70"/>
                <a:gd name="T43" fmla="*/ 21 h 70"/>
                <a:gd name="T44" fmla="*/ 5 w 70"/>
                <a:gd name="T45" fmla="*/ 16 h 70"/>
                <a:gd name="T46" fmla="*/ 9 w 70"/>
                <a:gd name="T47" fmla="*/ 11 h 70"/>
                <a:gd name="T48" fmla="*/ 15 w 70"/>
                <a:gd name="T49" fmla="*/ 7 h 70"/>
                <a:gd name="T50" fmla="*/ 21 w 70"/>
                <a:gd name="T51" fmla="*/ 3 h 70"/>
                <a:gd name="T52" fmla="*/ 28 w 70"/>
                <a:gd name="T53" fmla="*/ 1 h 70"/>
                <a:gd name="T54" fmla="*/ 34 w 70"/>
                <a:gd name="T55" fmla="*/ 0 h 70"/>
                <a:gd name="T56" fmla="*/ 34 w 70"/>
                <a:gd name="T57" fmla="*/ 0 h 70"/>
                <a:gd name="T58" fmla="*/ 41 w 70"/>
                <a:gd name="T59" fmla="*/ 1 h 70"/>
                <a:gd name="T60" fmla="*/ 48 w 70"/>
                <a:gd name="T61" fmla="*/ 3 h 70"/>
                <a:gd name="T62" fmla="*/ 54 w 70"/>
                <a:gd name="T63" fmla="*/ 7 h 70"/>
                <a:gd name="T64" fmla="*/ 60 w 70"/>
                <a:gd name="T65" fmla="*/ 11 h 70"/>
                <a:gd name="T66" fmla="*/ 64 w 70"/>
                <a:gd name="T67" fmla="*/ 16 h 70"/>
                <a:gd name="T68" fmla="*/ 68 w 70"/>
                <a:gd name="T69" fmla="*/ 21 h 70"/>
                <a:gd name="T70" fmla="*/ 69 w 70"/>
                <a:gd name="T71" fmla="*/ 28 h 70"/>
                <a:gd name="T72" fmla="*/ 70 w 70"/>
                <a:gd name="T73" fmla="*/ 36 h 70"/>
                <a:gd name="T74" fmla="*/ 70 w 70"/>
                <a:gd name="T7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0">
                  <a:moveTo>
                    <a:pt x="70" y="36"/>
                  </a:moveTo>
                  <a:lnTo>
                    <a:pt x="70" y="36"/>
                  </a:lnTo>
                  <a:lnTo>
                    <a:pt x="69" y="42"/>
                  </a:lnTo>
                  <a:lnTo>
                    <a:pt x="68" y="49"/>
                  </a:lnTo>
                  <a:lnTo>
                    <a:pt x="64" y="56"/>
                  </a:lnTo>
                  <a:lnTo>
                    <a:pt x="60" y="60"/>
                  </a:lnTo>
                  <a:lnTo>
                    <a:pt x="54" y="65"/>
                  </a:lnTo>
                  <a:lnTo>
                    <a:pt x="48" y="68"/>
                  </a:lnTo>
                  <a:lnTo>
                    <a:pt x="41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5" y="65"/>
                  </a:lnTo>
                  <a:lnTo>
                    <a:pt x="9" y="60"/>
                  </a:lnTo>
                  <a:lnTo>
                    <a:pt x="5" y="56"/>
                  </a:lnTo>
                  <a:lnTo>
                    <a:pt x="3" y="49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1"/>
                  </a:lnTo>
                  <a:lnTo>
                    <a:pt x="5" y="16"/>
                  </a:lnTo>
                  <a:lnTo>
                    <a:pt x="9" y="11"/>
                  </a:lnTo>
                  <a:lnTo>
                    <a:pt x="15" y="7"/>
                  </a:lnTo>
                  <a:lnTo>
                    <a:pt x="21" y="3"/>
                  </a:lnTo>
                  <a:lnTo>
                    <a:pt x="28" y="1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4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1"/>
                  </a:lnTo>
                  <a:lnTo>
                    <a:pt x="69" y="28"/>
                  </a:lnTo>
                  <a:lnTo>
                    <a:pt x="70" y="36"/>
                  </a:lnTo>
                  <a:lnTo>
                    <a:pt x="7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4" name="Freeform 64"/>
            <p:cNvSpPr>
              <a:spLocks/>
            </p:cNvSpPr>
            <p:nvPr/>
          </p:nvSpPr>
          <p:spPr bwMode="auto">
            <a:xfrm>
              <a:off x="2333" y="1886"/>
              <a:ext cx="17" cy="18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1 h 71"/>
                <a:gd name="T6" fmla="*/ 66 w 70"/>
                <a:gd name="T7" fmla="*/ 48 h 71"/>
                <a:gd name="T8" fmla="*/ 64 w 70"/>
                <a:gd name="T9" fmla="*/ 55 h 71"/>
                <a:gd name="T10" fmla="*/ 60 w 70"/>
                <a:gd name="T11" fmla="*/ 60 h 71"/>
                <a:gd name="T12" fmla="*/ 54 w 70"/>
                <a:gd name="T13" fmla="*/ 64 h 71"/>
                <a:gd name="T14" fmla="*/ 48 w 70"/>
                <a:gd name="T15" fmla="*/ 68 h 71"/>
                <a:gd name="T16" fmla="*/ 41 w 70"/>
                <a:gd name="T17" fmla="*/ 69 h 71"/>
                <a:gd name="T18" fmla="*/ 35 w 70"/>
                <a:gd name="T19" fmla="*/ 71 h 71"/>
                <a:gd name="T20" fmla="*/ 35 w 70"/>
                <a:gd name="T21" fmla="*/ 71 h 71"/>
                <a:gd name="T22" fmla="*/ 28 w 70"/>
                <a:gd name="T23" fmla="*/ 69 h 71"/>
                <a:gd name="T24" fmla="*/ 21 w 70"/>
                <a:gd name="T25" fmla="*/ 68 h 71"/>
                <a:gd name="T26" fmla="*/ 15 w 70"/>
                <a:gd name="T27" fmla="*/ 64 h 71"/>
                <a:gd name="T28" fmla="*/ 9 w 70"/>
                <a:gd name="T29" fmla="*/ 60 h 71"/>
                <a:gd name="T30" fmla="*/ 5 w 70"/>
                <a:gd name="T31" fmla="*/ 55 h 71"/>
                <a:gd name="T32" fmla="*/ 3 w 70"/>
                <a:gd name="T33" fmla="*/ 48 h 71"/>
                <a:gd name="T34" fmla="*/ 0 w 70"/>
                <a:gd name="T35" fmla="*/ 41 h 71"/>
                <a:gd name="T36" fmla="*/ 0 w 70"/>
                <a:gd name="T37" fmla="*/ 35 h 71"/>
                <a:gd name="T38" fmla="*/ 0 w 70"/>
                <a:gd name="T39" fmla="*/ 35 h 71"/>
                <a:gd name="T40" fmla="*/ 0 w 70"/>
                <a:gd name="T41" fmla="*/ 28 h 71"/>
                <a:gd name="T42" fmla="*/ 3 w 70"/>
                <a:gd name="T43" fmla="*/ 22 h 71"/>
                <a:gd name="T44" fmla="*/ 5 w 70"/>
                <a:gd name="T45" fmla="*/ 15 h 71"/>
                <a:gd name="T46" fmla="*/ 9 w 70"/>
                <a:gd name="T47" fmla="*/ 10 h 71"/>
                <a:gd name="T48" fmla="*/ 15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5 w 70"/>
                <a:gd name="T55" fmla="*/ 0 h 71"/>
                <a:gd name="T56" fmla="*/ 35 w 70"/>
                <a:gd name="T57" fmla="*/ 0 h 71"/>
                <a:gd name="T58" fmla="*/ 41 w 70"/>
                <a:gd name="T59" fmla="*/ 0 h 71"/>
                <a:gd name="T60" fmla="*/ 48 w 70"/>
                <a:gd name="T61" fmla="*/ 3 h 71"/>
                <a:gd name="T62" fmla="*/ 54 w 70"/>
                <a:gd name="T63" fmla="*/ 6 h 71"/>
                <a:gd name="T64" fmla="*/ 60 w 70"/>
                <a:gd name="T65" fmla="*/ 10 h 71"/>
                <a:gd name="T66" fmla="*/ 64 w 70"/>
                <a:gd name="T67" fmla="*/ 15 h 71"/>
                <a:gd name="T68" fmla="*/ 66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1"/>
                  </a:lnTo>
                  <a:lnTo>
                    <a:pt x="66" y="48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4" y="64"/>
                  </a:lnTo>
                  <a:lnTo>
                    <a:pt x="48" y="68"/>
                  </a:lnTo>
                  <a:lnTo>
                    <a:pt x="41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69"/>
                  </a:lnTo>
                  <a:lnTo>
                    <a:pt x="21" y="68"/>
                  </a:lnTo>
                  <a:lnTo>
                    <a:pt x="15" y="64"/>
                  </a:lnTo>
                  <a:lnTo>
                    <a:pt x="9" y="60"/>
                  </a:lnTo>
                  <a:lnTo>
                    <a:pt x="5" y="55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5" y="15"/>
                  </a:lnTo>
                  <a:lnTo>
                    <a:pt x="9" y="10"/>
                  </a:lnTo>
                  <a:lnTo>
                    <a:pt x="15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1" y="0"/>
                  </a:lnTo>
                  <a:lnTo>
                    <a:pt x="48" y="3"/>
                  </a:lnTo>
                  <a:lnTo>
                    <a:pt x="54" y="6"/>
                  </a:lnTo>
                  <a:lnTo>
                    <a:pt x="60" y="10"/>
                  </a:lnTo>
                  <a:lnTo>
                    <a:pt x="64" y="15"/>
                  </a:lnTo>
                  <a:lnTo>
                    <a:pt x="66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5" name="Freeform 65"/>
            <p:cNvSpPr>
              <a:spLocks/>
            </p:cNvSpPr>
            <p:nvPr/>
          </p:nvSpPr>
          <p:spPr bwMode="auto">
            <a:xfrm>
              <a:off x="2214" y="2001"/>
              <a:ext cx="18" cy="17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3 h 71"/>
                <a:gd name="T6" fmla="*/ 67 w 70"/>
                <a:gd name="T7" fmla="*/ 50 h 71"/>
                <a:gd name="T8" fmla="*/ 63 w 70"/>
                <a:gd name="T9" fmla="*/ 55 h 71"/>
                <a:gd name="T10" fmla="*/ 59 w 70"/>
                <a:gd name="T11" fmla="*/ 60 h 71"/>
                <a:gd name="T12" fmla="*/ 54 w 70"/>
                <a:gd name="T13" fmla="*/ 64 h 71"/>
                <a:gd name="T14" fmla="*/ 49 w 70"/>
                <a:gd name="T15" fmla="*/ 68 h 71"/>
                <a:gd name="T16" fmla="*/ 42 w 70"/>
                <a:gd name="T17" fmla="*/ 70 h 71"/>
                <a:gd name="T18" fmla="*/ 34 w 70"/>
                <a:gd name="T19" fmla="*/ 71 h 71"/>
                <a:gd name="T20" fmla="*/ 34 w 70"/>
                <a:gd name="T21" fmla="*/ 71 h 71"/>
                <a:gd name="T22" fmla="*/ 28 w 70"/>
                <a:gd name="T23" fmla="*/ 70 h 71"/>
                <a:gd name="T24" fmla="*/ 21 w 70"/>
                <a:gd name="T25" fmla="*/ 68 h 71"/>
                <a:gd name="T26" fmla="*/ 16 w 70"/>
                <a:gd name="T27" fmla="*/ 64 h 71"/>
                <a:gd name="T28" fmla="*/ 10 w 70"/>
                <a:gd name="T29" fmla="*/ 60 h 71"/>
                <a:gd name="T30" fmla="*/ 6 w 70"/>
                <a:gd name="T31" fmla="*/ 55 h 71"/>
                <a:gd name="T32" fmla="*/ 2 w 70"/>
                <a:gd name="T33" fmla="*/ 50 h 71"/>
                <a:gd name="T34" fmla="*/ 1 w 70"/>
                <a:gd name="T35" fmla="*/ 43 h 71"/>
                <a:gd name="T36" fmla="*/ 0 w 70"/>
                <a:gd name="T37" fmla="*/ 35 h 71"/>
                <a:gd name="T38" fmla="*/ 0 w 70"/>
                <a:gd name="T39" fmla="*/ 35 h 71"/>
                <a:gd name="T40" fmla="*/ 1 w 70"/>
                <a:gd name="T41" fmla="*/ 28 h 71"/>
                <a:gd name="T42" fmla="*/ 2 w 70"/>
                <a:gd name="T43" fmla="*/ 22 h 71"/>
                <a:gd name="T44" fmla="*/ 6 w 70"/>
                <a:gd name="T45" fmla="*/ 16 h 71"/>
                <a:gd name="T46" fmla="*/ 10 w 70"/>
                <a:gd name="T47" fmla="*/ 11 h 71"/>
                <a:gd name="T48" fmla="*/ 16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4 w 70"/>
                <a:gd name="T55" fmla="*/ 0 h 71"/>
                <a:gd name="T56" fmla="*/ 34 w 70"/>
                <a:gd name="T57" fmla="*/ 0 h 71"/>
                <a:gd name="T58" fmla="*/ 42 w 70"/>
                <a:gd name="T59" fmla="*/ 0 h 71"/>
                <a:gd name="T60" fmla="*/ 49 w 70"/>
                <a:gd name="T61" fmla="*/ 3 h 71"/>
                <a:gd name="T62" fmla="*/ 54 w 70"/>
                <a:gd name="T63" fmla="*/ 6 h 71"/>
                <a:gd name="T64" fmla="*/ 59 w 70"/>
                <a:gd name="T65" fmla="*/ 11 h 71"/>
                <a:gd name="T66" fmla="*/ 63 w 70"/>
                <a:gd name="T67" fmla="*/ 16 h 71"/>
                <a:gd name="T68" fmla="*/ 67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3"/>
                  </a:lnTo>
                  <a:lnTo>
                    <a:pt x="67" y="50"/>
                  </a:lnTo>
                  <a:lnTo>
                    <a:pt x="63" y="55"/>
                  </a:lnTo>
                  <a:lnTo>
                    <a:pt x="59" y="60"/>
                  </a:lnTo>
                  <a:lnTo>
                    <a:pt x="54" y="64"/>
                  </a:lnTo>
                  <a:lnTo>
                    <a:pt x="49" y="68"/>
                  </a:lnTo>
                  <a:lnTo>
                    <a:pt x="42" y="70"/>
                  </a:lnTo>
                  <a:lnTo>
                    <a:pt x="34" y="71"/>
                  </a:lnTo>
                  <a:lnTo>
                    <a:pt x="34" y="71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6" y="64"/>
                  </a:lnTo>
                  <a:lnTo>
                    <a:pt x="10" y="60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1" y="43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28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1"/>
                  </a:lnTo>
                  <a:lnTo>
                    <a:pt x="16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9" y="3"/>
                  </a:lnTo>
                  <a:lnTo>
                    <a:pt x="54" y="6"/>
                  </a:lnTo>
                  <a:lnTo>
                    <a:pt x="59" y="11"/>
                  </a:lnTo>
                  <a:lnTo>
                    <a:pt x="63" y="16"/>
                  </a:lnTo>
                  <a:lnTo>
                    <a:pt x="67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6" name="Freeform 66"/>
            <p:cNvSpPr>
              <a:spLocks/>
            </p:cNvSpPr>
            <p:nvPr/>
          </p:nvSpPr>
          <p:spPr bwMode="auto">
            <a:xfrm>
              <a:off x="2249" y="2058"/>
              <a:ext cx="18" cy="18"/>
            </a:xfrm>
            <a:custGeom>
              <a:avLst/>
              <a:gdLst>
                <a:gd name="T0" fmla="*/ 71 w 71"/>
                <a:gd name="T1" fmla="*/ 36 h 71"/>
                <a:gd name="T2" fmla="*/ 71 w 71"/>
                <a:gd name="T3" fmla="*/ 36 h 71"/>
                <a:gd name="T4" fmla="*/ 69 w 71"/>
                <a:gd name="T5" fmla="*/ 43 h 71"/>
                <a:gd name="T6" fmla="*/ 68 w 71"/>
                <a:gd name="T7" fmla="*/ 50 h 71"/>
                <a:gd name="T8" fmla="*/ 64 w 71"/>
                <a:gd name="T9" fmla="*/ 55 h 71"/>
                <a:gd name="T10" fmla="*/ 60 w 71"/>
                <a:gd name="T11" fmla="*/ 60 h 71"/>
                <a:gd name="T12" fmla="*/ 55 w 71"/>
                <a:gd name="T13" fmla="*/ 66 h 71"/>
                <a:gd name="T14" fmla="*/ 50 w 71"/>
                <a:gd name="T15" fmla="*/ 68 h 71"/>
                <a:gd name="T16" fmla="*/ 43 w 71"/>
                <a:gd name="T17" fmla="*/ 71 h 71"/>
                <a:gd name="T18" fmla="*/ 35 w 71"/>
                <a:gd name="T19" fmla="*/ 71 h 71"/>
                <a:gd name="T20" fmla="*/ 35 w 71"/>
                <a:gd name="T21" fmla="*/ 71 h 71"/>
                <a:gd name="T22" fmla="*/ 28 w 71"/>
                <a:gd name="T23" fmla="*/ 71 h 71"/>
                <a:gd name="T24" fmla="*/ 22 w 71"/>
                <a:gd name="T25" fmla="*/ 68 h 71"/>
                <a:gd name="T26" fmla="*/ 16 w 71"/>
                <a:gd name="T27" fmla="*/ 66 h 71"/>
                <a:gd name="T28" fmla="*/ 11 w 71"/>
                <a:gd name="T29" fmla="*/ 60 h 71"/>
                <a:gd name="T30" fmla="*/ 6 w 71"/>
                <a:gd name="T31" fmla="*/ 55 h 71"/>
                <a:gd name="T32" fmla="*/ 3 w 71"/>
                <a:gd name="T33" fmla="*/ 50 h 71"/>
                <a:gd name="T34" fmla="*/ 0 w 71"/>
                <a:gd name="T35" fmla="*/ 43 h 71"/>
                <a:gd name="T36" fmla="*/ 0 w 71"/>
                <a:gd name="T37" fmla="*/ 36 h 71"/>
                <a:gd name="T38" fmla="*/ 0 w 71"/>
                <a:gd name="T39" fmla="*/ 36 h 71"/>
                <a:gd name="T40" fmla="*/ 0 w 71"/>
                <a:gd name="T41" fmla="*/ 28 h 71"/>
                <a:gd name="T42" fmla="*/ 3 w 71"/>
                <a:gd name="T43" fmla="*/ 22 h 71"/>
                <a:gd name="T44" fmla="*/ 6 w 71"/>
                <a:gd name="T45" fmla="*/ 16 h 71"/>
                <a:gd name="T46" fmla="*/ 11 w 71"/>
                <a:gd name="T47" fmla="*/ 11 h 71"/>
                <a:gd name="T48" fmla="*/ 16 w 71"/>
                <a:gd name="T49" fmla="*/ 7 h 71"/>
                <a:gd name="T50" fmla="*/ 22 w 71"/>
                <a:gd name="T51" fmla="*/ 3 h 71"/>
                <a:gd name="T52" fmla="*/ 28 w 71"/>
                <a:gd name="T53" fmla="*/ 2 h 71"/>
                <a:gd name="T54" fmla="*/ 35 w 71"/>
                <a:gd name="T55" fmla="*/ 0 h 71"/>
                <a:gd name="T56" fmla="*/ 35 w 71"/>
                <a:gd name="T57" fmla="*/ 0 h 71"/>
                <a:gd name="T58" fmla="*/ 43 w 71"/>
                <a:gd name="T59" fmla="*/ 2 h 71"/>
                <a:gd name="T60" fmla="*/ 50 w 71"/>
                <a:gd name="T61" fmla="*/ 3 h 71"/>
                <a:gd name="T62" fmla="*/ 55 w 71"/>
                <a:gd name="T63" fmla="*/ 7 h 71"/>
                <a:gd name="T64" fmla="*/ 60 w 71"/>
                <a:gd name="T65" fmla="*/ 11 h 71"/>
                <a:gd name="T66" fmla="*/ 64 w 71"/>
                <a:gd name="T67" fmla="*/ 16 h 71"/>
                <a:gd name="T68" fmla="*/ 68 w 71"/>
                <a:gd name="T69" fmla="*/ 22 h 71"/>
                <a:gd name="T70" fmla="*/ 69 w 71"/>
                <a:gd name="T71" fmla="*/ 28 h 71"/>
                <a:gd name="T72" fmla="*/ 71 w 71"/>
                <a:gd name="T73" fmla="*/ 36 h 71"/>
                <a:gd name="T74" fmla="*/ 71 w 71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1">
                  <a:moveTo>
                    <a:pt x="71" y="36"/>
                  </a:moveTo>
                  <a:lnTo>
                    <a:pt x="71" y="36"/>
                  </a:lnTo>
                  <a:lnTo>
                    <a:pt x="69" y="43"/>
                  </a:lnTo>
                  <a:lnTo>
                    <a:pt x="68" y="50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5" y="66"/>
                  </a:lnTo>
                  <a:lnTo>
                    <a:pt x="50" y="68"/>
                  </a:lnTo>
                  <a:lnTo>
                    <a:pt x="43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71"/>
                  </a:lnTo>
                  <a:lnTo>
                    <a:pt x="22" y="68"/>
                  </a:lnTo>
                  <a:lnTo>
                    <a:pt x="16" y="66"/>
                  </a:lnTo>
                  <a:lnTo>
                    <a:pt x="11" y="60"/>
                  </a:lnTo>
                  <a:lnTo>
                    <a:pt x="6" y="55"/>
                  </a:lnTo>
                  <a:lnTo>
                    <a:pt x="3" y="50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6" y="16"/>
                  </a:lnTo>
                  <a:lnTo>
                    <a:pt x="11" y="11"/>
                  </a:lnTo>
                  <a:lnTo>
                    <a:pt x="16" y="7"/>
                  </a:lnTo>
                  <a:lnTo>
                    <a:pt x="22" y="3"/>
                  </a:lnTo>
                  <a:lnTo>
                    <a:pt x="28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3" y="2"/>
                  </a:lnTo>
                  <a:lnTo>
                    <a:pt x="50" y="3"/>
                  </a:lnTo>
                  <a:lnTo>
                    <a:pt x="55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2"/>
                  </a:lnTo>
                  <a:lnTo>
                    <a:pt x="69" y="28"/>
                  </a:lnTo>
                  <a:lnTo>
                    <a:pt x="71" y="36"/>
                  </a:lnTo>
                  <a:lnTo>
                    <a:pt x="7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7" name="Freeform 67"/>
            <p:cNvSpPr>
              <a:spLocks/>
            </p:cNvSpPr>
            <p:nvPr/>
          </p:nvSpPr>
          <p:spPr bwMode="auto">
            <a:xfrm>
              <a:off x="2350" y="1996"/>
              <a:ext cx="18" cy="18"/>
            </a:xfrm>
            <a:custGeom>
              <a:avLst/>
              <a:gdLst>
                <a:gd name="T0" fmla="*/ 0 w 69"/>
                <a:gd name="T1" fmla="*/ 35 h 71"/>
                <a:gd name="T2" fmla="*/ 0 w 69"/>
                <a:gd name="T3" fmla="*/ 35 h 71"/>
                <a:gd name="T4" fmla="*/ 0 w 69"/>
                <a:gd name="T5" fmla="*/ 43 h 71"/>
                <a:gd name="T6" fmla="*/ 3 w 69"/>
                <a:gd name="T7" fmla="*/ 49 h 71"/>
                <a:gd name="T8" fmla="*/ 6 w 69"/>
                <a:gd name="T9" fmla="*/ 55 h 71"/>
                <a:gd name="T10" fmla="*/ 10 w 69"/>
                <a:gd name="T11" fmla="*/ 60 h 71"/>
                <a:gd name="T12" fmla="*/ 15 w 69"/>
                <a:gd name="T13" fmla="*/ 64 h 71"/>
                <a:gd name="T14" fmla="*/ 22 w 69"/>
                <a:gd name="T15" fmla="*/ 68 h 71"/>
                <a:gd name="T16" fmla="*/ 28 w 69"/>
                <a:gd name="T17" fmla="*/ 69 h 71"/>
                <a:gd name="T18" fmla="*/ 35 w 69"/>
                <a:gd name="T19" fmla="*/ 71 h 71"/>
                <a:gd name="T20" fmla="*/ 35 w 69"/>
                <a:gd name="T21" fmla="*/ 71 h 71"/>
                <a:gd name="T22" fmla="*/ 42 w 69"/>
                <a:gd name="T23" fmla="*/ 69 h 71"/>
                <a:gd name="T24" fmla="*/ 48 w 69"/>
                <a:gd name="T25" fmla="*/ 68 h 71"/>
                <a:gd name="T26" fmla="*/ 55 w 69"/>
                <a:gd name="T27" fmla="*/ 64 h 71"/>
                <a:gd name="T28" fmla="*/ 60 w 69"/>
                <a:gd name="T29" fmla="*/ 60 h 71"/>
                <a:gd name="T30" fmla="*/ 64 w 69"/>
                <a:gd name="T31" fmla="*/ 55 h 71"/>
                <a:gd name="T32" fmla="*/ 67 w 69"/>
                <a:gd name="T33" fmla="*/ 49 h 71"/>
                <a:gd name="T34" fmla="*/ 69 w 69"/>
                <a:gd name="T35" fmla="*/ 43 h 71"/>
                <a:gd name="T36" fmla="*/ 69 w 69"/>
                <a:gd name="T37" fmla="*/ 35 h 71"/>
                <a:gd name="T38" fmla="*/ 69 w 69"/>
                <a:gd name="T39" fmla="*/ 35 h 71"/>
                <a:gd name="T40" fmla="*/ 69 w 69"/>
                <a:gd name="T41" fmla="*/ 28 h 71"/>
                <a:gd name="T42" fmla="*/ 67 w 69"/>
                <a:gd name="T43" fmla="*/ 21 h 71"/>
                <a:gd name="T44" fmla="*/ 64 w 69"/>
                <a:gd name="T45" fmla="*/ 15 h 71"/>
                <a:gd name="T46" fmla="*/ 60 w 69"/>
                <a:gd name="T47" fmla="*/ 9 h 71"/>
                <a:gd name="T48" fmla="*/ 55 w 69"/>
                <a:gd name="T49" fmla="*/ 5 h 71"/>
                <a:gd name="T50" fmla="*/ 48 w 69"/>
                <a:gd name="T51" fmla="*/ 3 h 71"/>
                <a:gd name="T52" fmla="*/ 42 w 69"/>
                <a:gd name="T53" fmla="*/ 0 h 71"/>
                <a:gd name="T54" fmla="*/ 35 w 69"/>
                <a:gd name="T55" fmla="*/ 0 h 71"/>
                <a:gd name="T56" fmla="*/ 35 w 69"/>
                <a:gd name="T57" fmla="*/ 0 h 71"/>
                <a:gd name="T58" fmla="*/ 28 w 69"/>
                <a:gd name="T59" fmla="*/ 0 h 71"/>
                <a:gd name="T60" fmla="*/ 22 w 69"/>
                <a:gd name="T61" fmla="*/ 3 h 71"/>
                <a:gd name="T62" fmla="*/ 15 w 69"/>
                <a:gd name="T63" fmla="*/ 5 h 71"/>
                <a:gd name="T64" fmla="*/ 10 w 69"/>
                <a:gd name="T65" fmla="*/ 9 h 71"/>
                <a:gd name="T66" fmla="*/ 6 w 69"/>
                <a:gd name="T67" fmla="*/ 15 h 71"/>
                <a:gd name="T68" fmla="*/ 3 w 69"/>
                <a:gd name="T69" fmla="*/ 21 h 71"/>
                <a:gd name="T70" fmla="*/ 0 w 69"/>
                <a:gd name="T71" fmla="*/ 28 h 71"/>
                <a:gd name="T72" fmla="*/ 0 w 69"/>
                <a:gd name="T73" fmla="*/ 35 h 71"/>
                <a:gd name="T74" fmla="*/ 0 w 69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9" h="71">
                  <a:moveTo>
                    <a:pt x="0" y="35"/>
                  </a:moveTo>
                  <a:lnTo>
                    <a:pt x="0" y="35"/>
                  </a:lnTo>
                  <a:lnTo>
                    <a:pt x="0" y="43"/>
                  </a:lnTo>
                  <a:lnTo>
                    <a:pt x="3" y="49"/>
                  </a:lnTo>
                  <a:lnTo>
                    <a:pt x="6" y="55"/>
                  </a:lnTo>
                  <a:lnTo>
                    <a:pt x="10" y="60"/>
                  </a:lnTo>
                  <a:lnTo>
                    <a:pt x="15" y="64"/>
                  </a:lnTo>
                  <a:lnTo>
                    <a:pt x="22" y="68"/>
                  </a:lnTo>
                  <a:lnTo>
                    <a:pt x="28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2" y="69"/>
                  </a:lnTo>
                  <a:lnTo>
                    <a:pt x="48" y="68"/>
                  </a:lnTo>
                  <a:lnTo>
                    <a:pt x="55" y="64"/>
                  </a:lnTo>
                  <a:lnTo>
                    <a:pt x="60" y="60"/>
                  </a:lnTo>
                  <a:lnTo>
                    <a:pt x="64" y="55"/>
                  </a:lnTo>
                  <a:lnTo>
                    <a:pt x="67" y="49"/>
                  </a:lnTo>
                  <a:lnTo>
                    <a:pt x="69" y="43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9" y="28"/>
                  </a:lnTo>
                  <a:lnTo>
                    <a:pt x="67" y="21"/>
                  </a:lnTo>
                  <a:lnTo>
                    <a:pt x="64" y="15"/>
                  </a:lnTo>
                  <a:lnTo>
                    <a:pt x="60" y="9"/>
                  </a:lnTo>
                  <a:lnTo>
                    <a:pt x="55" y="5"/>
                  </a:lnTo>
                  <a:lnTo>
                    <a:pt x="48" y="3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0"/>
                  </a:lnTo>
                  <a:lnTo>
                    <a:pt x="22" y="3"/>
                  </a:lnTo>
                  <a:lnTo>
                    <a:pt x="15" y="5"/>
                  </a:lnTo>
                  <a:lnTo>
                    <a:pt x="10" y="9"/>
                  </a:lnTo>
                  <a:lnTo>
                    <a:pt x="6" y="15"/>
                  </a:lnTo>
                  <a:lnTo>
                    <a:pt x="3" y="21"/>
                  </a:lnTo>
                  <a:lnTo>
                    <a:pt x="0" y="28"/>
                  </a:lnTo>
                  <a:lnTo>
                    <a:pt x="0" y="35"/>
                  </a:lnTo>
                  <a:lnTo>
                    <a:pt x="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8" name="Freeform 68"/>
            <p:cNvSpPr>
              <a:spLocks/>
            </p:cNvSpPr>
            <p:nvPr/>
          </p:nvSpPr>
          <p:spPr bwMode="auto">
            <a:xfrm>
              <a:off x="2403" y="1926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5 h 70"/>
                <a:gd name="T50" fmla="*/ 49 w 71"/>
                <a:gd name="T51" fmla="*/ 2 h 70"/>
                <a:gd name="T52" fmla="*/ 43 w 71"/>
                <a:gd name="T53" fmla="*/ 0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0 h 70"/>
                <a:gd name="T60" fmla="*/ 23 w 71"/>
                <a:gd name="T61" fmla="*/ 2 h 70"/>
                <a:gd name="T62" fmla="*/ 16 w 71"/>
                <a:gd name="T63" fmla="*/ 5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5"/>
                  </a:lnTo>
                  <a:lnTo>
                    <a:pt x="49" y="2"/>
                  </a:lnTo>
                  <a:lnTo>
                    <a:pt x="43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0"/>
                  </a:lnTo>
                  <a:lnTo>
                    <a:pt x="23" y="2"/>
                  </a:lnTo>
                  <a:lnTo>
                    <a:pt x="16" y="5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9" name="Freeform 69"/>
            <p:cNvSpPr>
              <a:spLocks/>
            </p:cNvSpPr>
            <p:nvPr/>
          </p:nvSpPr>
          <p:spPr bwMode="auto">
            <a:xfrm>
              <a:off x="2403" y="1983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6 h 70"/>
                <a:gd name="T50" fmla="*/ 49 w 71"/>
                <a:gd name="T51" fmla="*/ 2 h 70"/>
                <a:gd name="T52" fmla="*/ 43 w 71"/>
                <a:gd name="T53" fmla="*/ 1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1 h 70"/>
                <a:gd name="T60" fmla="*/ 23 w 71"/>
                <a:gd name="T61" fmla="*/ 2 h 70"/>
                <a:gd name="T62" fmla="*/ 16 w 71"/>
                <a:gd name="T63" fmla="*/ 6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6"/>
                  </a:lnTo>
                  <a:lnTo>
                    <a:pt x="49" y="2"/>
                  </a:lnTo>
                  <a:lnTo>
                    <a:pt x="43" y="1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1"/>
                  </a:lnTo>
                  <a:lnTo>
                    <a:pt x="23" y="2"/>
                  </a:lnTo>
                  <a:lnTo>
                    <a:pt x="16" y="6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0" name="Freeform 70"/>
            <p:cNvSpPr>
              <a:spLocks/>
            </p:cNvSpPr>
            <p:nvPr/>
          </p:nvSpPr>
          <p:spPr bwMode="auto">
            <a:xfrm>
              <a:off x="2311" y="2058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1 w 70"/>
                <a:gd name="T5" fmla="*/ 43 h 71"/>
                <a:gd name="T6" fmla="*/ 3 w 70"/>
                <a:gd name="T7" fmla="*/ 50 h 71"/>
                <a:gd name="T8" fmla="*/ 7 w 70"/>
                <a:gd name="T9" fmla="*/ 55 h 71"/>
                <a:gd name="T10" fmla="*/ 11 w 70"/>
                <a:gd name="T11" fmla="*/ 60 h 71"/>
                <a:gd name="T12" fmla="*/ 16 w 70"/>
                <a:gd name="T13" fmla="*/ 66 h 71"/>
                <a:gd name="T14" fmla="*/ 23 w 70"/>
                <a:gd name="T15" fmla="*/ 68 h 71"/>
                <a:gd name="T16" fmla="*/ 28 w 70"/>
                <a:gd name="T17" fmla="*/ 71 h 71"/>
                <a:gd name="T18" fmla="*/ 36 w 70"/>
                <a:gd name="T19" fmla="*/ 71 h 71"/>
                <a:gd name="T20" fmla="*/ 36 w 70"/>
                <a:gd name="T21" fmla="*/ 71 h 71"/>
                <a:gd name="T22" fmla="*/ 43 w 70"/>
                <a:gd name="T23" fmla="*/ 71 h 71"/>
                <a:gd name="T24" fmla="*/ 49 w 70"/>
                <a:gd name="T25" fmla="*/ 68 h 71"/>
                <a:gd name="T26" fmla="*/ 56 w 70"/>
                <a:gd name="T27" fmla="*/ 66 h 71"/>
                <a:gd name="T28" fmla="*/ 61 w 70"/>
                <a:gd name="T29" fmla="*/ 60 h 71"/>
                <a:gd name="T30" fmla="*/ 65 w 70"/>
                <a:gd name="T31" fmla="*/ 55 h 71"/>
                <a:gd name="T32" fmla="*/ 68 w 70"/>
                <a:gd name="T33" fmla="*/ 50 h 71"/>
                <a:gd name="T34" fmla="*/ 70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70 w 70"/>
                <a:gd name="T41" fmla="*/ 28 h 71"/>
                <a:gd name="T42" fmla="*/ 68 w 70"/>
                <a:gd name="T43" fmla="*/ 22 h 71"/>
                <a:gd name="T44" fmla="*/ 65 w 70"/>
                <a:gd name="T45" fmla="*/ 16 h 71"/>
                <a:gd name="T46" fmla="*/ 61 w 70"/>
                <a:gd name="T47" fmla="*/ 11 h 71"/>
                <a:gd name="T48" fmla="*/ 56 w 70"/>
                <a:gd name="T49" fmla="*/ 7 h 71"/>
                <a:gd name="T50" fmla="*/ 49 w 70"/>
                <a:gd name="T51" fmla="*/ 3 h 71"/>
                <a:gd name="T52" fmla="*/ 43 w 70"/>
                <a:gd name="T53" fmla="*/ 2 h 71"/>
                <a:gd name="T54" fmla="*/ 36 w 70"/>
                <a:gd name="T55" fmla="*/ 0 h 71"/>
                <a:gd name="T56" fmla="*/ 36 w 70"/>
                <a:gd name="T57" fmla="*/ 0 h 71"/>
                <a:gd name="T58" fmla="*/ 28 w 70"/>
                <a:gd name="T59" fmla="*/ 2 h 71"/>
                <a:gd name="T60" fmla="*/ 23 w 70"/>
                <a:gd name="T61" fmla="*/ 3 h 71"/>
                <a:gd name="T62" fmla="*/ 16 w 70"/>
                <a:gd name="T63" fmla="*/ 7 h 71"/>
                <a:gd name="T64" fmla="*/ 11 w 70"/>
                <a:gd name="T65" fmla="*/ 11 h 71"/>
                <a:gd name="T66" fmla="*/ 7 w 70"/>
                <a:gd name="T67" fmla="*/ 16 h 71"/>
                <a:gd name="T68" fmla="*/ 3 w 70"/>
                <a:gd name="T69" fmla="*/ 22 h 71"/>
                <a:gd name="T70" fmla="*/ 1 w 70"/>
                <a:gd name="T71" fmla="*/ 28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1" y="43"/>
                  </a:lnTo>
                  <a:lnTo>
                    <a:pt x="3" y="50"/>
                  </a:lnTo>
                  <a:lnTo>
                    <a:pt x="7" y="55"/>
                  </a:lnTo>
                  <a:lnTo>
                    <a:pt x="11" y="60"/>
                  </a:lnTo>
                  <a:lnTo>
                    <a:pt x="16" y="66"/>
                  </a:lnTo>
                  <a:lnTo>
                    <a:pt x="23" y="68"/>
                  </a:lnTo>
                  <a:lnTo>
                    <a:pt x="28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43" y="71"/>
                  </a:lnTo>
                  <a:lnTo>
                    <a:pt x="49" y="68"/>
                  </a:lnTo>
                  <a:lnTo>
                    <a:pt x="56" y="66"/>
                  </a:lnTo>
                  <a:lnTo>
                    <a:pt x="61" y="60"/>
                  </a:lnTo>
                  <a:lnTo>
                    <a:pt x="65" y="55"/>
                  </a:lnTo>
                  <a:lnTo>
                    <a:pt x="68" y="50"/>
                  </a:lnTo>
                  <a:lnTo>
                    <a:pt x="70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70" y="28"/>
                  </a:lnTo>
                  <a:lnTo>
                    <a:pt x="68" y="22"/>
                  </a:lnTo>
                  <a:lnTo>
                    <a:pt x="65" y="16"/>
                  </a:lnTo>
                  <a:lnTo>
                    <a:pt x="61" y="11"/>
                  </a:lnTo>
                  <a:lnTo>
                    <a:pt x="56" y="7"/>
                  </a:lnTo>
                  <a:lnTo>
                    <a:pt x="49" y="3"/>
                  </a:lnTo>
                  <a:lnTo>
                    <a:pt x="43" y="2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8" y="2"/>
                  </a:lnTo>
                  <a:lnTo>
                    <a:pt x="23" y="3"/>
                  </a:lnTo>
                  <a:lnTo>
                    <a:pt x="16" y="7"/>
                  </a:lnTo>
                  <a:lnTo>
                    <a:pt x="11" y="11"/>
                  </a:lnTo>
                  <a:lnTo>
                    <a:pt x="7" y="16"/>
                  </a:lnTo>
                  <a:lnTo>
                    <a:pt x="3" y="22"/>
                  </a:lnTo>
                  <a:lnTo>
                    <a:pt x="1" y="28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1" name="Freeform 71"/>
            <p:cNvSpPr>
              <a:spLocks/>
            </p:cNvSpPr>
            <p:nvPr/>
          </p:nvSpPr>
          <p:spPr bwMode="auto">
            <a:xfrm>
              <a:off x="2333" y="2027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0 w 70"/>
                <a:gd name="T5" fmla="*/ 43 h 71"/>
                <a:gd name="T6" fmla="*/ 3 w 70"/>
                <a:gd name="T7" fmla="*/ 50 h 71"/>
                <a:gd name="T8" fmla="*/ 5 w 70"/>
                <a:gd name="T9" fmla="*/ 56 h 71"/>
                <a:gd name="T10" fmla="*/ 9 w 70"/>
                <a:gd name="T11" fmla="*/ 62 h 71"/>
                <a:gd name="T12" fmla="*/ 15 w 70"/>
                <a:gd name="T13" fmla="*/ 66 h 71"/>
                <a:gd name="T14" fmla="*/ 21 w 70"/>
                <a:gd name="T15" fmla="*/ 68 h 71"/>
                <a:gd name="T16" fmla="*/ 28 w 70"/>
                <a:gd name="T17" fmla="*/ 71 h 71"/>
                <a:gd name="T18" fmla="*/ 35 w 70"/>
                <a:gd name="T19" fmla="*/ 71 h 71"/>
                <a:gd name="T20" fmla="*/ 35 w 70"/>
                <a:gd name="T21" fmla="*/ 71 h 71"/>
                <a:gd name="T22" fmla="*/ 41 w 70"/>
                <a:gd name="T23" fmla="*/ 71 h 71"/>
                <a:gd name="T24" fmla="*/ 48 w 70"/>
                <a:gd name="T25" fmla="*/ 68 h 71"/>
                <a:gd name="T26" fmla="*/ 54 w 70"/>
                <a:gd name="T27" fmla="*/ 66 h 71"/>
                <a:gd name="T28" fmla="*/ 60 w 70"/>
                <a:gd name="T29" fmla="*/ 62 h 71"/>
                <a:gd name="T30" fmla="*/ 64 w 70"/>
                <a:gd name="T31" fmla="*/ 56 h 71"/>
                <a:gd name="T32" fmla="*/ 66 w 70"/>
                <a:gd name="T33" fmla="*/ 50 h 71"/>
                <a:gd name="T34" fmla="*/ 69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69 w 70"/>
                <a:gd name="T41" fmla="*/ 30 h 71"/>
                <a:gd name="T42" fmla="*/ 66 w 70"/>
                <a:gd name="T43" fmla="*/ 23 h 71"/>
                <a:gd name="T44" fmla="*/ 64 w 70"/>
                <a:gd name="T45" fmla="*/ 16 h 71"/>
                <a:gd name="T46" fmla="*/ 60 w 70"/>
                <a:gd name="T47" fmla="*/ 11 h 71"/>
                <a:gd name="T48" fmla="*/ 54 w 70"/>
                <a:gd name="T49" fmla="*/ 7 h 71"/>
                <a:gd name="T50" fmla="*/ 48 w 70"/>
                <a:gd name="T51" fmla="*/ 3 h 71"/>
                <a:gd name="T52" fmla="*/ 41 w 70"/>
                <a:gd name="T53" fmla="*/ 2 h 71"/>
                <a:gd name="T54" fmla="*/ 35 w 70"/>
                <a:gd name="T55" fmla="*/ 0 h 71"/>
                <a:gd name="T56" fmla="*/ 35 w 70"/>
                <a:gd name="T57" fmla="*/ 0 h 71"/>
                <a:gd name="T58" fmla="*/ 28 w 70"/>
                <a:gd name="T59" fmla="*/ 2 h 71"/>
                <a:gd name="T60" fmla="*/ 21 w 70"/>
                <a:gd name="T61" fmla="*/ 3 h 71"/>
                <a:gd name="T62" fmla="*/ 15 w 70"/>
                <a:gd name="T63" fmla="*/ 7 h 71"/>
                <a:gd name="T64" fmla="*/ 9 w 70"/>
                <a:gd name="T65" fmla="*/ 11 h 71"/>
                <a:gd name="T66" fmla="*/ 5 w 70"/>
                <a:gd name="T67" fmla="*/ 16 h 71"/>
                <a:gd name="T68" fmla="*/ 3 w 70"/>
                <a:gd name="T69" fmla="*/ 23 h 71"/>
                <a:gd name="T70" fmla="*/ 0 w 70"/>
                <a:gd name="T71" fmla="*/ 30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0" y="43"/>
                  </a:lnTo>
                  <a:lnTo>
                    <a:pt x="3" y="50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15" y="66"/>
                  </a:lnTo>
                  <a:lnTo>
                    <a:pt x="21" y="68"/>
                  </a:lnTo>
                  <a:lnTo>
                    <a:pt x="28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1" y="71"/>
                  </a:lnTo>
                  <a:lnTo>
                    <a:pt x="48" y="68"/>
                  </a:lnTo>
                  <a:lnTo>
                    <a:pt x="54" y="66"/>
                  </a:lnTo>
                  <a:lnTo>
                    <a:pt x="60" y="62"/>
                  </a:lnTo>
                  <a:lnTo>
                    <a:pt x="64" y="56"/>
                  </a:lnTo>
                  <a:lnTo>
                    <a:pt x="66" y="50"/>
                  </a:lnTo>
                  <a:lnTo>
                    <a:pt x="69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69" y="30"/>
                  </a:lnTo>
                  <a:lnTo>
                    <a:pt x="66" y="23"/>
                  </a:lnTo>
                  <a:lnTo>
                    <a:pt x="64" y="16"/>
                  </a:lnTo>
                  <a:lnTo>
                    <a:pt x="60" y="11"/>
                  </a:lnTo>
                  <a:lnTo>
                    <a:pt x="54" y="7"/>
                  </a:lnTo>
                  <a:lnTo>
                    <a:pt x="48" y="3"/>
                  </a:lnTo>
                  <a:lnTo>
                    <a:pt x="41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2"/>
                  </a:lnTo>
                  <a:lnTo>
                    <a:pt x="21" y="3"/>
                  </a:lnTo>
                  <a:lnTo>
                    <a:pt x="15" y="7"/>
                  </a:lnTo>
                  <a:lnTo>
                    <a:pt x="9" y="11"/>
                  </a:lnTo>
                  <a:lnTo>
                    <a:pt x="5" y="16"/>
                  </a:lnTo>
                  <a:lnTo>
                    <a:pt x="3" y="23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2" name="Freeform 72"/>
            <p:cNvSpPr>
              <a:spLocks/>
            </p:cNvSpPr>
            <p:nvPr/>
          </p:nvSpPr>
          <p:spPr bwMode="auto">
            <a:xfrm>
              <a:off x="2245" y="1895"/>
              <a:ext cx="193" cy="141"/>
            </a:xfrm>
            <a:custGeom>
              <a:avLst/>
              <a:gdLst>
                <a:gd name="T0" fmla="*/ 562 w 773"/>
                <a:gd name="T1" fmla="*/ 563 h 563"/>
                <a:gd name="T2" fmla="*/ 773 w 773"/>
                <a:gd name="T3" fmla="*/ 477 h 563"/>
                <a:gd name="T4" fmla="*/ 773 w 773"/>
                <a:gd name="T5" fmla="*/ 0 h 563"/>
                <a:gd name="T6" fmla="*/ 387 w 773"/>
                <a:gd name="T7" fmla="*/ 124 h 563"/>
                <a:gd name="T8" fmla="*/ 0 w 773"/>
                <a:gd name="T9" fmla="*/ 0 h 563"/>
                <a:gd name="T10" fmla="*/ 0 w 773"/>
                <a:gd name="T11" fmla="*/ 19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3" h="563">
                  <a:moveTo>
                    <a:pt x="562" y="563"/>
                  </a:moveTo>
                  <a:lnTo>
                    <a:pt x="773" y="477"/>
                  </a:lnTo>
                  <a:lnTo>
                    <a:pt x="773" y="0"/>
                  </a:lnTo>
                  <a:lnTo>
                    <a:pt x="387" y="124"/>
                  </a:lnTo>
                  <a:lnTo>
                    <a:pt x="0" y="0"/>
                  </a:lnTo>
                  <a:lnTo>
                    <a:pt x="0" y="19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03" name="Group 4"/>
          <p:cNvGrpSpPr>
            <a:grpSpLocks noChangeAspect="1"/>
          </p:cNvGrpSpPr>
          <p:nvPr/>
        </p:nvGrpSpPr>
        <p:grpSpPr bwMode="auto">
          <a:xfrm>
            <a:off x="8041457" y="5816171"/>
            <a:ext cx="346454" cy="345895"/>
            <a:chOff x="192" y="304"/>
            <a:chExt cx="621" cy="620"/>
          </a:xfrm>
        </p:grpSpPr>
        <p:sp>
          <p:nvSpPr>
            <p:cNvPr id="804" name="Freeform 5"/>
            <p:cNvSpPr>
              <a:spLocks/>
            </p:cNvSpPr>
            <p:nvPr/>
          </p:nvSpPr>
          <p:spPr bwMode="auto">
            <a:xfrm>
              <a:off x="420" y="532"/>
              <a:ext cx="165" cy="164"/>
            </a:xfrm>
            <a:custGeom>
              <a:avLst/>
              <a:gdLst>
                <a:gd name="T0" fmla="*/ 281 w 330"/>
                <a:gd name="T1" fmla="*/ 50 h 330"/>
                <a:gd name="T2" fmla="*/ 303 w 330"/>
                <a:gd name="T3" fmla="*/ 75 h 330"/>
                <a:gd name="T4" fmla="*/ 317 w 330"/>
                <a:gd name="T5" fmla="*/ 104 h 330"/>
                <a:gd name="T6" fmla="*/ 327 w 330"/>
                <a:gd name="T7" fmla="*/ 134 h 330"/>
                <a:gd name="T8" fmla="*/ 330 w 330"/>
                <a:gd name="T9" fmla="*/ 166 h 330"/>
                <a:gd name="T10" fmla="*/ 327 w 330"/>
                <a:gd name="T11" fmla="*/ 198 h 330"/>
                <a:gd name="T12" fmla="*/ 317 w 330"/>
                <a:gd name="T13" fmla="*/ 228 h 330"/>
                <a:gd name="T14" fmla="*/ 303 w 330"/>
                <a:gd name="T15" fmla="*/ 257 h 330"/>
                <a:gd name="T16" fmla="*/ 281 w 330"/>
                <a:gd name="T17" fmla="*/ 282 h 330"/>
                <a:gd name="T18" fmla="*/ 268 w 330"/>
                <a:gd name="T19" fmla="*/ 293 h 330"/>
                <a:gd name="T20" fmla="*/ 241 w 330"/>
                <a:gd name="T21" fmla="*/ 311 h 330"/>
                <a:gd name="T22" fmla="*/ 212 w 330"/>
                <a:gd name="T23" fmla="*/ 323 h 330"/>
                <a:gd name="T24" fmla="*/ 180 w 330"/>
                <a:gd name="T25" fmla="*/ 330 h 330"/>
                <a:gd name="T26" fmla="*/ 148 w 330"/>
                <a:gd name="T27" fmla="*/ 330 h 330"/>
                <a:gd name="T28" fmla="*/ 118 w 330"/>
                <a:gd name="T29" fmla="*/ 323 h 330"/>
                <a:gd name="T30" fmla="*/ 88 w 330"/>
                <a:gd name="T31" fmla="*/ 311 h 330"/>
                <a:gd name="T32" fmla="*/ 60 w 330"/>
                <a:gd name="T33" fmla="*/ 293 h 330"/>
                <a:gd name="T34" fmla="*/ 48 w 330"/>
                <a:gd name="T35" fmla="*/ 282 h 330"/>
                <a:gd name="T36" fmla="*/ 27 w 330"/>
                <a:gd name="T37" fmla="*/ 257 h 330"/>
                <a:gd name="T38" fmla="*/ 11 w 330"/>
                <a:gd name="T39" fmla="*/ 228 h 330"/>
                <a:gd name="T40" fmla="*/ 3 w 330"/>
                <a:gd name="T41" fmla="*/ 198 h 330"/>
                <a:gd name="T42" fmla="*/ 0 w 330"/>
                <a:gd name="T43" fmla="*/ 166 h 330"/>
                <a:gd name="T44" fmla="*/ 3 w 330"/>
                <a:gd name="T45" fmla="*/ 134 h 330"/>
                <a:gd name="T46" fmla="*/ 11 w 330"/>
                <a:gd name="T47" fmla="*/ 104 h 330"/>
                <a:gd name="T48" fmla="*/ 27 w 330"/>
                <a:gd name="T49" fmla="*/ 75 h 330"/>
                <a:gd name="T50" fmla="*/ 48 w 330"/>
                <a:gd name="T51" fmla="*/ 50 h 330"/>
                <a:gd name="T52" fmla="*/ 60 w 330"/>
                <a:gd name="T53" fmla="*/ 38 h 330"/>
                <a:gd name="T54" fmla="*/ 88 w 330"/>
                <a:gd name="T55" fmla="*/ 19 h 330"/>
                <a:gd name="T56" fmla="*/ 118 w 330"/>
                <a:gd name="T57" fmla="*/ 8 h 330"/>
                <a:gd name="T58" fmla="*/ 148 w 330"/>
                <a:gd name="T59" fmla="*/ 2 h 330"/>
                <a:gd name="T60" fmla="*/ 180 w 330"/>
                <a:gd name="T61" fmla="*/ 2 h 330"/>
                <a:gd name="T62" fmla="*/ 212 w 330"/>
                <a:gd name="T63" fmla="*/ 8 h 330"/>
                <a:gd name="T64" fmla="*/ 241 w 330"/>
                <a:gd name="T65" fmla="*/ 19 h 330"/>
                <a:gd name="T66" fmla="*/ 270 w 330"/>
                <a:gd name="T67" fmla="*/ 38 h 330"/>
                <a:gd name="T68" fmla="*/ 281 w 330"/>
                <a:gd name="T69" fmla="*/ 5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0" h="330">
                  <a:moveTo>
                    <a:pt x="281" y="50"/>
                  </a:moveTo>
                  <a:lnTo>
                    <a:pt x="281" y="50"/>
                  </a:lnTo>
                  <a:lnTo>
                    <a:pt x="292" y="62"/>
                  </a:lnTo>
                  <a:lnTo>
                    <a:pt x="303" y="75"/>
                  </a:lnTo>
                  <a:lnTo>
                    <a:pt x="311" y="89"/>
                  </a:lnTo>
                  <a:lnTo>
                    <a:pt x="317" y="104"/>
                  </a:lnTo>
                  <a:lnTo>
                    <a:pt x="322" y="118"/>
                  </a:lnTo>
                  <a:lnTo>
                    <a:pt x="327" y="134"/>
                  </a:lnTo>
                  <a:lnTo>
                    <a:pt x="329" y="150"/>
                  </a:lnTo>
                  <a:lnTo>
                    <a:pt x="330" y="166"/>
                  </a:lnTo>
                  <a:lnTo>
                    <a:pt x="329" y="182"/>
                  </a:lnTo>
                  <a:lnTo>
                    <a:pt x="327" y="198"/>
                  </a:lnTo>
                  <a:lnTo>
                    <a:pt x="322" y="212"/>
                  </a:lnTo>
                  <a:lnTo>
                    <a:pt x="317" y="228"/>
                  </a:lnTo>
                  <a:lnTo>
                    <a:pt x="311" y="242"/>
                  </a:lnTo>
                  <a:lnTo>
                    <a:pt x="303" y="257"/>
                  </a:lnTo>
                  <a:lnTo>
                    <a:pt x="292" y="269"/>
                  </a:lnTo>
                  <a:lnTo>
                    <a:pt x="281" y="282"/>
                  </a:lnTo>
                  <a:lnTo>
                    <a:pt x="281" y="282"/>
                  </a:lnTo>
                  <a:lnTo>
                    <a:pt x="268" y="293"/>
                  </a:lnTo>
                  <a:lnTo>
                    <a:pt x="255" y="303"/>
                  </a:lnTo>
                  <a:lnTo>
                    <a:pt x="241" y="311"/>
                  </a:lnTo>
                  <a:lnTo>
                    <a:pt x="226" y="319"/>
                  </a:lnTo>
                  <a:lnTo>
                    <a:pt x="212" y="323"/>
                  </a:lnTo>
                  <a:lnTo>
                    <a:pt x="196" y="327"/>
                  </a:lnTo>
                  <a:lnTo>
                    <a:pt x="180" y="330"/>
                  </a:lnTo>
                  <a:lnTo>
                    <a:pt x="164" y="330"/>
                  </a:lnTo>
                  <a:lnTo>
                    <a:pt x="148" y="330"/>
                  </a:lnTo>
                  <a:lnTo>
                    <a:pt x="132" y="327"/>
                  </a:lnTo>
                  <a:lnTo>
                    <a:pt x="118" y="323"/>
                  </a:lnTo>
                  <a:lnTo>
                    <a:pt x="102" y="319"/>
                  </a:lnTo>
                  <a:lnTo>
                    <a:pt x="88" y="311"/>
                  </a:lnTo>
                  <a:lnTo>
                    <a:pt x="73" y="303"/>
                  </a:lnTo>
                  <a:lnTo>
                    <a:pt x="60" y="293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37" y="269"/>
                  </a:lnTo>
                  <a:lnTo>
                    <a:pt x="27" y="257"/>
                  </a:lnTo>
                  <a:lnTo>
                    <a:pt x="19" y="242"/>
                  </a:lnTo>
                  <a:lnTo>
                    <a:pt x="11" y="228"/>
                  </a:lnTo>
                  <a:lnTo>
                    <a:pt x="6" y="212"/>
                  </a:lnTo>
                  <a:lnTo>
                    <a:pt x="3" y="198"/>
                  </a:lnTo>
                  <a:lnTo>
                    <a:pt x="0" y="182"/>
                  </a:lnTo>
                  <a:lnTo>
                    <a:pt x="0" y="166"/>
                  </a:lnTo>
                  <a:lnTo>
                    <a:pt x="0" y="150"/>
                  </a:lnTo>
                  <a:lnTo>
                    <a:pt x="3" y="134"/>
                  </a:lnTo>
                  <a:lnTo>
                    <a:pt x="6" y="118"/>
                  </a:lnTo>
                  <a:lnTo>
                    <a:pt x="11" y="104"/>
                  </a:lnTo>
                  <a:lnTo>
                    <a:pt x="19" y="89"/>
                  </a:lnTo>
                  <a:lnTo>
                    <a:pt x="27" y="75"/>
                  </a:lnTo>
                  <a:lnTo>
                    <a:pt x="37" y="62"/>
                  </a:lnTo>
                  <a:lnTo>
                    <a:pt x="48" y="50"/>
                  </a:lnTo>
                  <a:lnTo>
                    <a:pt x="48" y="50"/>
                  </a:lnTo>
                  <a:lnTo>
                    <a:pt x="60" y="38"/>
                  </a:lnTo>
                  <a:lnTo>
                    <a:pt x="73" y="27"/>
                  </a:lnTo>
                  <a:lnTo>
                    <a:pt x="88" y="19"/>
                  </a:lnTo>
                  <a:lnTo>
                    <a:pt x="102" y="13"/>
                  </a:lnTo>
                  <a:lnTo>
                    <a:pt x="118" y="8"/>
                  </a:lnTo>
                  <a:lnTo>
                    <a:pt x="132" y="3"/>
                  </a:lnTo>
                  <a:lnTo>
                    <a:pt x="148" y="2"/>
                  </a:lnTo>
                  <a:lnTo>
                    <a:pt x="164" y="0"/>
                  </a:lnTo>
                  <a:lnTo>
                    <a:pt x="180" y="2"/>
                  </a:lnTo>
                  <a:lnTo>
                    <a:pt x="196" y="3"/>
                  </a:lnTo>
                  <a:lnTo>
                    <a:pt x="212" y="8"/>
                  </a:lnTo>
                  <a:lnTo>
                    <a:pt x="226" y="13"/>
                  </a:lnTo>
                  <a:lnTo>
                    <a:pt x="241" y="19"/>
                  </a:lnTo>
                  <a:lnTo>
                    <a:pt x="255" y="27"/>
                  </a:lnTo>
                  <a:lnTo>
                    <a:pt x="270" y="38"/>
                  </a:lnTo>
                  <a:lnTo>
                    <a:pt x="281" y="50"/>
                  </a:lnTo>
                  <a:lnTo>
                    <a:pt x="281" y="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5" name="Freeform 6"/>
            <p:cNvSpPr>
              <a:spLocks/>
            </p:cNvSpPr>
            <p:nvPr/>
          </p:nvSpPr>
          <p:spPr bwMode="auto">
            <a:xfrm>
              <a:off x="497" y="304"/>
              <a:ext cx="316" cy="315"/>
            </a:xfrm>
            <a:custGeom>
              <a:avLst/>
              <a:gdLst>
                <a:gd name="T0" fmla="*/ 0 w 631"/>
                <a:gd name="T1" fmla="*/ 457 h 630"/>
                <a:gd name="T2" fmla="*/ 327 w 631"/>
                <a:gd name="T3" fmla="*/ 0 h 630"/>
                <a:gd name="T4" fmla="*/ 327 w 631"/>
                <a:gd name="T5" fmla="*/ 0 h 630"/>
                <a:gd name="T6" fmla="*/ 336 w 631"/>
                <a:gd name="T7" fmla="*/ 0 h 630"/>
                <a:gd name="T8" fmla="*/ 346 w 631"/>
                <a:gd name="T9" fmla="*/ 1 h 630"/>
                <a:gd name="T10" fmla="*/ 368 w 631"/>
                <a:gd name="T11" fmla="*/ 8 h 630"/>
                <a:gd name="T12" fmla="*/ 391 w 631"/>
                <a:gd name="T13" fmla="*/ 19 h 630"/>
                <a:gd name="T14" fmla="*/ 416 w 631"/>
                <a:gd name="T15" fmla="*/ 33 h 630"/>
                <a:gd name="T16" fmla="*/ 440 w 631"/>
                <a:gd name="T17" fmla="*/ 51 h 630"/>
                <a:gd name="T18" fmla="*/ 466 w 631"/>
                <a:gd name="T19" fmla="*/ 70 h 630"/>
                <a:gd name="T20" fmla="*/ 491 w 631"/>
                <a:gd name="T21" fmla="*/ 92 h 630"/>
                <a:gd name="T22" fmla="*/ 515 w 631"/>
                <a:gd name="T23" fmla="*/ 116 h 630"/>
                <a:gd name="T24" fmla="*/ 539 w 631"/>
                <a:gd name="T25" fmla="*/ 140 h 630"/>
                <a:gd name="T26" fmla="*/ 561 w 631"/>
                <a:gd name="T27" fmla="*/ 165 h 630"/>
                <a:gd name="T28" fmla="*/ 580 w 631"/>
                <a:gd name="T29" fmla="*/ 191 h 630"/>
                <a:gd name="T30" fmla="*/ 598 w 631"/>
                <a:gd name="T31" fmla="*/ 215 h 630"/>
                <a:gd name="T32" fmla="*/ 612 w 631"/>
                <a:gd name="T33" fmla="*/ 240 h 630"/>
                <a:gd name="T34" fmla="*/ 623 w 631"/>
                <a:gd name="T35" fmla="*/ 262 h 630"/>
                <a:gd name="T36" fmla="*/ 630 w 631"/>
                <a:gd name="T37" fmla="*/ 285 h 630"/>
                <a:gd name="T38" fmla="*/ 631 w 631"/>
                <a:gd name="T39" fmla="*/ 294 h 630"/>
                <a:gd name="T40" fmla="*/ 631 w 631"/>
                <a:gd name="T41" fmla="*/ 304 h 630"/>
                <a:gd name="T42" fmla="*/ 174 w 631"/>
                <a:gd name="T43" fmla="*/ 6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630">
                  <a:moveTo>
                    <a:pt x="0" y="457"/>
                  </a:moveTo>
                  <a:lnTo>
                    <a:pt x="327" y="0"/>
                  </a:lnTo>
                  <a:lnTo>
                    <a:pt x="327" y="0"/>
                  </a:lnTo>
                  <a:lnTo>
                    <a:pt x="336" y="0"/>
                  </a:lnTo>
                  <a:lnTo>
                    <a:pt x="346" y="1"/>
                  </a:lnTo>
                  <a:lnTo>
                    <a:pt x="368" y="8"/>
                  </a:lnTo>
                  <a:lnTo>
                    <a:pt x="391" y="19"/>
                  </a:lnTo>
                  <a:lnTo>
                    <a:pt x="416" y="33"/>
                  </a:lnTo>
                  <a:lnTo>
                    <a:pt x="440" y="51"/>
                  </a:lnTo>
                  <a:lnTo>
                    <a:pt x="466" y="70"/>
                  </a:lnTo>
                  <a:lnTo>
                    <a:pt x="491" y="92"/>
                  </a:lnTo>
                  <a:lnTo>
                    <a:pt x="515" y="116"/>
                  </a:lnTo>
                  <a:lnTo>
                    <a:pt x="539" y="140"/>
                  </a:lnTo>
                  <a:lnTo>
                    <a:pt x="561" y="165"/>
                  </a:lnTo>
                  <a:lnTo>
                    <a:pt x="580" y="191"/>
                  </a:lnTo>
                  <a:lnTo>
                    <a:pt x="598" y="215"/>
                  </a:lnTo>
                  <a:lnTo>
                    <a:pt x="612" y="240"/>
                  </a:lnTo>
                  <a:lnTo>
                    <a:pt x="623" y="262"/>
                  </a:lnTo>
                  <a:lnTo>
                    <a:pt x="630" y="285"/>
                  </a:lnTo>
                  <a:lnTo>
                    <a:pt x="631" y="294"/>
                  </a:lnTo>
                  <a:lnTo>
                    <a:pt x="631" y="304"/>
                  </a:lnTo>
                  <a:lnTo>
                    <a:pt x="174" y="6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6" name="Freeform 7"/>
            <p:cNvSpPr>
              <a:spLocks/>
            </p:cNvSpPr>
            <p:nvPr/>
          </p:nvSpPr>
          <p:spPr bwMode="auto">
            <a:xfrm>
              <a:off x="192" y="609"/>
              <a:ext cx="315" cy="315"/>
            </a:xfrm>
            <a:custGeom>
              <a:avLst/>
              <a:gdLst>
                <a:gd name="T0" fmla="*/ 456 w 630"/>
                <a:gd name="T1" fmla="*/ 0 h 630"/>
                <a:gd name="T2" fmla="*/ 0 w 630"/>
                <a:gd name="T3" fmla="*/ 326 h 630"/>
                <a:gd name="T4" fmla="*/ 0 w 630"/>
                <a:gd name="T5" fmla="*/ 326 h 630"/>
                <a:gd name="T6" fmla="*/ 0 w 630"/>
                <a:gd name="T7" fmla="*/ 336 h 630"/>
                <a:gd name="T8" fmla="*/ 1 w 630"/>
                <a:gd name="T9" fmla="*/ 345 h 630"/>
                <a:gd name="T10" fmla="*/ 9 w 630"/>
                <a:gd name="T11" fmla="*/ 366 h 630"/>
                <a:gd name="T12" fmla="*/ 19 w 630"/>
                <a:gd name="T13" fmla="*/ 390 h 630"/>
                <a:gd name="T14" fmla="*/ 33 w 630"/>
                <a:gd name="T15" fmla="*/ 414 h 630"/>
                <a:gd name="T16" fmla="*/ 51 w 630"/>
                <a:gd name="T17" fmla="*/ 439 h 630"/>
                <a:gd name="T18" fmla="*/ 70 w 630"/>
                <a:gd name="T19" fmla="*/ 465 h 630"/>
                <a:gd name="T20" fmla="*/ 92 w 630"/>
                <a:gd name="T21" fmla="*/ 490 h 630"/>
                <a:gd name="T22" fmla="*/ 116 w 630"/>
                <a:gd name="T23" fmla="*/ 514 h 630"/>
                <a:gd name="T24" fmla="*/ 140 w 630"/>
                <a:gd name="T25" fmla="*/ 538 h 630"/>
                <a:gd name="T26" fmla="*/ 165 w 630"/>
                <a:gd name="T27" fmla="*/ 560 h 630"/>
                <a:gd name="T28" fmla="*/ 191 w 630"/>
                <a:gd name="T29" fmla="*/ 579 h 630"/>
                <a:gd name="T30" fmla="*/ 217 w 630"/>
                <a:gd name="T31" fmla="*/ 597 h 630"/>
                <a:gd name="T32" fmla="*/ 240 w 630"/>
                <a:gd name="T33" fmla="*/ 611 h 630"/>
                <a:gd name="T34" fmla="*/ 264 w 630"/>
                <a:gd name="T35" fmla="*/ 621 h 630"/>
                <a:gd name="T36" fmla="*/ 285 w 630"/>
                <a:gd name="T37" fmla="*/ 629 h 630"/>
                <a:gd name="T38" fmla="*/ 295 w 630"/>
                <a:gd name="T39" fmla="*/ 630 h 630"/>
                <a:gd name="T40" fmla="*/ 304 w 630"/>
                <a:gd name="T41" fmla="*/ 630 h 630"/>
                <a:gd name="T42" fmla="*/ 630 w 630"/>
                <a:gd name="T43" fmla="*/ 175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0" h="630">
                  <a:moveTo>
                    <a:pt x="456" y="0"/>
                  </a:moveTo>
                  <a:lnTo>
                    <a:pt x="0" y="326"/>
                  </a:lnTo>
                  <a:lnTo>
                    <a:pt x="0" y="326"/>
                  </a:lnTo>
                  <a:lnTo>
                    <a:pt x="0" y="336"/>
                  </a:lnTo>
                  <a:lnTo>
                    <a:pt x="1" y="345"/>
                  </a:lnTo>
                  <a:lnTo>
                    <a:pt x="9" y="366"/>
                  </a:lnTo>
                  <a:lnTo>
                    <a:pt x="19" y="390"/>
                  </a:lnTo>
                  <a:lnTo>
                    <a:pt x="33" y="414"/>
                  </a:lnTo>
                  <a:lnTo>
                    <a:pt x="51" y="439"/>
                  </a:lnTo>
                  <a:lnTo>
                    <a:pt x="70" y="465"/>
                  </a:lnTo>
                  <a:lnTo>
                    <a:pt x="92" y="490"/>
                  </a:lnTo>
                  <a:lnTo>
                    <a:pt x="116" y="514"/>
                  </a:lnTo>
                  <a:lnTo>
                    <a:pt x="140" y="538"/>
                  </a:lnTo>
                  <a:lnTo>
                    <a:pt x="165" y="560"/>
                  </a:lnTo>
                  <a:lnTo>
                    <a:pt x="191" y="579"/>
                  </a:lnTo>
                  <a:lnTo>
                    <a:pt x="217" y="597"/>
                  </a:lnTo>
                  <a:lnTo>
                    <a:pt x="240" y="611"/>
                  </a:lnTo>
                  <a:lnTo>
                    <a:pt x="264" y="621"/>
                  </a:lnTo>
                  <a:lnTo>
                    <a:pt x="285" y="629"/>
                  </a:lnTo>
                  <a:lnTo>
                    <a:pt x="295" y="630"/>
                  </a:lnTo>
                  <a:lnTo>
                    <a:pt x="304" y="630"/>
                  </a:lnTo>
                  <a:lnTo>
                    <a:pt x="630" y="1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7" name="Freeform 8"/>
            <p:cNvSpPr>
              <a:spLocks/>
            </p:cNvSpPr>
            <p:nvPr/>
          </p:nvSpPr>
          <p:spPr bwMode="auto">
            <a:xfrm>
              <a:off x="508" y="619"/>
              <a:ext cx="240" cy="251"/>
            </a:xfrm>
            <a:custGeom>
              <a:avLst/>
              <a:gdLst>
                <a:gd name="T0" fmla="*/ 152 w 479"/>
                <a:gd name="T1" fmla="*/ 0 h 502"/>
                <a:gd name="T2" fmla="*/ 479 w 479"/>
                <a:gd name="T3" fmla="*/ 349 h 502"/>
                <a:gd name="T4" fmla="*/ 327 w 479"/>
                <a:gd name="T5" fmla="*/ 349 h 502"/>
                <a:gd name="T6" fmla="*/ 327 w 479"/>
                <a:gd name="T7" fmla="*/ 502 h 502"/>
                <a:gd name="T8" fmla="*/ 0 w 479"/>
                <a:gd name="T9" fmla="*/ 155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9" h="502">
                  <a:moveTo>
                    <a:pt x="152" y="0"/>
                  </a:moveTo>
                  <a:lnTo>
                    <a:pt x="479" y="349"/>
                  </a:lnTo>
                  <a:lnTo>
                    <a:pt x="327" y="349"/>
                  </a:lnTo>
                  <a:lnTo>
                    <a:pt x="327" y="502"/>
                  </a:lnTo>
                  <a:lnTo>
                    <a:pt x="0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8" name="Line 9"/>
            <p:cNvSpPr>
              <a:spLocks noChangeShapeType="1"/>
            </p:cNvSpPr>
            <p:nvPr/>
          </p:nvSpPr>
          <p:spPr bwMode="auto">
            <a:xfrm flipH="1">
              <a:off x="399" y="673"/>
              <a:ext cx="45" cy="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9" name="Line 10"/>
            <p:cNvSpPr>
              <a:spLocks noChangeShapeType="1"/>
            </p:cNvSpPr>
            <p:nvPr/>
          </p:nvSpPr>
          <p:spPr bwMode="auto">
            <a:xfrm flipV="1">
              <a:off x="560" y="510"/>
              <a:ext cx="47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0" name="Group 13"/>
          <p:cNvGrpSpPr>
            <a:grpSpLocks noChangeAspect="1"/>
          </p:cNvGrpSpPr>
          <p:nvPr/>
        </p:nvGrpSpPr>
        <p:grpSpPr bwMode="auto">
          <a:xfrm>
            <a:off x="8616657" y="5803213"/>
            <a:ext cx="371230" cy="371811"/>
            <a:chOff x="888" y="289"/>
            <a:chExt cx="640" cy="641"/>
          </a:xfrm>
        </p:grpSpPr>
        <p:sp>
          <p:nvSpPr>
            <p:cNvPr id="811" name="Freeform 14"/>
            <p:cNvSpPr>
              <a:spLocks/>
            </p:cNvSpPr>
            <p:nvPr/>
          </p:nvSpPr>
          <p:spPr bwMode="auto">
            <a:xfrm>
              <a:off x="1120" y="373"/>
              <a:ext cx="176" cy="159"/>
            </a:xfrm>
            <a:custGeom>
              <a:avLst/>
              <a:gdLst>
                <a:gd name="T0" fmla="*/ 174 w 352"/>
                <a:gd name="T1" fmla="*/ 0 h 318"/>
                <a:gd name="T2" fmla="*/ 220 w 352"/>
                <a:gd name="T3" fmla="*/ 98 h 318"/>
                <a:gd name="T4" fmla="*/ 352 w 352"/>
                <a:gd name="T5" fmla="*/ 98 h 318"/>
                <a:gd name="T6" fmla="*/ 242 w 352"/>
                <a:gd name="T7" fmla="*/ 186 h 318"/>
                <a:gd name="T8" fmla="*/ 287 w 352"/>
                <a:gd name="T9" fmla="*/ 318 h 318"/>
                <a:gd name="T10" fmla="*/ 175 w 352"/>
                <a:gd name="T11" fmla="*/ 230 h 318"/>
                <a:gd name="T12" fmla="*/ 65 w 352"/>
                <a:gd name="T13" fmla="*/ 318 h 318"/>
                <a:gd name="T14" fmla="*/ 110 w 352"/>
                <a:gd name="T15" fmla="*/ 186 h 318"/>
                <a:gd name="T16" fmla="*/ 0 w 352"/>
                <a:gd name="T17" fmla="*/ 98 h 318"/>
                <a:gd name="T18" fmla="*/ 132 w 352"/>
                <a:gd name="T19" fmla="*/ 98 h 318"/>
                <a:gd name="T20" fmla="*/ 174 w 352"/>
                <a:gd name="T21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2" h="318">
                  <a:moveTo>
                    <a:pt x="174" y="0"/>
                  </a:moveTo>
                  <a:lnTo>
                    <a:pt x="220" y="98"/>
                  </a:lnTo>
                  <a:lnTo>
                    <a:pt x="352" y="98"/>
                  </a:lnTo>
                  <a:lnTo>
                    <a:pt x="242" y="186"/>
                  </a:lnTo>
                  <a:lnTo>
                    <a:pt x="287" y="318"/>
                  </a:lnTo>
                  <a:lnTo>
                    <a:pt x="175" y="230"/>
                  </a:lnTo>
                  <a:lnTo>
                    <a:pt x="65" y="318"/>
                  </a:lnTo>
                  <a:lnTo>
                    <a:pt x="110" y="186"/>
                  </a:lnTo>
                  <a:lnTo>
                    <a:pt x="0" y="98"/>
                  </a:lnTo>
                  <a:lnTo>
                    <a:pt x="132" y="98"/>
                  </a:lnTo>
                  <a:lnTo>
                    <a:pt x="17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2" name="Freeform 15"/>
            <p:cNvSpPr>
              <a:spLocks/>
            </p:cNvSpPr>
            <p:nvPr/>
          </p:nvSpPr>
          <p:spPr bwMode="auto">
            <a:xfrm>
              <a:off x="888" y="333"/>
              <a:ext cx="127" cy="232"/>
            </a:xfrm>
            <a:custGeom>
              <a:avLst/>
              <a:gdLst>
                <a:gd name="T0" fmla="*/ 253 w 253"/>
                <a:gd name="T1" fmla="*/ 465 h 465"/>
                <a:gd name="T2" fmla="*/ 253 w 253"/>
                <a:gd name="T3" fmla="*/ 465 h 465"/>
                <a:gd name="T4" fmla="*/ 229 w 253"/>
                <a:gd name="T5" fmla="*/ 464 h 465"/>
                <a:gd name="T6" fmla="*/ 205 w 253"/>
                <a:gd name="T7" fmla="*/ 461 h 465"/>
                <a:gd name="T8" fmla="*/ 183 w 253"/>
                <a:gd name="T9" fmla="*/ 456 h 465"/>
                <a:gd name="T10" fmla="*/ 162 w 253"/>
                <a:gd name="T11" fmla="*/ 449 h 465"/>
                <a:gd name="T12" fmla="*/ 145 w 253"/>
                <a:gd name="T13" fmla="*/ 441 h 465"/>
                <a:gd name="T14" fmla="*/ 127 w 253"/>
                <a:gd name="T15" fmla="*/ 432 h 465"/>
                <a:gd name="T16" fmla="*/ 111 w 253"/>
                <a:gd name="T17" fmla="*/ 419 h 465"/>
                <a:gd name="T18" fmla="*/ 97 w 253"/>
                <a:gd name="T19" fmla="*/ 406 h 465"/>
                <a:gd name="T20" fmla="*/ 84 w 253"/>
                <a:gd name="T21" fmla="*/ 393 h 465"/>
                <a:gd name="T22" fmla="*/ 71 w 253"/>
                <a:gd name="T23" fmla="*/ 377 h 465"/>
                <a:gd name="T24" fmla="*/ 60 w 253"/>
                <a:gd name="T25" fmla="*/ 361 h 465"/>
                <a:gd name="T26" fmla="*/ 51 w 253"/>
                <a:gd name="T27" fmla="*/ 346 h 465"/>
                <a:gd name="T28" fmla="*/ 43 w 253"/>
                <a:gd name="T29" fmla="*/ 326 h 465"/>
                <a:gd name="T30" fmla="*/ 35 w 253"/>
                <a:gd name="T31" fmla="*/ 309 h 465"/>
                <a:gd name="T32" fmla="*/ 28 w 253"/>
                <a:gd name="T33" fmla="*/ 290 h 465"/>
                <a:gd name="T34" fmla="*/ 22 w 253"/>
                <a:gd name="T35" fmla="*/ 270 h 465"/>
                <a:gd name="T36" fmla="*/ 12 w 253"/>
                <a:gd name="T37" fmla="*/ 232 h 465"/>
                <a:gd name="T38" fmla="*/ 6 w 253"/>
                <a:gd name="T39" fmla="*/ 192 h 465"/>
                <a:gd name="T40" fmla="*/ 3 w 253"/>
                <a:gd name="T41" fmla="*/ 152 h 465"/>
                <a:gd name="T42" fmla="*/ 0 w 253"/>
                <a:gd name="T43" fmla="*/ 115 h 465"/>
                <a:gd name="T44" fmla="*/ 0 w 253"/>
                <a:gd name="T45" fmla="*/ 80 h 465"/>
                <a:gd name="T46" fmla="*/ 0 w 253"/>
                <a:gd name="T47" fmla="*/ 50 h 465"/>
                <a:gd name="T48" fmla="*/ 0 w 253"/>
                <a:gd name="T49" fmla="*/ 0 h 465"/>
                <a:gd name="T50" fmla="*/ 142 w 253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3" h="465">
                  <a:moveTo>
                    <a:pt x="253" y="465"/>
                  </a:moveTo>
                  <a:lnTo>
                    <a:pt x="253" y="465"/>
                  </a:lnTo>
                  <a:lnTo>
                    <a:pt x="229" y="464"/>
                  </a:lnTo>
                  <a:lnTo>
                    <a:pt x="205" y="461"/>
                  </a:lnTo>
                  <a:lnTo>
                    <a:pt x="183" y="456"/>
                  </a:lnTo>
                  <a:lnTo>
                    <a:pt x="162" y="449"/>
                  </a:lnTo>
                  <a:lnTo>
                    <a:pt x="145" y="441"/>
                  </a:lnTo>
                  <a:lnTo>
                    <a:pt x="127" y="432"/>
                  </a:lnTo>
                  <a:lnTo>
                    <a:pt x="111" y="419"/>
                  </a:lnTo>
                  <a:lnTo>
                    <a:pt x="97" y="406"/>
                  </a:lnTo>
                  <a:lnTo>
                    <a:pt x="84" y="393"/>
                  </a:lnTo>
                  <a:lnTo>
                    <a:pt x="71" y="377"/>
                  </a:lnTo>
                  <a:lnTo>
                    <a:pt x="60" y="361"/>
                  </a:lnTo>
                  <a:lnTo>
                    <a:pt x="51" y="346"/>
                  </a:lnTo>
                  <a:lnTo>
                    <a:pt x="43" y="326"/>
                  </a:lnTo>
                  <a:lnTo>
                    <a:pt x="35" y="309"/>
                  </a:lnTo>
                  <a:lnTo>
                    <a:pt x="28" y="290"/>
                  </a:lnTo>
                  <a:lnTo>
                    <a:pt x="22" y="270"/>
                  </a:lnTo>
                  <a:lnTo>
                    <a:pt x="12" y="232"/>
                  </a:lnTo>
                  <a:lnTo>
                    <a:pt x="6" y="192"/>
                  </a:lnTo>
                  <a:lnTo>
                    <a:pt x="3" y="152"/>
                  </a:lnTo>
                  <a:lnTo>
                    <a:pt x="0" y="115"/>
                  </a:lnTo>
                  <a:lnTo>
                    <a:pt x="0" y="8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1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3" name="Freeform 16"/>
            <p:cNvSpPr>
              <a:spLocks/>
            </p:cNvSpPr>
            <p:nvPr/>
          </p:nvSpPr>
          <p:spPr bwMode="auto">
            <a:xfrm>
              <a:off x="1401" y="333"/>
              <a:ext cx="127" cy="232"/>
            </a:xfrm>
            <a:custGeom>
              <a:avLst/>
              <a:gdLst>
                <a:gd name="T0" fmla="*/ 0 w 255"/>
                <a:gd name="T1" fmla="*/ 465 h 465"/>
                <a:gd name="T2" fmla="*/ 0 w 255"/>
                <a:gd name="T3" fmla="*/ 465 h 465"/>
                <a:gd name="T4" fmla="*/ 26 w 255"/>
                <a:gd name="T5" fmla="*/ 464 h 465"/>
                <a:gd name="T6" fmla="*/ 48 w 255"/>
                <a:gd name="T7" fmla="*/ 461 h 465"/>
                <a:gd name="T8" fmla="*/ 70 w 255"/>
                <a:gd name="T9" fmla="*/ 456 h 465"/>
                <a:gd name="T10" fmla="*/ 91 w 255"/>
                <a:gd name="T11" fmla="*/ 448 h 465"/>
                <a:gd name="T12" fmla="*/ 110 w 255"/>
                <a:gd name="T13" fmla="*/ 440 h 465"/>
                <a:gd name="T14" fmla="*/ 126 w 255"/>
                <a:gd name="T15" fmla="*/ 429 h 465"/>
                <a:gd name="T16" fmla="*/ 142 w 255"/>
                <a:gd name="T17" fmla="*/ 417 h 465"/>
                <a:gd name="T18" fmla="*/ 157 w 255"/>
                <a:gd name="T19" fmla="*/ 403 h 465"/>
                <a:gd name="T20" fmla="*/ 171 w 255"/>
                <a:gd name="T21" fmla="*/ 389 h 465"/>
                <a:gd name="T22" fmla="*/ 182 w 255"/>
                <a:gd name="T23" fmla="*/ 373 h 465"/>
                <a:gd name="T24" fmla="*/ 193 w 255"/>
                <a:gd name="T25" fmla="*/ 357 h 465"/>
                <a:gd name="T26" fmla="*/ 203 w 255"/>
                <a:gd name="T27" fmla="*/ 339 h 465"/>
                <a:gd name="T28" fmla="*/ 212 w 255"/>
                <a:gd name="T29" fmla="*/ 320 h 465"/>
                <a:gd name="T30" fmla="*/ 219 w 255"/>
                <a:gd name="T31" fmla="*/ 301 h 465"/>
                <a:gd name="T32" fmla="*/ 227 w 255"/>
                <a:gd name="T33" fmla="*/ 282 h 465"/>
                <a:gd name="T34" fmla="*/ 232 w 255"/>
                <a:gd name="T35" fmla="*/ 262 h 465"/>
                <a:gd name="T36" fmla="*/ 241 w 255"/>
                <a:gd name="T37" fmla="*/ 223 h 465"/>
                <a:gd name="T38" fmla="*/ 247 w 255"/>
                <a:gd name="T39" fmla="*/ 181 h 465"/>
                <a:gd name="T40" fmla="*/ 252 w 255"/>
                <a:gd name="T41" fmla="*/ 143 h 465"/>
                <a:gd name="T42" fmla="*/ 254 w 255"/>
                <a:gd name="T43" fmla="*/ 106 h 465"/>
                <a:gd name="T44" fmla="*/ 255 w 255"/>
                <a:gd name="T45" fmla="*/ 72 h 465"/>
                <a:gd name="T46" fmla="*/ 255 w 255"/>
                <a:gd name="T47" fmla="*/ 44 h 465"/>
                <a:gd name="T48" fmla="*/ 255 w 255"/>
                <a:gd name="T49" fmla="*/ 0 h 465"/>
                <a:gd name="T50" fmla="*/ 115 w 255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5" h="465">
                  <a:moveTo>
                    <a:pt x="0" y="465"/>
                  </a:moveTo>
                  <a:lnTo>
                    <a:pt x="0" y="465"/>
                  </a:lnTo>
                  <a:lnTo>
                    <a:pt x="26" y="464"/>
                  </a:lnTo>
                  <a:lnTo>
                    <a:pt x="48" y="461"/>
                  </a:lnTo>
                  <a:lnTo>
                    <a:pt x="70" y="456"/>
                  </a:lnTo>
                  <a:lnTo>
                    <a:pt x="91" y="448"/>
                  </a:lnTo>
                  <a:lnTo>
                    <a:pt x="110" y="440"/>
                  </a:lnTo>
                  <a:lnTo>
                    <a:pt x="126" y="429"/>
                  </a:lnTo>
                  <a:lnTo>
                    <a:pt x="142" y="417"/>
                  </a:lnTo>
                  <a:lnTo>
                    <a:pt x="157" y="403"/>
                  </a:lnTo>
                  <a:lnTo>
                    <a:pt x="171" y="389"/>
                  </a:lnTo>
                  <a:lnTo>
                    <a:pt x="182" y="373"/>
                  </a:lnTo>
                  <a:lnTo>
                    <a:pt x="193" y="357"/>
                  </a:lnTo>
                  <a:lnTo>
                    <a:pt x="203" y="339"/>
                  </a:lnTo>
                  <a:lnTo>
                    <a:pt x="212" y="320"/>
                  </a:lnTo>
                  <a:lnTo>
                    <a:pt x="219" y="301"/>
                  </a:lnTo>
                  <a:lnTo>
                    <a:pt x="227" y="282"/>
                  </a:lnTo>
                  <a:lnTo>
                    <a:pt x="232" y="262"/>
                  </a:lnTo>
                  <a:lnTo>
                    <a:pt x="241" y="223"/>
                  </a:lnTo>
                  <a:lnTo>
                    <a:pt x="247" y="181"/>
                  </a:lnTo>
                  <a:lnTo>
                    <a:pt x="252" y="143"/>
                  </a:lnTo>
                  <a:lnTo>
                    <a:pt x="254" y="106"/>
                  </a:lnTo>
                  <a:lnTo>
                    <a:pt x="255" y="72"/>
                  </a:lnTo>
                  <a:lnTo>
                    <a:pt x="255" y="44"/>
                  </a:lnTo>
                  <a:lnTo>
                    <a:pt x="255" y="0"/>
                  </a:lnTo>
                  <a:lnTo>
                    <a:pt x="11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4" name="Freeform 17"/>
            <p:cNvSpPr>
              <a:spLocks/>
            </p:cNvSpPr>
            <p:nvPr/>
          </p:nvSpPr>
          <p:spPr bwMode="auto">
            <a:xfrm>
              <a:off x="958" y="289"/>
              <a:ext cx="501" cy="641"/>
            </a:xfrm>
            <a:custGeom>
              <a:avLst/>
              <a:gdLst>
                <a:gd name="T0" fmla="*/ 0 w 1002"/>
                <a:gd name="T1" fmla="*/ 0 h 1282"/>
                <a:gd name="T2" fmla="*/ 0 w 1002"/>
                <a:gd name="T3" fmla="*/ 76 h 1282"/>
                <a:gd name="T4" fmla="*/ 10 w 1002"/>
                <a:gd name="T5" fmla="*/ 214 h 1282"/>
                <a:gd name="T6" fmla="*/ 29 w 1002"/>
                <a:gd name="T7" fmla="*/ 329 h 1282"/>
                <a:gd name="T8" fmla="*/ 54 w 1002"/>
                <a:gd name="T9" fmla="*/ 423 h 1282"/>
                <a:gd name="T10" fmla="*/ 84 w 1002"/>
                <a:gd name="T11" fmla="*/ 500 h 1282"/>
                <a:gd name="T12" fmla="*/ 120 w 1002"/>
                <a:gd name="T13" fmla="*/ 562 h 1282"/>
                <a:gd name="T14" fmla="*/ 159 w 1002"/>
                <a:gd name="T15" fmla="*/ 611 h 1282"/>
                <a:gd name="T16" fmla="*/ 201 w 1002"/>
                <a:gd name="T17" fmla="*/ 651 h 1282"/>
                <a:gd name="T18" fmla="*/ 242 w 1002"/>
                <a:gd name="T19" fmla="*/ 683 h 1282"/>
                <a:gd name="T20" fmla="*/ 303 w 1002"/>
                <a:gd name="T21" fmla="*/ 722 h 1282"/>
                <a:gd name="T22" fmla="*/ 357 w 1002"/>
                <a:gd name="T23" fmla="*/ 757 h 1282"/>
                <a:gd name="T24" fmla="*/ 388 w 1002"/>
                <a:gd name="T25" fmla="*/ 782 h 1282"/>
                <a:gd name="T26" fmla="*/ 413 w 1002"/>
                <a:gd name="T27" fmla="*/ 811 h 1282"/>
                <a:gd name="T28" fmla="*/ 432 w 1002"/>
                <a:gd name="T29" fmla="*/ 848 h 1282"/>
                <a:gd name="T30" fmla="*/ 442 w 1002"/>
                <a:gd name="T31" fmla="*/ 893 h 1282"/>
                <a:gd name="T32" fmla="*/ 443 w 1002"/>
                <a:gd name="T33" fmla="*/ 920 h 1282"/>
                <a:gd name="T34" fmla="*/ 439 w 1002"/>
                <a:gd name="T35" fmla="*/ 987 h 1282"/>
                <a:gd name="T36" fmla="*/ 427 w 1002"/>
                <a:gd name="T37" fmla="*/ 1041 h 1282"/>
                <a:gd name="T38" fmla="*/ 408 w 1002"/>
                <a:gd name="T39" fmla="*/ 1086 h 1282"/>
                <a:gd name="T40" fmla="*/ 384 w 1002"/>
                <a:gd name="T41" fmla="*/ 1119 h 1282"/>
                <a:gd name="T42" fmla="*/ 352 w 1002"/>
                <a:gd name="T43" fmla="*/ 1143 h 1282"/>
                <a:gd name="T44" fmla="*/ 313 w 1002"/>
                <a:gd name="T45" fmla="*/ 1159 h 1282"/>
                <a:gd name="T46" fmla="*/ 266 w 1002"/>
                <a:gd name="T47" fmla="*/ 1169 h 1282"/>
                <a:gd name="T48" fmla="*/ 214 w 1002"/>
                <a:gd name="T49" fmla="*/ 1172 h 1282"/>
                <a:gd name="T50" fmla="*/ 786 w 1002"/>
                <a:gd name="T51" fmla="*/ 1282 h 1282"/>
                <a:gd name="T52" fmla="*/ 786 w 1002"/>
                <a:gd name="T53" fmla="*/ 1172 h 1282"/>
                <a:gd name="T54" fmla="*/ 738 w 1002"/>
                <a:gd name="T55" fmla="*/ 1169 h 1282"/>
                <a:gd name="T56" fmla="*/ 695 w 1002"/>
                <a:gd name="T57" fmla="*/ 1159 h 1282"/>
                <a:gd name="T58" fmla="*/ 656 w 1002"/>
                <a:gd name="T59" fmla="*/ 1143 h 1282"/>
                <a:gd name="T60" fmla="*/ 620 w 1002"/>
                <a:gd name="T61" fmla="*/ 1119 h 1282"/>
                <a:gd name="T62" fmla="*/ 593 w 1002"/>
                <a:gd name="T63" fmla="*/ 1086 h 1282"/>
                <a:gd name="T64" fmla="*/ 573 w 1002"/>
                <a:gd name="T65" fmla="*/ 1041 h 1282"/>
                <a:gd name="T66" fmla="*/ 558 w 1002"/>
                <a:gd name="T67" fmla="*/ 987 h 1282"/>
                <a:gd name="T68" fmla="*/ 553 w 1002"/>
                <a:gd name="T69" fmla="*/ 920 h 1282"/>
                <a:gd name="T70" fmla="*/ 555 w 1002"/>
                <a:gd name="T71" fmla="*/ 893 h 1282"/>
                <a:gd name="T72" fmla="*/ 565 w 1002"/>
                <a:gd name="T73" fmla="*/ 848 h 1282"/>
                <a:gd name="T74" fmla="*/ 584 w 1002"/>
                <a:gd name="T75" fmla="*/ 811 h 1282"/>
                <a:gd name="T76" fmla="*/ 609 w 1002"/>
                <a:gd name="T77" fmla="*/ 781 h 1282"/>
                <a:gd name="T78" fmla="*/ 640 w 1002"/>
                <a:gd name="T79" fmla="*/ 755 h 1282"/>
                <a:gd name="T80" fmla="*/ 695 w 1002"/>
                <a:gd name="T81" fmla="*/ 720 h 1282"/>
                <a:gd name="T82" fmla="*/ 756 w 1002"/>
                <a:gd name="T83" fmla="*/ 682 h 1282"/>
                <a:gd name="T84" fmla="*/ 799 w 1002"/>
                <a:gd name="T85" fmla="*/ 650 h 1282"/>
                <a:gd name="T86" fmla="*/ 841 w 1002"/>
                <a:gd name="T87" fmla="*/ 610 h 1282"/>
                <a:gd name="T88" fmla="*/ 879 w 1002"/>
                <a:gd name="T89" fmla="*/ 560 h 1282"/>
                <a:gd name="T90" fmla="*/ 916 w 1002"/>
                <a:gd name="T91" fmla="*/ 498 h 1282"/>
                <a:gd name="T92" fmla="*/ 946 w 1002"/>
                <a:gd name="T93" fmla="*/ 421 h 1282"/>
                <a:gd name="T94" fmla="*/ 971 w 1002"/>
                <a:gd name="T95" fmla="*/ 327 h 1282"/>
                <a:gd name="T96" fmla="*/ 990 w 1002"/>
                <a:gd name="T97" fmla="*/ 214 h 1282"/>
                <a:gd name="T98" fmla="*/ 1000 w 1002"/>
                <a:gd name="T99" fmla="*/ 76 h 1282"/>
                <a:gd name="T100" fmla="*/ 1002 w 1002"/>
                <a:gd name="T101" fmla="*/ 0 h 1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2" h="1282">
                  <a:moveTo>
                    <a:pt x="100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5" y="148"/>
                  </a:lnTo>
                  <a:lnTo>
                    <a:pt x="10" y="214"/>
                  </a:lnTo>
                  <a:lnTo>
                    <a:pt x="17" y="274"/>
                  </a:lnTo>
                  <a:lnTo>
                    <a:pt x="29" y="329"/>
                  </a:lnTo>
                  <a:lnTo>
                    <a:pt x="40" y="378"/>
                  </a:lnTo>
                  <a:lnTo>
                    <a:pt x="54" y="423"/>
                  </a:lnTo>
                  <a:lnTo>
                    <a:pt x="69" y="463"/>
                  </a:lnTo>
                  <a:lnTo>
                    <a:pt x="84" y="500"/>
                  </a:lnTo>
                  <a:lnTo>
                    <a:pt x="102" y="533"/>
                  </a:lnTo>
                  <a:lnTo>
                    <a:pt x="120" y="562"/>
                  </a:lnTo>
                  <a:lnTo>
                    <a:pt x="139" y="589"/>
                  </a:lnTo>
                  <a:lnTo>
                    <a:pt x="159" y="611"/>
                  </a:lnTo>
                  <a:lnTo>
                    <a:pt x="180" y="634"/>
                  </a:lnTo>
                  <a:lnTo>
                    <a:pt x="201" y="651"/>
                  </a:lnTo>
                  <a:lnTo>
                    <a:pt x="222" y="669"/>
                  </a:lnTo>
                  <a:lnTo>
                    <a:pt x="242" y="683"/>
                  </a:lnTo>
                  <a:lnTo>
                    <a:pt x="262" y="698"/>
                  </a:lnTo>
                  <a:lnTo>
                    <a:pt x="303" y="722"/>
                  </a:lnTo>
                  <a:lnTo>
                    <a:pt x="340" y="746"/>
                  </a:lnTo>
                  <a:lnTo>
                    <a:pt x="357" y="757"/>
                  </a:lnTo>
                  <a:lnTo>
                    <a:pt x="373" y="768"/>
                  </a:lnTo>
                  <a:lnTo>
                    <a:pt x="388" y="782"/>
                  </a:lnTo>
                  <a:lnTo>
                    <a:pt x="402" y="795"/>
                  </a:lnTo>
                  <a:lnTo>
                    <a:pt x="413" y="811"/>
                  </a:lnTo>
                  <a:lnTo>
                    <a:pt x="424" y="829"/>
                  </a:lnTo>
                  <a:lnTo>
                    <a:pt x="432" y="848"/>
                  </a:lnTo>
                  <a:lnTo>
                    <a:pt x="437" y="869"/>
                  </a:lnTo>
                  <a:lnTo>
                    <a:pt x="442" y="893"/>
                  </a:lnTo>
                  <a:lnTo>
                    <a:pt x="443" y="920"/>
                  </a:lnTo>
                  <a:lnTo>
                    <a:pt x="443" y="920"/>
                  </a:lnTo>
                  <a:lnTo>
                    <a:pt x="442" y="955"/>
                  </a:lnTo>
                  <a:lnTo>
                    <a:pt x="439" y="987"/>
                  </a:lnTo>
                  <a:lnTo>
                    <a:pt x="434" y="1016"/>
                  </a:lnTo>
                  <a:lnTo>
                    <a:pt x="427" y="1041"/>
                  </a:lnTo>
                  <a:lnTo>
                    <a:pt x="419" y="1065"/>
                  </a:lnTo>
                  <a:lnTo>
                    <a:pt x="408" y="1086"/>
                  </a:lnTo>
                  <a:lnTo>
                    <a:pt x="397" y="1103"/>
                  </a:lnTo>
                  <a:lnTo>
                    <a:pt x="384" y="1119"/>
                  </a:lnTo>
                  <a:lnTo>
                    <a:pt x="368" y="1132"/>
                  </a:lnTo>
                  <a:lnTo>
                    <a:pt x="352" y="1143"/>
                  </a:lnTo>
                  <a:lnTo>
                    <a:pt x="333" y="1153"/>
                  </a:lnTo>
                  <a:lnTo>
                    <a:pt x="313" y="1159"/>
                  </a:lnTo>
                  <a:lnTo>
                    <a:pt x="290" y="1166"/>
                  </a:lnTo>
                  <a:lnTo>
                    <a:pt x="266" y="1169"/>
                  </a:lnTo>
                  <a:lnTo>
                    <a:pt x="241" y="1171"/>
                  </a:lnTo>
                  <a:lnTo>
                    <a:pt x="214" y="1172"/>
                  </a:lnTo>
                  <a:lnTo>
                    <a:pt x="214" y="1282"/>
                  </a:lnTo>
                  <a:lnTo>
                    <a:pt x="786" y="1282"/>
                  </a:lnTo>
                  <a:lnTo>
                    <a:pt x="786" y="1172"/>
                  </a:lnTo>
                  <a:lnTo>
                    <a:pt x="786" y="1172"/>
                  </a:lnTo>
                  <a:lnTo>
                    <a:pt x="762" y="1171"/>
                  </a:lnTo>
                  <a:lnTo>
                    <a:pt x="738" y="1169"/>
                  </a:lnTo>
                  <a:lnTo>
                    <a:pt x="716" y="1166"/>
                  </a:lnTo>
                  <a:lnTo>
                    <a:pt x="695" y="1159"/>
                  </a:lnTo>
                  <a:lnTo>
                    <a:pt x="675" y="1153"/>
                  </a:lnTo>
                  <a:lnTo>
                    <a:pt x="656" y="1143"/>
                  </a:lnTo>
                  <a:lnTo>
                    <a:pt x="638" y="1132"/>
                  </a:lnTo>
                  <a:lnTo>
                    <a:pt x="620" y="1119"/>
                  </a:lnTo>
                  <a:lnTo>
                    <a:pt x="606" y="1103"/>
                  </a:lnTo>
                  <a:lnTo>
                    <a:pt x="593" y="1086"/>
                  </a:lnTo>
                  <a:lnTo>
                    <a:pt x="582" y="1065"/>
                  </a:lnTo>
                  <a:lnTo>
                    <a:pt x="573" y="1041"/>
                  </a:lnTo>
                  <a:lnTo>
                    <a:pt x="565" y="1016"/>
                  </a:lnTo>
                  <a:lnTo>
                    <a:pt x="558" y="987"/>
                  </a:lnTo>
                  <a:lnTo>
                    <a:pt x="555" y="955"/>
                  </a:lnTo>
                  <a:lnTo>
                    <a:pt x="553" y="920"/>
                  </a:lnTo>
                  <a:lnTo>
                    <a:pt x="553" y="920"/>
                  </a:lnTo>
                  <a:lnTo>
                    <a:pt x="555" y="893"/>
                  </a:lnTo>
                  <a:lnTo>
                    <a:pt x="560" y="869"/>
                  </a:lnTo>
                  <a:lnTo>
                    <a:pt x="565" y="848"/>
                  </a:lnTo>
                  <a:lnTo>
                    <a:pt x="573" y="829"/>
                  </a:lnTo>
                  <a:lnTo>
                    <a:pt x="584" y="811"/>
                  </a:lnTo>
                  <a:lnTo>
                    <a:pt x="595" y="795"/>
                  </a:lnTo>
                  <a:lnTo>
                    <a:pt x="609" y="781"/>
                  </a:lnTo>
                  <a:lnTo>
                    <a:pt x="624" y="768"/>
                  </a:lnTo>
                  <a:lnTo>
                    <a:pt x="640" y="755"/>
                  </a:lnTo>
                  <a:lnTo>
                    <a:pt x="657" y="744"/>
                  </a:lnTo>
                  <a:lnTo>
                    <a:pt x="695" y="720"/>
                  </a:lnTo>
                  <a:lnTo>
                    <a:pt x="735" y="696"/>
                  </a:lnTo>
                  <a:lnTo>
                    <a:pt x="756" y="682"/>
                  </a:lnTo>
                  <a:lnTo>
                    <a:pt x="778" y="667"/>
                  </a:lnTo>
                  <a:lnTo>
                    <a:pt x="799" y="650"/>
                  </a:lnTo>
                  <a:lnTo>
                    <a:pt x="820" y="632"/>
                  </a:lnTo>
                  <a:lnTo>
                    <a:pt x="841" y="610"/>
                  </a:lnTo>
                  <a:lnTo>
                    <a:pt x="860" y="587"/>
                  </a:lnTo>
                  <a:lnTo>
                    <a:pt x="879" y="560"/>
                  </a:lnTo>
                  <a:lnTo>
                    <a:pt x="898" y="532"/>
                  </a:lnTo>
                  <a:lnTo>
                    <a:pt x="916" y="498"/>
                  </a:lnTo>
                  <a:lnTo>
                    <a:pt x="931" y="463"/>
                  </a:lnTo>
                  <a:lnTo>
                    <a:pt x="946" y="421"/>
                  </a:lnTo>
                  <a:lnTo>
                    <a:pt x="960" y="377"/>
                  </a:lnTo>
                  <a:lnTo>
                    <a:pt x="971" y="327"/>
                  </a:lnTo>
                  <a:lnTo>
                    <a:pt x="983" y="273"/>
                  </a:lnTo>
                  <a:lnTo>
                    <a:pt x="990" y="214"/>
                  </a:lnTo>
                  <a:lnTo>
                    <a:pt x="997" y="148"/>
                  </a:lnTo>
                  <a:lnTo>
                    <a:pt x="1000" y="76"/>
                  </a:lnTo>
                  <a:lnTo>
                    <a:pt x="1002" y="0"/>
                  </a:lnTo>
                  <a:lnTo>
                    <a:pt x="100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5" name="Group 20"/>
          <p:cNvGrpSpPr>
            <a:grpSpLocks noChangeAspect="1"/>
          </p:cNvGrpSpPr>
          <p:nvPr/>
        </p:nvGrpSpPr>
        <p:grpSpPr bwMode="auto">
          <a:xfrm>
            <a:off x="9216635" y="5800762"/>
            <a:ext cx="364251" cy="376713"/>
            <a:chOff x="1353" y="258"/>
            <a:chExt cx="643" cy="665"/>
          </a:xfrm>
        </p:grpSpPr>
        <p:sp>
          <p:nvSpPr>
            <p:cNvPr id="81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22" name="Group 69"/>
          <p:cNvGrpSpPr>
            <a:grpSpLocks noChangeAspect="1"/>
          </p:cNvGrpSpPr>
          <p:nvPr/>
        </p:nvGrpSpPr>
        <p:grpSpPr bwMode="auto">
          <a:xfrm>
            <a:off x="9809632" y="5814368"/>
            <a:ext cx="460791" cy="349501"/>
            <a:chOff x="6252" y="289"/>
            <a:chExt cx="737" cy="559"/>
          </a:xfrm>
        </p:grpSpPr>
        <p:sp>
          <p:nvSpPr>
            <p:cNvPr id="823" name="Line 70"/>
            <p:cNvSpPr>
              <a:spLocks noChangeShapeType="1"/>
            </p:cNvSpPr>
            <p:nvPr/>
          </p:nvSpPr>
          <p:spPr bwMode="auto">
            <a:xfrm>
              <a:off x="6608" y="391"/>
              <a:ext cx="0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4" name="Line 71"/>
            <p:cNvSpPr>
              <a:spLocks noChangeShapeType="1"/>
            </p:cNvSpPr>
            <p:nvPr/>
          </p:nvSpPr>
          <p:spPr bwMode="auto">
            <a:xfrm>
              <a:off x="6506" y="848"/>
              <a:ext cx="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5" name="Freeform 72"/>
            <p:cNvSpPr>
              <a:spLocks/>
            </p:cNvSpPr>
            <p:nvPr/>
          </p:nvSpPr>
          <p:spPr bwMode="auto">
            <a:xfrm>
              <a:off x="6265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3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3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6" name="Line 73"/>
            <p:cNvSpPr>
              <a:spLocks noChangeShapeType="1"/>
            </p:cNvSpPr>
            <p:nvPr/>
          </p:nvSpPr>
          <p:spPr bwMode="auto">
            <a:xfrm flipH="1">
              <a:off x="6315" y="340"/>
              <a:ext cx="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7" name="Line 74"/>
            <p:cNvSpPr>
              <a:spLocks noChangeShapeType="1"/>
            </p:cNvSpPr>
            <p:nvPr/>
          </p:nvSpPr>
          <p:spPr bwMode="auto">
            <a:xfrm>
              <a:off x="6659" y="34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8" name="Freeform 75"/>
            <p:cNvSpPr>
              <a:spLocks/>
            </p:cNvSpPr>
            <p:nvPr/>
          </p:nvSpPr>
          <p:spPr bwMode="auto">
            <a:xfrm>
              <a:off x="6557" y="289"/>
              <a:ext cx="102" cy="102"/>
            </a:xfrm>
            <a:custGeom>
              <a:avLst/>
              <a:gdLst>
                <a:gd name="T0" fmla="*/ 205 w 205"/>
                <a:gd name="T1" fmla="*/ 102 h 204"/>
                <a:gd name="T2" fmla="*/ 205 w 205"/>
                <a:gd name="T3" fmla="*/ 102 h 204"/>
                <a:gd name="T4" fmla="*/ 203 w 205"/>
                <a:gd name="T5" fmla="*/ 111 h 204"/>
                <a:gd name="T6" fmla="*/ 201 w 205"/>
                <a:gd name="T7" fmla="*/ 122 h 204"/>
                <a:gd name="T8" fmla="*/ 200 w 205"/>
                <a:gd name="T9" fmla="*/ 132 h 204"/>
                <a:gd name="T10" fmla="*/ 197 w 205"/>
                <a:gd name="T11" fmla="*/ 142 h 204"/>
                <a:gd name="T12" fmla="*/ 192 w 205"/>
                <a:gd name="T13" fmla="*/ 150 h 204"/>
                <a:gd name="T14" fmla="*/ 187 w 205"/>
                <a:gd name="T15" fmla="*/ 158 h 204"/>
                <a:gd name="T16" fmla="*/ 174 w 205"/>
                <a:gd name="T17" fmla="*/ 174 h 204"/>
                <a:gd name="T18" fmla="*/ 160 w 205"/>
                <a:gd name="T19" fmla="*/ 186 h 204"/>
                <a:gd name="T20" fmla="*/ 150 w 205"/>
                <a:gd name="T21" fmla="*/ 191 h 204"/>
                <a:gd name="T22" fmla="*/ 142 w 205"/>
                <a:gd name="T23" fmla="*/ 194 h 204"/>
                <a:gd name="T24" fmla="*/ 133 w 205"/>
                <a:gd name="T25" fmla="*/ 199 h 204"/>
                <a:gd name="T26" fmla="*/ 123 w 205"/>
                <a:gd name="T27" fmla="*/ 201 h 204"/>
                <a:gd name="T28" fmla="*/ 112 w 205"/>
                <a:gd name="T29" fmla="*/ 202 h 204"/>
                <a:gd name="T30" fmla="*/ 102 w 205"/>
                <a:gd name="T31" fmla="*/ 204 h 204"/>
                <a:gd name="T32" fmla="*/ 102 w 205"/>
                <a:gd name="T33" fmla="*/ 204 h 204"/>
                <a:gd name="T34" fmla="*/ 91 w 205"/>
                <a:gd name="T35" fmla="*/ 202 h 204"/>
                <a:gd name="T36" fmla="*/ 82 w 205"/>
                <a:gd name="T37" fmla="*/ 201 h 204"/>
                <a:gd name="T38" fmla="*/ 72 w 205"/>
                <a:gd name="T39" fmla="*/ 199 h 204"/>
                <a:gd name="T40" fmla="*/ 63 w 205"/>
                <a:gd name="T41" fmla="*/ 194 h 204"/>
                <a:gd name="T42" fmla="*/ 55 w 205"/>
                <a:gd name="T43" fmla="*/ 191 h 204"/>
                <a:gd name="T44" fmla="*/ 45 w 205"/>
                <a:gd name="T45" fmla="*/ 186 h 204"/>
                <a:gd name="T46" fmla="*/ 31 w 205"/>
                <a:gd name="T47" fmla="*/ 174 h 204"/>
                <a:gd name="T48" fmla="*/ 18 w 205"/>
                <a:gd name="T49" fmla="*/ 158 h 204"/>
                <a:gd name="T50" fmla="*/ 13 w 205"/>
                <a:gd name="T51" fmla="*/ 150 h 204"/>
                <a:gd name="T52" fmla="*/ 8 w 205"/>
                <a:gd name="T53" fmla="*/ 142 h 204"/>
                <a:gd name="T54" fmla="*/ 5 w 205"/>
                <a:gd name="T55" fmla="*/ 132 h 204"/>
                <a:gd name="T56" fmla="*/ 2 w 205"/>
                <a:gd name="T57" fmla="*/ 122 h 204"/>
                <a:gd name="T58" fmla="*/ 2 w 205"/>
                <a:gd name="T59" fmla="*/ 111 h 204"/>
                <a:gd name="T60" fmla="*/ 0 w 205"/>
                <a:gd name="T61" fmla="*/ 102 h 204"/>
                <a:gd name="T62" fmla="*/ 0 w 205"/>
                <a:gd name="T63" fmla="*/ 102 h 204"/>
                <a:gd name="T64" fmla="*/ 2 w 205"/>
                <a:gd name="T65" fmla="*/ 91 h 204"/>
                <a:gd name="T66" fmla="*/ 2 w 205"/>
                <a:gd name="T67" fmla="*/ 81 h 204"/>
                <a:gd name="T68" fmla="*/ 5 w 205"/>
                <a:gd name="T69" fmla="*/ 71 h 204"/>
                <a:gd name="T70" fmla="*/ 8 w 205"/>
                <a:gd name="T71" fmla="*/ 62 h 204"/>
                <a:gd name="T72" fmla="*/ 13 w 205"/>
                <a:gd name="T73" fmla="*/ 52 h 204"/>
                <a:gd name="T74" fmla="*/ 18 w 205"/>
                <a:gd name="T75" fmla="*/ 44 h 204"/>
                <a:gd name="T76" fmla="*/ 31 w 205"/>
                <a:gd name="T77" fmla="*/ 30 h 204"/>
                <a:gd name="T78" fmla="*/ 45 w 205"/>
                <a:gd name="T79" fmla="*/ 17 h 204"/>
                <a:gd name="T80" fmla="*/ 55 w 205"/>
                <a:gd name="T81" fmla="*/ 12 h 204"/>
                <a:gd name="T82" fmla="*/ 63 w 205"/>
                <a:gd name="T83" fmla="*/ 8 h 204"/>
                <a:gd name="T84" fmla="*/ 72 w 205"/>
                <a:gd name="T85" fmla="*/ 4 h 204"/>
                <a:gd name="T86" fmla="*/ 82 w 205"/>
                <a:gd name="T87" fmla="*/ 1 h 204"/>
                <a:gd name="T88" fmla="*/ 91 w 205"/>
                <a:gd name="T89" fmla="*/ 0 h 204"/>
                <a:gd name="T90" fmla="*/ 102 w 205"/>
                <a:gd name="T91" fmla="*/ 0 h 204"/>
                <a:gd name="T92" fmla="*/ 102 w 205"/>
                <a:gd name="T93" fmla="*/ 0 h 204"/>
                <a:gd name="T94" fmla="*/ 112 w 205"/>
                <a:gd name="T95" fmla="*/ 0 h 204"/>
                <a:gd name="T96" fmla="*/ 123 w 205"/>
                <a:gd name="T97" fmla="*/ 1 h 204"/>
                <a:gd name="T98" fmla="*/ 133 w 205"/>
                <a:gd name="T99" fmla="*/ 4 h 204"/>
                <a:gd name="T100" fmla="*/ 142 w 205"/>
                <a:gd name="T101" fmla="*/ 8 h 204"/>
                <a:gd name="T102" fmla="*/ 150 w 205"/>
                <a:gd name="T103" fmla="*/ 12 h 204"/>
                <a:gd name="T104" fmla="*/ 160 w 205"/>
                <a:gd name="T105" fmla="*/ 17 h 204"/>
                <a:gd name="T106" fmla="*/ 174 w 205"/>
                <a:gd name="T107" fmla="*/ 30 h 204"/>
                <a:gd name="T108" fmla="*/ 187 w 205"/>
                <a:gd name="T109" fmla="*/ 44 h 204"/>
                <a:gd name="T110" fmla="*/ 192 w 205"/>
                <a:gd name="T111" fmla="*/ 52 h 204"/>
                <a:gd name="T112" fmla="*/ 197 w 205"/>
                <a:gd name="T113" fmla="*/ 62 h 204"/>
                <a:gd name="T114" fmla="*/ 200 w 205"/>
                <a:gd name="T115" fmla="*/ 71 h 204"/>
                <a:gd name="T116" fmla="*/ 201 w 205"/>
                <a:gd name="T117" fmla="*/ 81 h 204"/>
                <a:gd name="T118" fmla="*/ 203 w 205"/>
                <a:gd name="T119" fmla="*/ 91 h 204"/>
                <a:gd name="T120" fmla="*/ 205 w 205"/>
                <a:gd name="T121" fmla="*/ 102 h 204"/>
                <a:gd name="T122" fmla="*/ 205 w 205"/>
                <a:gd name="T123" fmla="*/ 10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5" h="204">
                  <a:moveTo>
                    <a:pt x="205" y="102"/>
                  </a:moveTo>
                  <a:lnTo>
                    <a:pt x="205" y="102"/>
                  </a:lnTo>
                  <a:lnTo>
                    <a:pt x="203" y="111"/>
                  </a:lnTo>
                  <a:lnTo>
                    <a:pt x="201" y="122"/>
                  </a:lnTo>
                  <a:lnTo>
                    <a:pt x="200" y="132"/>
                  </a:lnTo>
                  <a:lnTo>
                    <a:pt x="197" y="142"/>
                  </a:lnTo>
                  <a:lnTo>
                    <a:pt x="192" y="150"/>
                  </a:lnTo>
                  <a:lnTo>
                    <a:pt x="187" y="158"/>
                  </a:lnTo>
                  <a:lnTo>
                    <a:pt x="174" y="174"/>
                  </a:lnTo>
                  <a:lnTo>
                    <a:pt x="160" y="186"/>
                  </a:lnTo>
                  <a:lnTo>
                    <a:pt x="150" y="191"/>
                  </a:lnTo>
                  <a:lnTo>
                    <a:pt x="142" y="194"/>
                  </a:lnTo>
                  <a:lnTo>
                    <a:pt x="133" y="199"/>
                  </a:lnTo>
                  <a:lnTo>
                    <a:pt x="123" y="201"/>
                  </a:lnTo>
                  <a:lnTo>
                    <a:pt x="112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2"/>
                  </a:lnTo>
                  <a:lnTo>
                    <a:pt x="82" y="201"/>
                  </a:lnTo>
                  <a:lnTo>
                    <a:pt x="72" y="199"/>
                  </a:lnTo>
                  <a:lnTo>
                    <a:pt x="63" y="194"/>
                  </a:lnTo>
                  <a:lnTo>
                    <a:pt x="55" y="191"/>
                  </a:lnTo>
                  <a:lnTo>
                    <a:pt x="45" y="186"/>
                  </a:lnTo>
                  <a:lnTo>
                    <a:pt x="31" y="174"/>
                  </a:lnTo>
                  <a:lnTo>
                    <a:pt x="18" y="158"/>
                  </a:lnTo>
                  <a:lnTo>
                    <a:pt x="13" y="150"/>
                  </a:lnTo>
                  <a:lnTo>
                    <a:pt x="8" y="142"/>
                  </a:lnTo>
                  <a:lnTo>
                    <a:pt x="5" y="132"/>
                  </a:lnTo>
                  <a:lnTo>
                    <a:pt x="2" y="122"/>
                  </a:lnTo>
                  <a:lnTo>
                    <a:pt x="2" y="111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2" y="91"/>
                  </a:lnTo>
                  <a:lnTo>
                    <a:pt x="2" y="81"/>
                  </a:lnTo>
                  <a:lnTo>
                    <a:pt x="5" y="71"/>
                  </a:lnTo>
                  <a:lnTo>
                    <a:pt x="8" y="62"/>
                  </a:lnTo>
                  <a:lnTo>
                    <a:pt x="13" y="52"/>
                  </a:lnTo>
                  <a:lnTo>
                    <a:pt x="18" y="44"/>
                  </a:lnTo>
                  <a:lnTo>
                    <a:pt x="31" y="30"/>
                  </a:lnTo>
                  <a:lnTo>
                    <a:pt x="45" y="17"/>
                  </a:lnTo>
                  <a:lnTo>
                    <a:pt x="55" y="12"/>
                  </a:lnTo>
                  <a:lnTo>
                    <a:pt x="63" y="8"/>
                  </a:lnTo>
                  <a:lnTo>
                    <a:pt x="72" y="4"/>
                  </a:lnTo>
                  <a:lnTo>
                    <a:pt x="82" y="1"/>
                  </a:lnTo>
                  <a:lnTo>
                    <a:pt x="91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12" y="0"/>
                  </a:lnTo>
                  <a:lnTo>
                    <a:pt x="123" y="1"/>
                  </a:lnTo>
                  <a:lnTo>
                    <a:pt x="133" y="4"/>
                  </a:lnTo>
                  <a:lnTo>
                    <a:pt x="142" y="8"/>
                  </a:lnTo>
                  <a:lnTo>
                    <a:pt x="150" y="12"/>
                  </a:lnTo>
                  <a:lnTo>
                    <a:pt x="160" y="17"/>
                  </a:lnTo>
                  <a:lnTo>
                    <a:pt x="174" y="30"/>
                  </a:lnTo>
                  <a:lnTo>
                    <a:pt x="187" y="44"/>
                  </a:lnTo>
                  <a:lnTo>
                    <a:pt x="192" y="52"/>
                  </a:lnTo>
                  <a:lnTo>
                    <a:pt x="197" y="62"/>
                  </a:lnTo>
                  <a:lnTo>
                    <a:pt x="200" y="71"/>
                  </a:lnTo>
                  <a:lnTo>
                    <a:pt x="201" y="81"/>
                  </a:lnTo>
                  <a:lnTo>
                    <a:pt x="203" y="91"/>
                  </a:lnTo>
                  <a:lnTo>
                    <a:pt x="205" y="102"/>
                  </a:lnTo>
                  <a:lnTo>
                    <a:pt x="205" y="1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9" name="Freeform 76"/>
            <p:cNvSpPr>
              <a:spLocks/>
            </p:cNvSpPr>
            <p:nvPr/>
          </p:nvSpPr>
          <p:spPr bwMode="auto">
            <a:xfrm>
              <a:off x="6252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0 w 458"/>
                <a:gd name="T7" fmla="*/ 24 h 230"/>
                <a:gd name="T8" fmla="*/ 4 w 458"/>
                <a:gd name="T9" fmla="*/ 47 h 230"/>
                <a:gd name="T10" fmla="*/ 9 w 458"/>
                <a:gd name="T11" fmla="*/ 69 h 230"/>
                <a:gd name="T12" fmla="*/ 17 w 458"/>
                <a:gd name="T13" fmla="*/ 90 h 230"/>
                <a:gd name="T14" fmla="*/ 27 w 458"/>
                <a:gd name="T15" fmla="*/ 110 h 230"/>
                <a:gd name="T16" fmla="*/ 38 w 458"/>
                <a:gd name="T17" fmla="*/ 130 h 230"/>
                <a:gd name="T18" fmla="*/ 51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0 w 458"/>
                <a:gd name="T25" fmla="*/ 190 h 230"/>
                <a:gd name="T26" fmla="*/ 119 w 458"/>
                <a:gd name="T27" fmla="*/ 203 h 230"/>
                <a:gd name="T28" fmla="*/ 138 w 458"/>
                <a:gd name="T29" fmla="*/ 213 h 230"/>
                <a:gd name="T30" fmla="*/ 159 w 458"/>
                <a:gd name="T31" fmla="*/ 219 h 230"/>
                <a:gd name="T32" fmla="*/ 182 w 458"/>
                <a:gd name="T33" fmla="*/ 225 h 230"/>
                <a:gd name="T34" fmla="*/ 204 w 458"/>
                <a:gd name="T35" fmla="*/ 229 h 230"/>
                <a:gd name="T36" fmla="*/ 228 w 458"/>
                <a:gd name="T37" fmla="*/ 230 h 230"/>
                <a:gd name="T38" fmla="*/ 228 w 458"/>
                <a:gd name="T39" fmla="*/ 230 h 230"/>
                <a:gd name="T40" fmla="*/ 252 w 458"/>
                <a:gd name="T41" fmla="*/ 229 h 230"/>
                <a:gd name="T42" fmla="*/ 274 w 458"/>
                <a:gd name="T43" fmla="*/ 225 h 230"/>
                <a:gd name="T44" fmla="*/ 296 w 458"/>
                <a:gd name="T45" fmla="*/ 219 h 230"/>
                <a:gd name="T46" fmla="*/ 317 w 458"/>
                <a:gd name="T47" fmla="*/ 213 h 230"/>
                <a:gd name="T48" fmla="*/ 338 w 458"/>
                <a:gd name="T49" fmla="*/ 203 h 230"/>
                <a:gd name="T50" fmla="*/ 356 w 458"/>
                <a:gd name="T51" fmla="*/ 190 h 230"/>
                <a:gd name="T52" fmla="*/ 373 w 458"/>
                <a:gd name="T53" fmla="*/ 177 h 230"/>
                <a:gd name="T54" fmla="*/ 391 w 458"/>
                <a:gd name="T55" fmla="*/ 163 h 230"/>
                <a:gd name="T56" fmla="*/ 405 w 458"/>
                <a:gd name="T57" fmla="*/ 147 h 230"/>
                <a:gd name="T58" fmla="*/ 418 w 458"/>
                <a:gd name="T59" fmla="*/ 130 h 230"/>
                <a:gd name="T60" fmla="*/ 429 w 458"/>
                <a:gd name="T61" fmla="*/ 110 h 230"/>
                <a:gd name="T62" fmla="*/ 439 w 458"/>
                <a:gd name="T63" fmla="*/ 90 h 230"/>
                <a:gd name="T64" fmla="*/ 447 w 458"/>
                <a:gd name="T65" fmla="*/ 69 h 230"/>
                <a:gd name="T66" fmla="*/ 453 w 458"/>
                <a:gd name="T67" fmla="*/ 47 h 230"/>
                <a:gd name="T68" fmla="*/ 456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4" y="47"/>
                  </a:lnTo>
                  <a:lnTo>
                    <a:pt x="9" y="69"/>
                  </a:lnTo>
                  <a:lnTo>
                    <a:pt x="17" y="90"/>
                  </a:lnTo>
                  <a:lnTo>
                    <a:pt x="27" y="110"/>
                  </a:lnTo>
                  <a:lnTo>
                    <a:pt x="38" y="130"/>
                  </a:lnTo>
                  <a:lnTo>
                    <a:pt x="51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0" y="190"/>
                  </a:lnTo>
                  <a:lnTo>
                    <a:pt x="119" y="203"/>
                  </a:lnTo>
                  <a:lnTo>
                    <a:pt x="138" y="213"/>
                  </a:lnTo>
                  <a:lnTo>
                    <a:pt x="159" y="219"/>
                  </a:lnTo>
                  <a:lnTo>
                    <a:pt x="182" y="225"/>
                  </a:lnTo>
                  <a:lnTo>
                    <a:pt x="204" y="229"/>
                  </a:lnTo>
                  <a:lnTo>
                    <a:pt x="228" y="230"/>
                  </a:lnTo>
                  <a:lnTo>
                    <a:pt x="228" y="230"/>
                  </a:lnTo>
                  <a:lnTo>
                    <a:pt x="252" y="229"/>
                  </a:lnTo>
                  <a:lnTo>
                    <a:pt x="274" y="225"/>
                  </a:lnTo>
                  <a:lnTo>
                    <a:pt x="296" y="219"/>
                  </a:lnTo>
                  <a:lnTo>
                    <a:pt x="317" y="213"/>
                  </a:lnTo>
                  <a:lnTo>
                    <a:pt x="338" y="203"/>
                  </a:lnTo>
                  <a:lnTo>
                    <a:pt x="356" y="190"/>
                  </a:lnTo>
                  <a:lnTo>
                    <a:pt x="373" y="177"/>
                  </a:lnTo>
                  <a:lnTo>
                    <a:pt x="391" y="163"/>
                  </a:lnTo>
                  <a:lnTo>
                    <a:pt x="405" y="147"/>
                  </a:lnTo>
                  <a:lnTo>
                    <a:pt x="418" y="130"/>
                  </a:lnTo>
                  <a:lnTo>
                    <a:pt x="429" y="110"/>
                  </a:lnTo>
                  <a:lnTo>
                    <a:pt x="439" y="90"/>
                  </a:lnTo>
                  <a:lnTo>
                    <a:pt x="447" y="69"/>
                  </a:lnTo>
                  <a:lnTo>
                    <a:pt x="453" y="47"/>
                  </a:lnTo>
                  <a:lnTo>
                    <a:pt x="456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0" name="Freeform 77"/>
            <p:cNvSpPr>
              <a:spLocks/>
            </p:cNvSpPr>
            <p:nvPr/>
          </p:nvSpPr>
          <p:spPr bwMode="auto">
            <a:xfrm>
              <a:off x="6773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4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4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1" name="Freeform 78"/>
            <p:cNvSpPr>
              <a:spLocks/>
            </p:cNvSpPr>
            <p:nvPr/>
          </p:nvSpPr>
          <p:spPr bwMode="auto">
            <a:xfrm>
              <a:off x="6760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2 w 458"/>
                <a:gd name="T7" fmla="*/ 24 h 230"/>
                <a:gd name="T8" fmla="*/ 5 w 458"/>
                <a:gd name="T9" fmla="*/ 47 h 230"/>
                <a:gd name="T10" fmla="*/ 12 w 458"/>
                <a:gd name="T11" fmla="*/ 69 h 230"/>
                <a:gd name="T12" fmla="*/ 18 w 458"/>
                <a:gd name="T13" fmla="*/ 90 h 230"/>
                <a:gd name="T14" fmla="*/ 29 w 458"/>
                <a:gd name="T15" fmla="*/ 110 h 230"/>
                <a:gd name="T16" fmla="*/ 40 w 458"/>
                <a:gd name="T17" fmla="*/ 130 h 230"/>
                <a:gd name="T18" fmla="*/ 53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1 w 458"/>
                <a:gd name="T25" fmla="*/ 190 h 230"/>
                <a:gd name="T26" fmla="*/ 120 w 458"/>
                <a:gd name="T27" fmla="*/ 203 h 230"/>
                <a:gd name="T28" fmla="*/ 141 w 458"/>
                <a:gd name="T29" fmla="*/ 213 h 230"/>
                <a:gd name="T30" fmla="*/ 162 w 458"/>
                <a:gd name="T31" fmla="*/ 219 h 230"/>
                <a:gd name="T32" fmla="*/ 184 w 458"/>
                <a:gd name="T33" fmla="*/ 225 h 230"/>
                <a:gd name="T34" fmla="*/ 206 w 458"/>
                <a:gd name="T35" fmla="*/ 229 h 230"/>
                <a:gd name="T36" fmla="*/ 230 w 458"/>
                <a:gd name="T37" fmla="*/ 230 h 230"/>
                <a:gd name="T38" fmla="*/ 230 w 458"/>
                <a:gd name="T39" fmla="*/ 230 h 230"/>
                <a:gd name="T40" fmla="*/ 253 w 458"/>
                <a:gd name="T41" fmla="*/ 229 h 230"/>
                <a:gd name="T42" fmla="*/ 276 w 458"/>
                <a:gd name="T43" fmla="*/ 225 h 230"/>
                <a:gd name="T44" fmla="*/ 297 w 458"/>
                <a:gd name="T45" fmla="*/ 219 h 230"/>
                <a:gd name="T46" fmla="*/ 318 w 458"/>
                <a:gd name="T47" fmla="*/ 213 h 230"/>
                <a:gd name="T48" fmla="*/ 339 w 458"/>
                <a:gd name="T49" fmla="*/ 203 h 230"/>
                <a:gd name="T50" fmla="*/ 358 w 458"/>
                <a:gd name="T51" fmla="*/ 190 h 230"/>
                <a:gd name="T52" fmla="*/ 375 w 458"/>
                <a:gd name="T53" fmla="*/ 177 h 230"/>
                <a:gd name="T54" fmla="*/ 391 w 458"/>
                <a:gd name="T55" fmla="*/ 163 h 230"/>
                <a:gd name="T56" fmla="*/ 406 w 458"/>
                <a:gd name="T57" fmla="*/ 147 h 230"/>
                <a:gd name="T58" fmla="*/ 420 w 458"/>
                <a:gd name="T59" fmla="*/ 130 h 230"/>
                <a:gd name="T60" fmla="*/ 431 w 458"/>
                <a:gd name="T61" fmla="*/ 110 h 230"/>
                <a:gd name="T62" fmla="*/ 441 w 458"/>
                <a:gd name="T63" fmla="*/ 90 h 230"/>
                <a:gd name="T64" fmla="*/ 449 w 458"/>
                <a:gd name="T65" fmla="*/ 69 h 230"/>
                <a:gd name="T66" fmla="*/ 454 w 458"/>
                <a:gd name="T67" fmla="*/ 47 h 230"/>
                <a:gd name="T68" fmla="*/ 457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4"/>
                  </a:lnTo>
                  <a:lnTo>
                    <a:pt x="5" y="47"/>
                  </a:lnTo>
                  <a:lnTo>
                    <a:pt x="12" y="69"/>
                  </a:lnTo>
                  <a:lnTo>
                    <a:pt x="18" y="90"/>
                  </a:lnTo>
                  <a:lnTo>
                    <a:pt x="29" y="110"/>
                  </a:lnTo>
                  <a:lnTo>
                    <a:pt x="40" y="130"/>
                  </a:lnTo>
                  <a:lnTo>
                    <a:pt x="53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1" y="190"/>
                  </a:lnTo>
                  <a:lnTo>
                    <a:pt x="120" y="203"/>
                  </a:lnTo>
                  <a:lnTo>
                    <a:pt x="141" y="213"/>
                  </a:lnTo>
                  <a:lnTo>
                    <a:pt x="162" y="219"/>
                  </a:lnTo>
                  <a:lnTo>
                    <a:pt x="184" y="225"/>
                  </a:lnTo>
                  <a:lnTo>
                    <a:pt x="206" y="229"/>
                  </a:lnTo>
                  <a:lnTo>
                    <a:pt x="230" y="230"/>
                  </a:lnTo>
                  <a:lnTo>
                    <a:pt x="230" y="230"/>
                  </a:lnTo>
                  <a:lnTo>
                    <a:pt x="253" y="229"/>
                  </a:lnTo>
                  <a:lnTo>
                    <a:pt x="276" y="225"/>
                  </a:lnTo>
                  <a:lnTo>
                    <a:pt x="297" y="219"/>
                  </a:lnTo>
                  <a:lnTo>
                    <a:pt x="318" y="213"/>
                  </a:lnTo>
                  <a:lnTo>
                    <a:pt x="339" y="203"/>
                  </a:lnTo>
                  <a:lnTo>
                    <a:pt x="358" y="190"/>
                  </a:lnTo>
                  <a:lnTo>
                    <a:pt x="375" y="177"/>
                  </a:lnTo>
                  <a:lnTo>
                    <a:pt x="391" y="163"/>
                  </a:lnTo>
                  <a:lnTo>
                    <a:pt x="406" y="147"/>
                  </a:lnTo>
                  <a:lnTo>
                    <a:pt x="420" y="130"/>
                  </a:lnTo>
                  <a:lnTo>
                    <a:pt x="431" y="110"/>
                  </a:lnTo>
                  <a:lnTo>
                    <a:pt x="441" y="90"/>
                  </a:lnTo>
                  <a:lnTo>
                    <a:pt x="449" y="69"/>
                  </a:lnTo>
                  <a:lnTo>
                    <a:pt x="454" y="47"/>
                  </a:lnTo>
                  <a:lnTo>
                    <a:pt x="457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2" name="Group 16"/>
          <p:cNvGrpSpPr>
            <a:grpSpLocks noChangeAspect="1"/>
          </p:cNvGrpSpPr>
          <p:nvPr/>
        </p:nvGrpSpPr>
        <p:grpSpPr bwMode="auto">
          <a:xfrm>
            <a:off x="10499170" y="5800064"/>
            <a:ext cx="364669" cy="378110"/>
            <a:chOff x="1686" y="2436"/>
            <a:chExt cx="1465" cy="1519"/>
          </a:xfrm>
        </p:grpSpPr>
        <p:sp>
          <p:nvSpPr>
            <p:cNvPr id="833" name="Freeform 17"/>
            <p:cNvSpPr>
              <a:spLocks/>
            </p:cNvSpPr>
            <p:nvPr/>
          </p:nvSpPr>
          <p:spPr bwMode="auto">
            <a:xfrm>
              <a:off x="1820" y="2596"/>
              <a:ext cx="1225" cy="1225"/>
            </a:xfrm>
            <a:custGeom>
              <a:avLst/>
              <a:gdLst>
                <a:gd name="T0" fmla="*/ 1225 w 1225"/>
                <a:gd name="T1" fmla="*/ 643 h 1225"/>
                <a:gd name="T2" fmla="*/ 1213 w 1225"/>
                <a:gd name="T3" fmla="*/ 735 h 1225"/>
                <a:gd name="T4" fmla="*/ 1187 w 1225"/>
                <a:gd name="T5" fmla="*/ 823 h 1225"/>
                <a:gd name="T6" fmla="*/ 1151 w 1225"/>
                <a:gd name="T7" fmla="*/ 905 h 1225"/>
                <a:gd name="T8" fmla="*/ 1103 w 1225"/>
                <a:gd name="T9" fmla="*/ 979 h 1225"/>
                <a:gd name="T10" fmla="*/ 1045 w 1225"/>
                <a:gd name="T11" fmla="*/ 1045 h 1225"/>
                <a:gd name="T12" fmla="*/ 979 w 1225"/>
                <a:gd name="T13" fmla="*/ 1103 h 1225"/>
                <a:gd name="T14" fmla="*/ 905 w 1225"/>
                <a:gd name="T15" fmla="*/ 1151 h 1225"/>
                <a:gd name="T16" fmla="*/ 823 w 1225"/>
                <a:gd name="T17" fmla="*/ 1187 h 1225"/>
                <a:gd name="T18" fmla="*/ 735 w 1225"/>
                <a:gd name="T19" fmla="*/ 1213 h 1225"/>
                <a:gd name="T20" fmla="*/ 643 w 1225"/>
                <a:gd name="T21" fmla="*/ 1225 h 1225"/>
                <a:gd name="T22" fmla="*/ 582 w 1225"/>
                <a:gd name="T23" fmla="*/ 1225 h 1225"/>
                <a:gd name="T24" fmla="*/ 490 w 1225"/>
                <a:gd name="T25" fmla="*/ 1213 h 1225"/>
                <a:gd name="T26" fmla="*/ 402 w 1225"/>
                <a:gd name="T27" fmla="*/ 1187 h 1225"/>
                <a:gd name="T28" fmla="*/ 320 w 1225"/>
                <a:gd name="T29" fmla="*/ 1151 h 1225"/>
                <a:gd name="T30" fmla="*/ 246 w 1225"/>
                <a:gd name="T31" fmla="*/ 1103 h 1225"/>
                <a:gd name="T32" fmla="*/ 180 w 1225"/>
                <a:gd name="T33" fmla="*/ 1045 h 1225"/>
                <a:gd name="T34" fmla="*/ 122 w 1225"/>
                <a:gd name="T35" fmla="*/ 979 h 1225"/>
                <a:gd name="T36" fmla="*/ 74 w 1225"/>
                <a:gd name="T37" fmla="*/ 905 h 1225"/>
                <a:gd name="T38" fmla="*/ 36 w 1225"/>
                <a:gd name="T39" fmla="*/ 823 h 1225"/>
                <a:gd name="T40" fmla="*/ 12 w 1225"/>
                <a:gd name="T41" fmla="*/ 735 h 1225"/>
                <a:gd name="T42" fmla="*/ 0 w 1225"/>
                <a:gd name="T43" fmla="*/ 643 h 1225"/>
                <a:gd name="T44" fmla="*/ 0 w 1225"/>
                <a:gd name="T45" fmla="*/ 582 h 1225"/>
                <a:gd name="T46" fmla="*/ 12 w 1225"/>
                <a:gd name="T47" fmla="*/ 490 h 1225"/>
                <a:gd name="T48" fmla="*/ 36 w 1225"/>
                <a:gd name="T49" fmla="*/ 402 h 1225"/>
                <a:gd name="T50" fmla="*/ 74 w 1225"/>
                <a:gd name="T51" fmla="*/ 320 h 1225"/>
                <a:gd name="T52" fmla="*/ 122 w 1225"/>
                <a:gd name="T53" fmla="*/ 246 h 1225"/>
                <a:gd name="T54" fmla="*/ 180 w 1225"/>
                <a:gd name="T55" fmla="*/ 180 h 1225"/>
                <a:gd name="T56" fmla="*/ 246 w 1225"/>
                <a:gd name="T57" fmla="*/ 122 h 1225"/>
                <a:gd name="T58" fmla="*/ 320 w 1225"/>
                <a:gd name="T59" fmla="*/ 74 h 1225"/>
                <a:gd name="T60" fmla="*/ 402 w 1225"/>
                <a:gd name="T61" fmla="*/ 36 h 1225"/>
                <a:gd name="T62" fmla="*/ 490 w 1225"/>
                <a:gd name="T63" fmla="*/ 12 h 1225"/>
                <a:gd name="T64" fmla="*/ 582 w 1225"/>
                <a:gd name="T65" fmla="*/ 0 h 1225"/>
                <a:gd name="T66" fmla="*/ 643 w 1225"/>
                <a:gd name="T67" fmla="*/ 0 h 1225"/>
                <a:gd name="T68" fmla="*/ 735 w 1225"/>
                <a:gd name="T69" fmla="*/ 12 h 1225"/>
                <a:gd name="T70" fmla="*/ 823 w 1225"/>
                <a:gd name="T71" fmla="*/ 36 h 1225"/>
                <a:gd name="T72" fmla="*/ 905 w 1225"/>
                <a:gd name="T73" fmla="*/ 74 h 1225"/>
                <a:gd name="T74" fmla="*/ 979 w 1225"/>
                <a:gd name="T75" fmla="*/ 122 h 1225"/>
                <a:gd name="T76" fmla="*/ 1045 w 1225"/>
                <a:gd name="T77" fmla="*/ 180 h 1225"/>
                <a:gd name="T78" fmla="*/ 1103 w 1225"/>
                <a:gd name="T79" fmla="*/ 246 h 1225"/>
                <a:gd name="T80" fmla="*/ 1151 w 1225"/>
                <a:gd name="T81" fmla="*/ 320 h 1225"/>
                <a:gd name="T82" fmla="*/ 1187 w 1225"/>
                <a:gd name="T83" fmla="*/ 402 h 1225"/>
                <a:gd name="T84" fmla="*/ 1213 w 1225"/>
                <a:gd name="T85" fmla="*/ 490 h 1225"/>
                <a:gd name="T86" fmla="*/ 1225 w 1225"/>
                <a:gd name="T87" fmla="*/ 582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5" h="1225">
                  <a:moveTo>
                    <a:pt x="1225" y="611"/>
                  </a:moveTo>
                  <a:lnTo>
                    <a:pt x="1225" y="611"/>
                  </a:lnTo>
                  <a:lnTo>
                    <a:pt x="1225" y="643"/>
                  </a:lnTo>
                  <a:lnTo>
                    <a:pt x="1221" y="675"/>
                  </a:lnTo>
                  <a:lnTo>
                    <a:pt x="1217" y="705"/>
                  </a:lnTo>
                  <a:lnTo>
                    <a:pt x="1213" y="735"/>
                  </a:lnTo>
                  <a:lnTo>
                    <a:pt x="1205" y="765"/>
                  </a:lnTo>
                  <a:lnTo>
                    <a:pt x="1197" y="795"/>
                  </a:lnTo>
                  <a:lnTo>
                    <a:pt x="1187" y="823"/>
                  </a:lnTo>
                  <a:lnTo>
                    <a:pt x="1177" y="851"/>
                  </a:lnTo>
                  <a:lnTo>
                    <a:pt x="1165" y="877"/>
                  </a:lnTo>
                  <a:lnTo>
                    <a:pt x="1151" y="905"/>
                  </a:lnTo>
                  <a:lnTo>
                    <a:pt x="1137" y="929"/>
                  </a:lnTo>
                  <a:lnTo>
                    <a:pt x="1121" y="955"/>
                  </a:lnTo>
                  <a:lnTo>
                    <a:pt x="1103" y="979"/>
                  </a:lnTo>
                  <a:lnTo>
                    <a:pt x="1085" y="1001"/>
                  </a:lnTo>
                  <a:lnTo>
                    <a:pt x="1065" y="1025"/>
                  </a:lnTo>
                  <a:lnTo>
                    <a:pt x="1045" y="1045"/>
                  </a:lnTo>
                  <a:lnTo>
                    <a:pt x="1025" y="1065"/>
                  </a:lnTo>
                  <a:lnTo>
                    <a:pt x="1001" y="1085"/>
                  </a:lnTo>
                  <a:lnTo>
                    <a:pt x="979" y="1103"/>
                  </a:lnTo>
                  <a:lnTo>
                    <a:pt x="955" y="1121"/>
                  </a:lnTo>
                  <a:lnTo>
                    <a:pt x="929" y="1137"/>
                  </a:lnTo>
                  <a:lnTo>
                    <a:pt x="905" y="1151"/>
                  </a:lnTo>
                  <a:lnTo>
                    <a:pt x="877" y="1165"/>
                  </a:lnTo>
                  <a:lnTo>
                    <a:pt x="851" y="1177"/>
                  </a:lnTo>
                  <a:lnTo>
                    <a:pt x="823" y="1187"/>
                  </a:lnTo>
                  <a:lnTo>
                    <a:pt x="795" y="1197"/>
                  </a:lnTo>
                  <a:lnTo>
                    <a:pt x="765" y="1205"/>
                  </a:lnTo>
                  <a:lnTo>
                    <a:pt x="735" y="1213"/>
                  </a:lnTo>
                  <a:lnTo>
                    <a:pt x="705" y="1217"/>
                  </a:lnTo>
                  <a:lnTo>
                    <a:pt x="675" y="1221"/>
                  </a:lnTo>
                  <a:lnTo>
                    <a:pt x="643" y="1225"/>
                  </a:lnTo>
                  <a:lnTo>
                    <a:pt x="611" y="1225"/>
                  </a:lnTo>
                  <a:lnTo>
                    <a:pt x="611" y="1225"/>
                  </a:lnTo>
                  <a:lnTo>
                    <a:pt x="582" y="1225"/>
                  </a:lnTo>
                  <a:lnTo>
                    <a:pt x="550" y="1221"/>
                  </a:lnTo>
                  <a:lnTo>
                    <a:pt x="520" y="1217"/>
                  </a:lnTo>
                  <a:lnTo>
                    <a:pt x="490" y="1213"/>
                  </a:lnTo>
                  <a:lnTo>
                    <a:pt x="460" y="1205"/>
                  </a:lnTo>
                  <a:lnTo>
                    <a:pt x="430" y="1197"/>
                  </a:lnTo>
                  <a:lnTo>
                    <a:pt x="402" y="1187"/>
                  </a:lnTo>
                  <a:lnTo>
                    <a:pt x="374" y="1177"/>
                  </a:lnTo>
                  <a:lnTo>
                    <a:pt x="346" y="1165"/>
                  </a:lnTo>
                  <a:lnTo>
                    <a:pt x="320" y="1151"/>
                  </a:lnTo>
                  <a:lnTo>
                    <a:pt x="294" y="1137"/>
                  </a:lnTo>
                  <a:lnTo>
                    <a:pt x="270" y="1121"/>
                  </a:lnTo>
                  <a:lnTo>
                    <a:pt x="246" y="1103"/>
                  </a:lnTo>
                  <a:lnTo>
                    <a:pt x="222" y="1085"/>
                  </a:lnTo>
                  <a:lnTo>
                    <a:pt x="200" y="1065"/>
                  </a:lnTo>
                  <a:lnTo>
                    <a:pt x="180" y="1045"/>
                  </a:lnTo>
                  <a:lnTo>
                    <a:pt x="158" y="1025"/>
                  </a:lnTo>
                  <a:lnTo>
                    <a:pt x="140" y="1001"/>
                  </a:lnTo>
                  <a:lnTo>
                    <a:pt x="122" y="979"/>
                  </a:lnTo>
                  <a:lnTo>
                    <a:pt x="104" y="955"/>
                  </a:lnTo>
                  <a:lnTo>
                    <a:pt x="88" y="929"/>
                  </a:lnTo>
                  <a:lnTo>
                    <a:pt x="74" y="905"/>
                  </a:lnTo>
                  <a:lnTo>
                    <a:pt x="60" y="877"/>
                  </a:lnTo>
                  <a:lnTo>
                    <a:pt x="48" y="851"/>
                  </a:lnTo>
                  <a:lnTo>
                    <a:pt x="36" y="823"/>
                  </a:lnTo>
                  <a:lnTo>
                    <a:pt x="28" y="795"/>
                  </a:lnTo>
                  <a:lnTo>
                    <a:pt x="18" y="765"/>
                  </a:lnTo>
                  <a:lnTo>
                    <a:pt x="12" y="735"/>
                  </a:lnTo>
                  <a:lnTo>
                    <a:pt x="6" y="705"/>
                  </a:lnTo>
                  <a:lnTo>
                    <a:pt x="2" y="675"/>
                  </a:lnTo>
                  <a:lnTo>
                    <a:pt x="0" y="643"/>
                  </a:lnTo>
                  <a:lnTo>
                    <a:pt x="0" y="611"/>
                  </a:lnTo>
                  <a:lnTo>
                    <a:pt x="0" y="611"/>
                  </a:lnTo>
                  <a:lnTo>
                    <a:pt x="0" y="582"/>
                  </a:lnTo>
                  <a:lnTo>
                    <a:pt x="2" y="550"/>
                  </a:lnTo>
                  <a:lnTo>
                    <a:pt x="6" y="520"/>
                  </a:lnTo>
                  <a:lnTo>
                    <a:pt x="12" y="490"/>
                  </a:lnTo>
                  <a:lnTo>
                    <a:pt x="18" y="460"/>
                  </a:lnTo>
                  <a:lnTo>
                    <a:pt x="28" y="430"/>
                  </a:lnTo>
                  <a:lnTo>
                    <a:pt x="36" y="402"/>
                  </a:lnTo>
                  <a:lnTo>
                    <a:pt x="48" y="374"/>
                  </a:lnTo>
                  <a:lnTo>
                    <a:pt x="60" y="348"/>
                  </a:lnTo>
                  <a:lnTo>
                    <a:pt x="74" y="320"/>
                  </a:lnTo>
                  <a:lnTo>
                    <a:pt x="88" y="294"/>
                  </a:lnTo>
                  <a:lnTo>
                    <a:pt x="104" y="270"/>
                  </a:lnTo>
                  <a:lnTo>
                    <a:pt x="122" y="246"/>
                  </a:lnTo>
                  <a:lnTo>
                    <a:pt x="140" y="222"/>
                  </a:lnTo>
                  <a:lnTo>
                    <a:pt x="158" y="200"/>
                  </a:lnTo>
                  <a:lnTo>
                    <a:pt x="180" y="180"/>
                  </a:lnTo>
                  <a:lnTo>
                    <a:pt x="200" y="160"/>
                  </a:lnTo>
                  <a:lnTo>
                    <a:pt x="222" y="140"/>
                  </a:lnTo>
                  <a:lnTo>
                    <a:pt x="246" y="122"/>
                  </a:lnTo>
                  <a:lnTo>
                    <a:pt x="270" y="104"/>
                  </a:lnTo>
                  <a:lnTo>
                    <a:pt x="294" y="88"/>
                  </a:lnTo>
                  <a:lnTo>
                    <a:pt x="320" y="74"/>
                  </a:lnTo>
                  <a:lnTo>
                    <a:pt x="346" y="60"/>
                  </a:lnTo>
                  <a:lnTo>
                    <a:pt x="374" y="48"/>
                  </a:lnTo>
                  <a:lnTo>
                    <a:pt x="402" y="36"/>
                  </a:lnTo>
                  <a:lnTo>
                    <a:pt x="430" y="28"/>
                  </a:lnTo>
                  <a:lnTo>
                    <a:pt x="460" y="20"/>
                  </a:lnTo>
                  <a:lnTo>
                    <a:pt x="490" y="12"/>
                  </a:lnTo>
                  <a:lnTo>
                    <a:pt x="520" y="6"/>
                  </a:lnTo>
                  <a:lnTo>
                    <a:pt x="550" y="2"/>
                  </a:lnTo>
                  <a:lnTo>
                    <a:pt x="582" y="0"/>
                  </a:lnTo>
                  <a:lnTo>
                    <a:pt x="611" y="0"/>
                  </a:lnTo>
                  <a:lnTo>
                    <a:pt x="611" y="0"/>
                  </a:lnTo>
                  <a:lnTo>
                    <a:pt x="643" y="0"/>
                  </a:lnTo>
                  <a:lnTo>
                    <a:pt x="675" y="2"/>
                  </a:lnTo>
                  <a:lnTo>
                    <a:pt x="705" y="6"/>
                  </a:lnTo>
                  <a:lnTo>
                    <a:pt x="735" y="12"/>
                  </a:lnTo>
                  <a:lnTo>
                    <a:pt x="765" y="20"/>
                  </a:lnTo>
                  <a:lnTo>
                    <a:pt x="795" y="28"/>
                  </a:lnTo>
                  <a:lnTo>
                    <a:pt x="823" y="36"/>
                  </a:lnTo>
                  <a:lnTo>
                    <a:pt x="851" y="48"/>
                  </a:lnTo>
                  <a:lnTo>
                    <a:pt x="877" y="60"/>
                  </a:lnTo>
                  <a:lnTo>
                    <a:pt x="905" y="74"/>
                  </a:lnTo>
                  <a:lnTo>
                    <a:pt x="929" y="88"/>
                  </a:lnTo>
                  <a:lnTo>
                    <a:pt x="955" y="104"/>
                  </a:lnTo>
                  <a:lnTo>
                    <a:pt x="979" y="122"/>
                  </a:lnTo>
                  <a:lnTo>
                    <a:pt x="1001" y="140"/>
                  </a:lnTo>
                  <a:lnTo>
                    <a:pt x="1025" y="160"/>
                  </a:lnTo>
                  <a:lnTo>
                    <a:pt x="1045" y="180"/>
                  </a:lnTo>
                  <a:lnTo>
                    <a:pt x="1065" y="200"/>
                  </a:lnTo>
                  <a:lnTo>
                    <a:pt x="1085" y="222"/>
                  </a:lnTo>
                  <a:lnTo>
                    <a:pt x="1103" y="246"/>
                  </a:lnTo>
                  <a:lnTo>
                    <a:pt x="1121" y="270"/>
                  </a:lnTo>
                  <a:lnTo>
                    <a:pt x="1137" y="294"/>
                  </a:lnTo>
                  <a:lnTo>
                    <a:pt x="1151" y="320"/>
                  </a:lnTo>
                  <a:lnTo>
                    <a:pt x="1165" y="348"/>
                  </a:lnTo>
                  <a:lnTo>
                    <a:pt x="1177" y="374"/>
                  </a:lnTo>
                  <a:lnTo>
                    <a:pt x="1187" y="402"/>
                  </a:lnTo>
                  <a:lnTo>
                    <a:pt x="1197" y="430"/>
                  </a:lnTo>
                  <a:lnTo>
                    <a:pt x="1205" y="460"/>
                  </a:lnTo>
                  <a:lnTo>
                    <a:pt x="1213" y="490"/>
                  </a:lnTo>
                  <a:lnTo>
                    <a:pt x="1217" y="520"/>
                  </a:lnTo>
                  <a:lnTo>
                    <a:pt x="1221" y="550"/>
                  </a:lnTo>
                  <a:lnTo>
                    <a:pt x="1225" y="582"/>
                  </a:lnTo>
                  <a:lnTo>
                    <a:pt x="1225" y="611"/>
                  </a:lnTo>
                  <a:lnTo>
                    <a:pt x="1225" y="61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4" name="Freeform 18"/>
            <p:cNvSpPr>
              <a:spLocks/>
            </p:cNvSpPr>
            <p:nvPr/>
          </p:nvSpPr>
          <p:spPr bwMode="auto">
            <a:xfrm>
              <a:off x="2140" y="2916"/>
              <a:ext cx="585" cy="585"/>
            </a:xfrm>
            <a:custGeom>
              <a:avLst/>
              <a:gdLst>
                <a:gd name="T0" fmla="*/ 585 w 585"/>
                <a:gd name="T1" fmla="*/ 291 h 585"/>
                <a:gd name="T2" fmla="*/ 579 w 585"/>
                <a:gd name="T3" fmla="*/ 351 h 585"/>
                <a:gd name="T4" fmla="*/ 563 w 585"/>
                <a:gd name="T5" fmla="*/ 407 h 585"/>
                <a:gd name="T6" fmla="*/ 535 w 585"/>
                <a:gd name="T7" fmla="*/ 455 h 585"/>
                <a:gd name="T8" fmla="*/ 499 w 585"/>
                <a:gd name="T9" fmla="*/ 499 h 585"/>
                <a:gd name="T10" fmla="*/ 455 w 585"/>
                <a:gd name="T11" fmla="*/ 535 h 585"/>
                <a:gd name="T12" fmla="*/ 405 w 585"/>
                <a:gd name="T13" fmla="*/ 563 h 585"/>
                <a:gd name="T14" fmla="*/ 351 w 585"/>
                <a:gd name="T15" fmla="*/ 579 h 585"/>
                <a:gd name="T16" fmla="*/ 291 w 585"/>
                <a:gd name="T17" fmla="*/ 585 h 585"/>
                <a:gd name="T18" fmla="*/ 262 w 585"/>
                <a:gd name="T19" fmla="*/ 583 h 585"/>
                <a:gd name="T20" fmla="*/ 206 w 585"/>
                <a:gd name="T21" fmla="*/ 571 h 585"/>
                <a:gd name="T22" fmla="*/ 154 w 585"/>
                <a:gd name="T23" fmla="*/ 549 h 585"/>
                <a:gd name="T24" fmla="*/ 106 w 585"/>
                <a:gd name="T25" fmla="*/ 519 h 585"/>
                <a:gd name="T26" fmla="*/ 66 w 585"/>
                <a:gd name="T27" fmla="*/ 479 h 585"/>
                <a:gd name="T28" fmla="*/ 34 w 585"/>
                <a:gd name="T29" fmla="*/ 431 h 585"/>
                <a:gd name="T30" fmla="*/ 12 w 585"/>
                <a:gd name="T31" fmla="*/ 379 h 585"/>
                <a:gd name="T32" fmla="*/ 2 w 585"/>
                <a:gd name="T33" fmla="*/ 321 h 585"/>
                <a:gd name="T34" fmla="*/ 0 w 585"/>
                <a:gd name="T35" fmla="*/ 291 h 585"/>
                <a:gd name="T36" fmla="*/ 6 w 585"/>
                <a:gd name="T37" fmla="*/ 234 h 585"/>
                <a:gd name="T38" fmla="*/ 22 w 585"/>
                <a:gd name="T39" fmla="*/ 178 h 585"/>
                <a:gd name="T40" fmla="*/ 50 w 585"/>
                <a:gd name="T41" fmla="*/ 128 h 585"/>
                <a:gd name="T42" fmla="*/ 86 w 585"/>
                <a:gd name="T43" fmla="*/ 86 h 585"/>
                <a:gd name="T44" fmla="*/ 128 w 585"/>
                <a:gd name="T45" fmla="*/ 50 h 585"/>
                <a:gd name="T46" fmla="*/ 178 w 585"/>
                <a:gd name="T47" fmla="*/ 22 h 585"/>
                <a:gd name="T48" fmla="*/ 234 w 585"/>
                <a:gd name="T49" fmla="*/ 6 h 585"/>
                <a:gd name="T50" fmla="*/ 291 w 585"/>
                <a:gd name="T51" fmla="*/ 0 h 585"/>
                <a:gd name="T52" fmla="*/ 321 w 585"/>
                <a:gd name="T53" fmla="*/ 2 h 585"/>
                <a:gd name="T54" fmla="*/ 379 w 585"/>
                <a:gd name="T55" fmla="*/ 12 h 585"/>
                <a:gd name="T56" fmla="*/ 431 w 585"/>
                <a:gd name="T57" fmla="*/ 36 h 585"/>
                <a:gd name="T58" fmla="*/ 479 w 585"/>
                <a:gd name="T59" fmla="*/ 66 h 585"/>
                <a:gd name="T60" fmla="*/ 519 w 585"/>
                <a:gd name="T61" fmla="*/ 106 h 585"/>
                <a:gd name="T62" fmla="*/ 549 w 585"/>
                <a:gd name="T63" fmla="*/ 154 h 585"/>
                <a:gd name="T64" fmla="*/ 571 w 585"/>
                <a:gd name="T65" fmla="*/ 206 h 585"/>
                <a:gd name="T66" fmla="*/ 583 w 585"/>
                <a:gd name="T67" fmla="*/ 262 h 585"/>
                <a:gd name="T68" fmla="*/ 585 w 585"/>
                <a:gd name="T69" fmla="*/ 29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85" h="585">
                  <a:moveTo>
                    <a:pt x="585" y="291"/>
                  </a:moveTo>
                  <a:lnTo>
                    <a:pt x="585" y="291"/>
                  </a:lnTo>
                  <a:lnTo>
                    <a:pt x="583" y="321"/>
                  </a:lnTo>
                  <a:lnTo>
                    <a:pt x="579" y="351"/>
                  </a:lnTo>
                  <a:lnTo>
                    <a:pt x="571" y="379"/>
                  </a:lnTo>
                  <a:lnTo>
                    <a:pt x="563" y="407"/>
                  </a:lnTo>
                  <a:lnTo>
                    <a:pt x="549" y="431"/>
                  </a:lnTo>
                  <a:lnTo>
                    <a:pt x="535" y="455"/>
                  </a:lnTo>
                  <a:lnTo>
                    <a:pt x="519" y="479"/>
                  </a:lnTo>
                  <a:lnTo>
                    <a:pt x="499" y="499"/>
                  </a:lnTo>
                  <a:lnTo>
                    <a:pt x="479" y="519"/>
                  </a:lnTo>
                  <a:lnTo>
                    <a:pt x="455" y="535"/>
                  </a:lnTo>
                  <a:lnTo>
                    <a:pt x="431" y="549"/>
                  </a:lnTo>
                  <a:lnTo>
                    <a:pt x="405" y="563"/>
                  </a:lnTo>
                  <a:lnTo>
                    <a:pt x="379" y="571"/>
                  </a:lnTo>
                  <a:lnTo>
                    <a:pt x="351" y="579"/>
                  </a:lnTo>
                  <a:lnTo>
                    <a:pt x="321" y="583"/>
                  </a:lnTo>
                  <a:lnTo>
                    <a:pt x="291" y="585"/>
                  </a:lnTo>
                  <a:lnTo>
                    <a:pt x="291" y="585"/>
                  </a:lnTo>
                  <a:lnTo>
                    <a:pt x="262" y="583"/>
                  </a:lnTo>
                  <a:lnTo>
                    <a:pt x="234" y="579"/>
                  </a:lnTo>
                  <a:lnTo>
                    <a:pt x="206" y="571"/>
                  </a:lnTo>
                  <a:lnTo>
                    <a:pt x="178" y="563"/>
                  </a:lnTo>
                  <a:lnTo>
                    <a:pt x="154" y="549"/>
                  </a:lnTo>
                  <a:lnTo>
                    <a:pt x="128" y="535"/>
                  </a:lnTo>
                  <a:lnTo>
                    <a:pt x="106" y="519"/>
                  </a:lnTo>
                  <a:lnTo>
                    <a:pt x="86" y="499"/>
                  </a:lnTo>
                  <a:lnTo>
                    <a:pt x="66" y="479"/>
                  </a:lnTo>
                  <a:lnTo>
                    <a:pt x="50" y="455"/>
                  </a:lnTo>
                  <a:lnTo>
                    <a:pt x="34" y="431"/>
                  </a:lnTo>
                  <a:lnTo>
                    <a:pt x="22" y="407"/>
                  </a:lnTo>
                  <a:lnTo>
                    <a:pt x="12" y="379"/>
                  </a:lnTo>
                  <a:lnTo>
                    <a:pt x="6" y="351"/>
                  </a:lnTo>
                  <a:lnTo>
                    <a:pt x="2" y="321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62"/>
                  </a:lnTo>
                  <a:lnTo>
                    <a:pt x="6" y="234"/>
                  </a:lnTo>
                  <a:lnTo>
                    <a:pt x="12" y="206"/>
                  </a:lnTo>
                  <a:lnTo>
                    <a:pt x="22" y="178"/>
                  </a:lnTo>
                  <a:lnTo>
                    <a:pt x="34" y="154"/>
                  </a:lnTo>
                  <a:lnTo>
                    <a:pt x="50" y="128"/>
                  </a:lnTo>
                  <a:lnTo>
                    <a:pt x="66" y="106"/>
                  </a:lnTo>
                  <a:lnTo>
                    <a:pt x="86" y="86"/>
                  </a:lnTo>
                  <a:lnTo>
                    <a:pt x="106" y="66"/>
                  </a:lnTo>
                  <a:lnTo>
                    <a:pt x="128" y="50"/>
                  </a:lnTo>
                  <a:lnTo>
                    <a:pt x="154" y="36"/>
                  </a:lnTo>
                  <a:lnTo>
                    <a:pt x="178" y="22"/>
                  </a:lnTo>
                  <a:lnTo>
                    <a:pt x="206" y="12"/>
                  </a:lnTo>
                  <a:lnTo>
                    <a:pt x="234" y="6"/>
                  </a:lnTo>
                  <a:lnTo>
                    <a:pt x="262" y="2"/>
                  </a:lnTo>
                  <a:lnTo>
                    <a:pt x="291" y="0"/>
                  </a:lnTo>
                  <a:lnTo>
                    <a:pt x="291" y="0"/>
                  </a:lnTo>
                  <a:lnTo>
                    <a:pt x="321" y="2"/>
                  </a:lnTo>
                  <a:lnTo>
                    <a:pt x="351" y="6"/>
                  </a:lnTo>
                  <a:lnTo>
                    <a:pt x="379" y="12"/>
                  </a:lnTo>
                  <a:lnTo>
                    <a:pt x="405" y="22"/>
                  </a:lnTo>
                  <a:lnTo>
                    <a:pt x="431" y="36"/>
                  </a:lnTo>
                  <a:lnTo>
                    <a:pt x="455" y="50"/>
                  </a:lnTo>
                  <a:lnTo>
                    <a:pt x="479" y="66"/>
                  </a:lnTo>
                  <a:lnTo>
                    <a:pt x="499" y="86"/>
                  </a:lnTo>
                  <a:lnTo>
                    <a:pt x="519" y="106"/>
                  </a:lnTo>
                  <a:lnTo>
                    <a:pt x="535" y="128"/>
                  </a:lnTo>
                  <a:lnTo>
                    <a:pt x="549" y="154"/>
                  </a:lnTo>
                  <a:lnTo>
                    <a:pt x="563" y="178"/>
                  </a:lnTo>
                  <a:lnTo>
                    <a:pt x="571" y="206"/>
                  </a:lnTo>
                  <a:lnTo>
                    <a:pt x="579" y="234"/>
                  </a:lnTo>
                  <a:lnTo>
                    <a:pt x="583" y="262"/>
                  </a:lnTo>
                  <a:lnTo>
                    <a:pt x="585" y="291"/>
                  </a:lnTo>
                  <a:lnTo>
                    <a:pt x="585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5" name="Line 19"/>
            <p:cNvSpPr>
              <a:spLocks noChangeShapeType="1"/>
            </p:cNvSpPr>
            <p:nvPr/>
          </p:nvSpPr>
          <p:spPr bwMode="auto">
            <a:xfrm>
              <a:off x="2431" y="2436"/>
              <a:ext cx="0" cy="15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6" name="Line 20"/>
            <p:cNvSpPr>
              <a:spLocks noChangeShapeType="1"/>
            </p:cNvSpPr>
            <p:nvPr/>
          </p:nvSpPr>
          <p:spPr bwMode="auto">
            <a:xfrm flipH="1">
              <a:off x="1686" y="3207"/>
              <a:ext cx="14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7" name="Group 163"/>
          <p:cNvGrpSpPr>
            <a:grpSpLocks noChangeAspect="1"/>
          </p:cNvGrpSpPr>
          <p:nvPr/>
        </p:nvGrpSpPr>
        <p:grpSpPr bwMode="auto">
          <a:xfrm>
            <a:off x="10244455" y="5284922"/>
            <a:ext cx="320769" cy="304209"/>
            <a:chOff x="4893" y="1112"/>
            <a:chExt cx="1627" cy="1543"/>
          </a:xfrm>
        </p:grpSpPr>
        <p:sp>
          <p:nvSpPr>
            <p:cNvPr id="838" name="Rectangle 164"/>
            <p:cNvSpPr>
              <a:spLocks noChangeArrowheads="1"/>
            </p:cNvSpPr>
            <p:nvPr/>
          </p:nvSpPr>
          <p:spPr bwMode="auto">
            <a:xfrm>
              <a:off x="4893" y="2039"/>
              <a:ext cx="280" cy="5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9" name="Freeform 165"/>
            <p:cNvSpPr>
              <a:spLocks/>
            </p:cNvSpPr>
            <p:nvPr/>
          </p:nvSpPr>
          <p:spPr bwMode="auto">
            <a:xfrm>
              <a:off x="5173" y="2231"/>
              <a:ext cx="1347" cy="424"/>
            </a:xfrm>
            <a:custGeom>
              <a:avLst/>
              <a:gdLst>
                <a:gd name="T0" fmla="*/ 0 w 1347"/>
                <a:gd name="T1" fmla="*/ 252 h 424"/>
                <a:gd name="T2" fmla="*/ 0 w 1347"/>
                <a:gd name="T3" fmla="*/ 252 h 424"/>
                <a:gd name="T4" fmla="*/ 128 w 1347"/>
                <a:gd name="T5" fmla="*/ 296 h 424"/>
                <a:gd name="T6" fmla="*/ 236 w 1347"/>
                <a:gd name="T7" fmla="*/ 334 h 424"/>
                <a:gd name="T8" fmla="*/ 328 w 1347"/>
                <a:gd name="T9" fmla="*/ 366 h 424"/>
                <a:gd name="T10" fmla="*/ 404 w 1347"/>
                <a:gd name="T11" fmla="*/ 390 h 424"/>
                <a:gd name="T12" fmla="*/ 470 w 1347"/>
                <a:gd name="T13" fmla="*/ 408 h 424"/>
                <a:gd name="T14" fmla="*/ 500 w 1347"/>
                <a:gd name="T15" fmla="*/ 416 h 424"/>
                <a:gd name="T16" fmla="*/ 530 w 1347"/>
                <a:gd name="T17" fmla="*/ 420 h 424"/>
                <a:gd name="T18" fmla="*/ 555 w 1347"/>
                <a:gd name="T19" fmla="*/ 424 h 424"/>
                <a:gd name="T20" fmla="*/ 583 w 1347"/>
                <a:gd name="T21" fmla="*/ 424 h 424"/>
                <a:gd name="T22" fmla="*/ 609 w 1347"/>
                <a:gd name="T23" fmla="*/ 424 h 424"/>
                <a:gd name="T24" fmla="*/ 635 w 1347"/>
                <a:gd name="T25" fmla="*/ 422 h 424"/>
                <a:gd name="T26" fmla="*/ 661 w 1347"/>
                <a:gd name="T27" fmla="*/ 416 h 424"/>
                <a:gd name="T28" fmla="*/ 687 w 1347"/>
                <a:gd name="T29" fmla="*/ 410 h 424"/>
                <a:gd name="T30" fmla="*/ 715 w 1347"/>
                <a:gd name="T31" fmla="*/ 402 h 424"/>
                <a:gd name="T32" fmla="*/ 745 w 1347"/>
                <a:gd name="T33" fmla="*/ 390 h 424"/>
                <a:gd name="T34" fmla="*/ 809 w 1347"/>
                <a:gd name="T35" fmla="*/ 364 h 424"/>
                <a:gd name="T36" fmla="*/ 885 w 1347"/>
                <a:gd name="T37" fmla="*/ 326 h 424"/>
                <a:gd name="T38" fmla="*/ 1077 w 1347"/>
                <a:gd name="T39" fmla="*/ 226 h 424"/>
                <a:gd name="T40" fmla="*/ 1201 w 1347"/>
                <a:gd name="T41" fmla="*/ 162 h 424"/>
                <a:gd name="T42" fmla="*/ 1347 w 1347"/>
                <a:gd name="T43" fmla="*/ 88 h 424"/>
                <a:gd name="T44" fmla="*/ 1347 w 1347"/>
                <a:gd name="T45" fmla="*/ 88 h 424"/>
                <a:gd name="T46" fmla="*/ 1321 w 1347"/>
                <a:gd name="T47" fmla="*/ 62 h 424"/>
                <a:gd name="T48" fmla="*/ 1293 w 1347"/>
                <a:gd name="T49" fmla="*/ 42 h 424"/>
                <a:gd name="T50" fmla="*/ 1269 w 1347"/>
                <a:gd name="T51" fmla="*/ 24 h 424"/>
                <a:gd name="T52" fmla="*/ 1243 w 1347"/>
                <a:gd name="T53" fmla="*/ 12 h 424"/>
                <a:gd name="T54" fmla="*/ 1217 w 1347"/>
                <a:gd name="T55" fmla="*/ 4 h 424"/>
                <a:gd name="T56" fmla="*/ 1191 w 1347"/>
                <a:gd name="T57" fmla="*/ 0 h 424"/>
                <a:gd name="T58" fmla="*/ 1165 w 1347"/>
                <a:gd name="T59" fmla="*/ 0 h 424"/>
                <a:gd name="T60" fmla="*/ 1137 w 1347"/>
                <a:gd name="T61" fmla="*/ 6 h 424"/>
                <a:gd name="T62" fmla="*/ 833 w 1347"/>
                <a:gd name="T63" fmla="*/ 108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47" h="424">
                  <a:moveTo>
                    <a:pt x="0" y="252"/>
                  </a:moveTo>
                  <a:lnTo>
                    <a:pt x="0" y="252"/>
                  </a:lnTo>
                  <a:lnTo>
                    <a:pt x="128" y="296"/>
                  </a:lnTo>
                  <a:lnTo>
                    <a:pt x="236" y="334"/>
                  </a:lnTo>
                  <a:lnTo>
                    <a:pt x="328" y="366"/>
                  </a:lnTo>
                  <a:lnTo>
                    <a:pt x="404" y="390"/>
                  </a:lnTo>
                  <a:lnTo>
                    <a:pt x="470" y="408"/>
                  </a:lnTo>
                  <a:lnTo>
                    <a:pt x="500" y="416"/>
                  </a:lnTo>
                  <a:lnTo>
                    <a:pt x="530" y="420"/>
                  </a:lnTo>
                  <a:lnTo>
                    <a:pt x="555" y="424"/>
                  </a:lnTo>
                  <a:lnTo>
                    <a:pt x="583" y="424"/>
                  </a:lnTo>
                  <a:lnTo>
                    <a:pt x="609" y="424"/>
                  </a:lnTo>
                  <a:lnTo>
                    <a:pt x="635" y="422"/>
                  </a:lnTo>
                  <a:lnTo>
                    <a:pt x="661" y="416"/>
                  </a:lnTo>
                  <a:lnTo>
                    <a:pt x="687" y="410"/>
                  </a:lnTo>
                  <a:lnTo>
                    <a:pt x="715" y="402"/>
                  </a:lnTo>
                  <a:lnTo>
                    <a:pt x="745" y="390"/>
                  </a:lnTo>
                  <a:lnTo>
                    <a:pt x="809" y="364"/>
                  </a:lnTo>
                  <a:lnTo>
                    <a:pt x="885" y="326"/>
                  </a:lnTo>
                  <a:lnTo>
                    <a:pt x="1077" y="226"/>
                  </a:lnTo>
                  <a:lnTo>
                    <a:pt x="1201" y="162"/>
                  </a:lnTo>
                  <a:lnTo>
                    <a:pt x="1347" y="88"/>
                  </a:lnTo>
                  <a:lnTo>
                    <a:pt x="1347" y="88"/>
                  </a:lnTo>
                  <a:lnTo>
                    <a:pt x="1321" y="62"/>
                  </a:lnTo>
                  <a:lnTo>
                    <a:pt x="1293" y="42"/>
                  </a:lnTo>
                  <a:lnTo>
                    <a:pt x="1269" y="24"/>
                  </a:lnTo>
                  <a:lnTo>
                    <a:pt x="1243" y="12"/>
                  </a:lnTo>
                  <a:lnTo>
                    <a:pt x="1217" y="4"/>
                  </a:lnTo>
                  <a:lnTo>
                    <a:pt x="1191" y="0"/>
                  </a:lnTo>
                  <a:lnTo>
                    <a:pt x="1165" y="0"/>
                  </a:lnTo>
                  <a:lnTo>
                    <a:pt x="1137" y="6"/>
                  </a:lnTo>
                  <a:lnTo>
                    <a:pt x="833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0" name="Freeform 166"/>
            <p:cNvSpPr>
              <a:spLocks/>
            </p:cNvSpPr>
            <p:nvPr/>
          </p:nvSpPr>
          <p:spPr bwMode="auto">
            <a:xfrm>
              <a:off x="5173" y="2095"/>
              <a:ext cx="841" cy="280"/>
            </a:xfrm>
            <a:custGeom>
              <a:avLst/>
              <a:gdLst>
                <a:gd name="T0" fmla="*/ 0 w 841"/>
                <a:gd name="T1" fmla="*/ 0 h 280"/>
                <a:gd name="T2" fmla="*/ 226 w 841"/>
                <a:gd name="T3" fmla="*/ 0 h 280"/>
                <a:gd name="T4" fmla="*/ 226 w 841"/>
                <a:gd name="T5" fmla="*/ 0 h 280"/>
                <a:gd name="T6" fmla="*/ 256 w 841"/>
                <a:gd name="T7" fmla="*/ 0 h 280"/>
                <a:gd name="T8" fmla="*/ 284 w 841"/>
                <a:gd name="T9" fmla="*/ 4 h 280"/>
                <a:gd name="T10" fmla="*/ 312 w 841"/>
                <a:gd name="T11" fmla="*/ 8 h 280"/>
                <a:gd name="T12" fmla="*/ 338 w 841"/>
                <a:gd name="T13" fmla="*/ 14 h 280"/>
                <a:gd name="T14" fmla="*/ 364 w 841"/>
                <a:gd name="T15" fmla="*/ 20 h 280"/>
                <a:gd name="T16" fmla="*/ 386 w 841"/>
                <a:gd name="T17" fmla="*/ 28 h 280"/>
                <a:gd name="T18" fmla="*/ 428 w 841"/>
                <a:gd name="T19" fmla="*/ 46 h 280"/>
                <a:gd name="T20" fmla="*/ 464 w 841"/>
                <a:gd name="T21" fmla="*/ 64 h 280"/>
                <a:gd name="T22" fmla="*/ 494 w 841"/>
                <a:gd name="T23" fmla="*/ 82 h 280"/>
                <a:gd name="T24" fmla="*/ 518 w 841"/>
                <a:gd name="T25" fmla="*/ 100 h 280"/>
                <a:gd name="T26" fmla="*/ 534 w 841"/>
                <a:gd name="T27" fmla="*/ 112 h 280"/>
                <a:gd name="T28" fmla="*/ 534 w 841"/>
                <a:gd name="T29" fmla="*/ 112 h 280"/>
                <a:gd name="T30" fmla="*/ 635 w 841"/>
                <a:gd name="T31" fmla="*/ 112 h 280"/>
                <a:gd name="T32" fmla="*/ 757 w 841"/>
                <a:gd name="T33" fmla="*/ 112 h 280"/>
                <a:gd name="T34" fmla="*/ 757 w 841"/>
                <a:gd name="T35" fmla="*/ 112 h 280"/>
                <a:gd name="T36" fmla="*/ 777 w 841"/>
                <a:gd name="T37" fmla="*/ 114 h 280"/>
                <a:gd name="T38" fmla="*/ 795 w 841"/>
                <a:gd name="T39" fmla="*/ 120 h 280"/>
                <a:gd name="T40" fmla="*/ 809 w 841"/>
                <a:gd name="T41" fmla="*/ 128 h 280"/>
                <a:gd name="T42" fmla="*/ 821 w 841"/>
                <a:gd name="T43" fmla="*/ 138 h 280"/>
                <a:gd name="T44" fmla="*/ 829 w 841"/>
                <a:gd name="T45" fmla="*/ 152 h 280"/>
                <a:gd name="T46" fmla="*/ 837 w 841"/>
                <a:gd name="T47" fmla="*/ 166 h 280"/>
                <a:gd name="T48" fmla="*/ 841 w 841"/>
                <a:gd name="T49" fmla="*/ 180 h 280"/>
                <a:gd name="T50" fmla="*/ 841 w 841"/>
                <a:gd name="T51" fmla="*/ 196 h 280"/>
                <a:gd name="T52" fmla="*/ 841 w 841"/>
                <a:gd name="T53" fmla="*/ 212 h 280"/>
                <a:gd name="T54" fmla="*/ 837 w 841"/>
                <a:gd name="T55" fmla="*/ 228 h 280"/>
                <a:gd name="T56" fmla="*/ 829 w 841"/>
                <a:gd name="T57" fmla="*/ 242 h 280"/>
                <a:gd name="T58" fmla="*/ 821 w 841"/>
                <a:gd name="T59" fmla="*/ 254 h 280"/>
                <a:gd name="T60" fmla="*/ 809 w 841"/>
                <a:gd name="T61" fmla="*/ 266 h 280"/>
                <a:gd name="T62" fmla="*/ 795 w 841"/>
                <a:gd name="T63" fmla="*/ 274 h 280"/>
                <a:gd name="T64" fmla="*/ 777 w 841"/>
                <a:gd name="T65" fmla="*/ 278 h 280"/>
                <a:gd name="T66" fmla="*/ 757 w 841"/>
                <a:gd name="T67" fmla="*/ 280 h 280"/>
                <a:gd name="T68" fmla="*/ 366 w 841"/>
                <a:gd name="T69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1" h="280">
                  <a:moveTo>
                    <a:pt x="0" y="0"/>
                  </a:moveTo>
                  <a:lnTo>
                    <a:pt x="226" y="0"/>
                  </a:lnTo>
                  <a:lnTo>
                    <a:pt x="226" y="0"/>
                  </a:lnTo>
                  <a:lnTo>
                    <a:pt x="256" y="0"/>
                  </a:lnTo>
                  <a:lnTo>
                    <a:pt x="284" y="4"/>
                  </a:lnTo>
                  <a:lnTo>
                    <a:pt x="312" y="8"/>
                  </a:lnTo>
                  <a:lnTo>
                    <a:pt x="338" y="14"/>
                  </a:lnTo>
                  <a:lnTo>
                    <a:pt x="364" y="20"/>
                  </a:lnTo>
                  <a:lnTo>
                    <a:pt x="386" y="28"/>
                  </a:lnTo>
                  <a:lnTo>
                    <a:pt x="428" y="46"/>
                  </a:lnTo>
                  <a:lnTo>
                    <a:pt x="464" y="64"/>
                  </a:lnTo>
                  <a:lnTo>
                    <a:pt x="494" y="82"/>
                  </a:lnTo>
                  <a:lnTo>
                    <a:pt x="518" y="100"/>
                  </a:lnTo>
                  <a:lnTo>
                    <a:pt x="534" y="112"/>
                  </a:lnTo>
                  <a:lnTo>
                    <a:pt x="534" y="112"/>
                  </a:lnTo>
                  <a:lnTo>
                    <a:pt x="635" y="112"/>
                  </a:lnTo>
                  <a:lnTo>
                    <a:pt x="757" y="112"/>
                  </a:lnTo>
                  <a:lnTo>
                    <a:pt x="757" y="112"/>
                  </a:lnTo>
                  <a:lnTo>
                    <a:pt x="777" y="114"/>
                  </a:lnTo>
                  <a:lnTo>
                    <a:pt x="795" y="120"/>
                  </a:lnTo>
                  <a:lnTo>
                    <a:pt x="809" y="128"/>
                  </a:lnTo>
                  <a:lnTo>
                    <a:pt x="821" y="138"/>
                  </a:lnTo>
                  <a:lnTo>
                    <a:pt x="829" y="152"/>
                  </a:lnTo>
                  <a:lnTo>
                    <a:pt x="837" y="166"/>
                  </a:lnTo>
                  <a:lnTo>
                    <a:pt x="841" y="180"/>
                  </a:lnTo>
                  <a:lnTo>
                    <a:pt x="841" y="196"/>
                  </a:lnTo>
                  <a:lnTo>
                    <a:pt x="841" y="212"/>
                  </a:lnTo>
                  <a:lnTo>
                    <a:pt x="837" y="228"/>
                  </a:lnTo>
                  <a:lnTo>
                    <a:pt x="829" y="242"/>
                  </a:lnTo>
                  <a:lnTo>
                    <a:pt x="821" y="254"/>
                  </a:lnTo>
                  <a:lnTo>
                    <a:pt x="809" y="266"/>
                  </a:lnTo>
                  <a:lnTo>
                    <a:pt x="795" y="274"/>
                  </a:lnTo>
                  <a:lnTo>
                    <a:pt x="777" y="278"/>
                  </a:lnTo>
                  <a:lnTo>
                    <a:pt x="757" y="280"/>
                  </a:lnTo>
                  <a:lnTo>
                    <a:pt x="366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1" name="Line 167"/>
            <p:cNvSpPr>
              <a:spLocks noChangeShapeType="1"/>
            </p:cNvSpPr>
            <p:nvPr/>
          </p:nvSpPr>
          <p:spPr bwMode="auto">
            <a:xfrm>
              <a:off x="5734" y="1728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2" name="Line 168"/>
            <p:cNvSpPr>
              <a:spLocks noChangeShapeType="1"/>
            </p:cNvSpPr>
            <p:nvPr/>
          </p:nvSpPr>
          <p:spPr bwMode="auto">
            <a:xfrm>
              <a:off x="6072" y="1224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3" name="Freeform 169"/>
            <p:cNvSpPr>
              <a:spLocks/>
            </p:cNvSpPr>
            <p:nvPr/>
          </p:nvSpPr>
          <p:spPr bwMode="auto">
            <a:xfrm>
              <a:off x="5539" y="1616"/>
              <a:ext cx="391" cy="395"/>
            </a:xfrm>
            <a:custGeom>
              <a:avLst/>
              <a:gdLst>
                <a:gd name="T0" fmla="*/ 391 w 391"/>
                <a:gd name="T1" fmla="*/ 198 h 395"/>
                <a:gd name="T2" fmla="*/ 387 w 391"/>
                <a:gd name="T3" fmla="*/ 236 h 395"/>
                <a:gd name="T4" fmla="*/ 377 w 391"/>
                <a:gd name="T5" fmla="*/ 275 h 395"/>
                <a:gd name="T6" fmla="*/ 359 w 391"/>
                <a:gd name="T7" fmla="*/ 309 h 395"/>
                <a:gd name="T8" fmla="*/ 335 w 391"/>
                <a:gd name="T9" fmla="*/ 337 h 395"/>
                <a:gd name="T10" fmla="*/ 305 w 391"/>
                <a:gd name="T11" fmla="*/ 361 h 395"/>
                <a:gd name="T12" fmla="*/ 271 w 391"/>
                <a:gd name="T13" fmla="*/ 379 h 395"/>
                <a:gd name="T14" fmla="*/ 235 w 391"/>
                <a:gd name="T15" fmla="*/ 391 h 395"/>
                <a:gd name="T16" fmla="*/ 195 w 391"/>
                <a:gd name="T17" fmla="*/ 395 h 395"/>
                <a:gd name="T18" fmla="*/ 175 w 391"/>
                <a:gd name="T19" fmla="*/ 393 h 395"/>
                <a:gd name="T20" fmla="*/ 138 w 391"/>
                <a:gd name="T21" fmla="*/ 385 h 395"/>
                <a:gd name="T22" fmla="*/ 102 w 391"/>
                <a:gd name="T23" fmla="*/ 371 h 395"/>
                <a:gd name="T24" fmla="*/ 72 w 391"/>
                <a:gd name="T25" fmla="*/ 349 h 395"/>
                <a:gd name="T26" fmla="*/ 44 w 391"/>
                <a:gd name="T27" fmla="*/ 323 h 395"/>
                <a:gd name="T28" fmla="*/ 24 w 391"/>
                <a:gd name="T29" fmla="*/ 291 h 395"/>
                <a:gd name="T30" fmla="*/ 8 w 391"/>
                <a:gd name="T31" fmla="*/ 256 h 395"/>
                <a:gd name="T32" fmla="*/ 0 w 391"/>
                <a:gd name="T33" fmla="*/ 218 h 395"/>
                <a:gd name="T34" fmla="*/ 0 w 391"/>
                <a:gd name="T35" fmla="*/ 198 h 395"/>
                <a:gd name="T36" fmla="*/ 4 w 391"/>
                <a:gd name="T37" fmla="*/ 158 h 395"/>
                <a:gd name="T38" fmla="*/ 16 w 391"/>
                <a:gd name="T39" fmla="*/ 120 h 395"/>
                <a:gd name="T40" fmla="*/ 34 w 391"/>
                <a:gd name="T41" fmla="*/ 88 h 395"/>
                <a:gd name="T42" fmla="*/ 58 w 391"/>
                <a:gd name="T43" fmla="*/ 58 h 395"/>
                <a:gd name="T44" fmla="*/ 86 w 391"/>
                <a:gd name="T45" fmla="*/ 34 h 395"/>
                <a:gd name="T46" fmla="*/ 120 w 391"/>
                <a:gd name="T47" fmla="*/ 16 h 395"/>
                <a:gd name="T48" fmla="*/ 156 w 391"/>
                <a:gd name="T49" fmla="*/ 4 h 395"/>
                <a:gd name="T50" fmla="*/ 195 w 391"/>
                <a:gd name="T51" fmla="*/ 0 h 395"/>
                <a:gd name="T52" fmla="*/ 215 w 391"/>
                <a:gd name="T53" fmla="*/ 2 h 395"/>
                <a:gd name="T54" fmla="*/ 253 w 391"/>
                <a:gd name="T55" fmla="*/ 10 h 395"/>
                <a:gd name="T56" fmla="*/ 289 w 391"/>
                <a:gd name="T57" fmla="*/ 24 h 395"/>
                <a:gd name="T58" fmla="*/ 321 w 391"/>
                <a:gd name="T59" fmla="*/ 46 h 395"/>
                <a:gd name="T60" fmla="*/ 347 w 391"/>
                <a:gd name="T61" fmla="*/ 72 h 395"/>
                <a:gd name="T62" fmla="*/ 369 w 391"/>
                <a:gd name="T63" fmla="*/ 104 h 395"/>
                <a:gd name="T64" fmla="*/ 383 w 391"/>
                <a:gd name="T65" fmla="*/ 138 h 395"/>
                <a:gd name="T66" fmla="*/ 391 w 391"/>
                <a:gd name="T67" fmla="*/ 178 h 395"/>
                <a:gd name="T68" fmla="*/ 391 w 391"/>
                <a:gd name="T69" fmla="*/ 198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1" h="395">
                  <a:moveTo>
                    <a:pt x="391" y="198"/>
                  </a:moveTo>
                  <a:lnTo>
                    <a:pt x="391" y="198"/>
                  </a:lnTo>
                  <a:lnTo>
                    <a:pt x="391" y="218"/>
                  </a:lnTo>
                  <a:lnTo>
                    <a:pt x="387" y="236"/>
                  </a:lnTo>
                  <a:lnTo>
                    <a:pt x="383" y="256"/>
                  </a:lnTo>
                  <a:lnTo>
                    <a:pt x="377" y="275"/>
                  </a:lnTo>
                  <a:lnTo>
                    <a:pt x="369" y="291"/>
                  </a:lnTo>
                  <a:lnTo>
                    <a:pt x="359" y="309"/>
                  </a:lnTo>
                  <a:lnTo>
                    <a:pt x="347" y="323"/>
                  </a:lnTo>
                  <a:lnTo>
                    <a:pt x="335" y="337"/>
                  </a:lnTo>
                  <a:lnTo>
                    <a:pt x="321" y="349"/>
                  </a:lnTo>
                  <a:lnTo>
                    <a:pt x="305" y="361"/>
                  </a:lnTo>
                  <a:lnTo>
                    <a:pt x="289" y="371"/>
                  </a:lnTo>
                  <a:lnTo>
                    <a:pt x="271" y="379"/>
                  </a:lnTo>
                  <a:lnTo>
                    <a:pt x="253" y="385"/>
                  </a:lnTo>
                  <a:lnTo>
                    <a:pt x="235" y="391"/>
                  </a:lnTo>
                  <a:lnTo>
                    <a:pt x="215" y="393"/>
                  </a:lnTo>
                  <a:lnTo>
                    <a:pt x="195" y="395"/>
                  </a:lnTo>
                  <a:lnTo>
                    <a:pt x="195" y="395"/>
                  </a:lnTo>
                  <a:lnTo>
                    <a:pt x="175" y="393"/>
                  </a:lnTo>
                  <a:lnTo>
                    <a:pt x="156" y="391"/>
                  </a:lnTo>
                  <a:lnTo>
                    <a:pt x="138" y="385"/>
                  </a:lnTo>
                  <a:lnTo>
                    <a:pt x="120" y="379"/>
                  </a:lnTo>
                  <a:lnTo>
                    <a:pt x="102" y="371"/>
                  </a:lnTo>
                  <a:lnTo>
                    <a:pt x="86" y="361"/>
                  </a:lnTo>
                  <a:lnTo>
                    <a:pt x="72" y="349"/>
                  </a:lnTo>
                  <a:lnTo>
                    <a:pt x="58" y="337"/>
                  </a:lnTo>
                  <a:lnTo>
                    <a:pt x="44" y="323"/>
                  </a:lnTo>
                  <a:lnTo>
                    <a:pt x="34" y="309"/>
                  </a:lnTo>
                  <a:lnTo>
                    <a:pt x="24" y="291"/>
                  </a:lnTo>
                  <a:lnTo>
                    <a:pt x="16" y="275"/>
                  </a:lnTo>
                  <a:lnTo>
                    <a:pt x="8" y="256"/>
                  </a:lnTo>
                  <a:lnTo>
                    <a:pt x="4" y="236"/>
                  </a:lnTo>
                  <a:lnTo>
                    <a:pt x="0" y="218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78"/>
                  </a:lnTo>
                  <a:lnTo>
                    <a:pt x="4" y="158"/>
                  </a:lnTo>
                  <a:lnTo>
                    <a:pt x="8" y="138"/>
                  </a:lnTo>
                  <a:lnTo>
                    <a:pt x="16" y="120"/>
                  </a:lnTo>
                  <a:lnTo>
                    <a:pt x="24" y="104"/>
                  </a:lnTo>
                  <a:lnTo>
                    <a:pt x="34" y="88"/>
                  </a:lnTo>
                  <a:lnTo>
                    <a:pt x="44" y="72"/>
                  </a:lnTo>
                  <a:lnTo>
                    <a:pt x="58" y="58"/>
                  </a:lnTo>
                  <a:lnTo>
                    <a:pt x="72" y="46"/>
                  </a:lnTo>
                  <a:lnTo>
                    <a:pt x="86" y="34"/>
                  </a:lnTo>
                  <a:lnTo>
                    <a:pt x="102" y="24"/>
                  </a:lnTo>
                  <a:lnTo>
                    <a:pt x="120" y="16"/>
                  </a:lnTo>
                  <a:lnTo>
                    <a:pt x="138" y="10"/>
                  </a:lnTo>
                  <a:lnTo>
                    <a:pt x="156" y="4"/>
                  </a:lnTo>
                  <a:lnTo>
                    <a:pt x="175" y="2"/>
                  </a:lnTo>
                  <a:lnTo>
                    <a:pt x="195" y="0"/>
                  </a:lnTo>
                  <a:lnTo>
                    <a:pt x="195" y="0"/>
                  </a:lnTo>
                  <a:lnTo>
                    <a:pt x="215" y="2"/>
                  </a:lnTo>
                  <a:lnTo>
                    <a:pt x="235" y="4"/>
                  </a:lnTo>
                  <a:lnTo>
                    <a:pt x="253" y="10"/>
                  </a:lnTo>
                  <a:lnTo>
                    <a:pt x="271" y="16"/>
                  </a:lnTo>
                  <a:lnTo>
                    <a:pt x="289" y="24"/>
                  </a:lnTo>
                  <a:lnTo>
                    <a:pt x="305" y="34"/>
                  </a:lnTo>
                  <a:lnTo>
                    <a:pt x="321" y="46"/>
                  </a:lnTo>
                  <a:lnTo>
                    <a:pt x="335" y="58"/>
                  </a:lnTo>
                  <a:lnTo>
                    <a:pt x="347" y="72"/>
                  </a:lnTo>
                  <a:lnTo>
                    <a:pt x="359" y="88"/>
                  </a:lnTo>
                  <a:lnTo>
                    <a:pt x="369" y="104"/>
                  </a:lnTo>
                  <a:lnTo>
                    <a:pt x="377" y="120"/>
                  </a:lnTo>
                  <a:lnTo>
                    <a:pt x="383" y="138"/>
                  </a:lnTo>
                  <a:lnTo>
                    <a:pt x="387" y="158"/>
                  </a:lnTo>
                  <a:lnTo>
                    <a:pt x="391" y="178"/>
                  </a:lnTo>
                  <a:lnTo>
                    <a:pt x="391" y="198"/>
                  </a:lnTo>
                  <a:lnTo>
                    <a:pt x="391" y="1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4" name="Freeform 170"/>
            <p:cNvSpPr>
              <a:spLocks/>
            </p:cNvSpPr>
            <p:nvPr/>
          </p:nvSpPr>
          <p:spPr bwMode="auto">
            <a:xfrm>
              <a:off x="5874" y="1112"/>
              <a:ext cx="394" cy="392"/>
            </a:xfrm>
            <a:custGeom>
              <a:avLst/>
              <a:gdLst>
                <a:gd name="T0" fmla="*/ 394 w 394"/>
                <a:gd name="T1" fmla="*/ 196 h 392"/>
                <a:gd name="T2" fmla="*/ 390 w 394"/>
                <a:gd name="T3" fmla="*/ 236 h 392"/>
                <a:gd name="T4" fmla="*/ 378 w 394"/>
                <a:gd name="T5" fmla="*/ 272 h 392"/>
                <a:gd name="T6" fmla="*/ 360 w 394"/>
                <a:gd name="T7" fmla="*/ 306 h 392"/>
                <a:gd name="T8" fmla="*/ 336 w 394"/>
                <a:gd name="T9" fmla="*/ 334 h 392"/>
                <a:gd name="T10" fmla="*/ 308 w 394"/>
                <a:gd name="T11" fmla="*/ 358 h 392"/>
                <a:gd name="T12" fmla="*/ 274 w 394"/>
                <a:gd name="T13" fmla="*/ 376 h 392"/>
                <a:gd name="T14" fmla="*/ 236 w 394"/>
                <a:gd name="T15" fmla="*/ 388 h 392"/>
                <a:gd name="T16" fmla="*/ 198 w 394"/>
                <a:gd name="T17" fmla="*/ 392 h 392"/>
                <a:gd name="T18" fmla="*/ 178 w 394"/>
                <a:gd name="T19" fmla="*/ 392 h 392"/>
                <a:gd name="T20" fmla="*/ 138 w 394"/>
                <a:gd name="T21" fmla="*/ 384 h 392"/>
                <a:gd name="T22" fmla="*/ 104 w 394"/>
                <a:gd name="T23" fmla="*/ 368 h 392"/>
                <a:gd name="T24" fmla="*/ 72 w 394"/>
                <a:gd name="T25" fmla="*/ 348 h 392"/>
                <a:gd name="T26" fmla="*/ 46 w 394"/>
                <a:gd name="T27" fmla="*/ 320 h 392"/>
                <a:gd name="T28" fmla="*/ 24 w 394"/>
                <a:gd name="T29" fmla="*/ 290 h 392"/>
                <a:gd name="T30" fmla="*/ 10 w 394"/>
                <a:gd name="T31" fmla="*/ 254 h 392"/>
                <a:gd name="T32" fmla="*/ 2 w 394"/>
                <a:gd name="T33" fmla="*/ 216 h 392"/>
                <a:gd name="T34" fmla="*/ 0 w 394"/>
                <a:gd name="T35" fmla="*/ 196 h 392"/>
                <a:gd name="T36" fmla="*/ 4 w 394"/>
                <a:gd name="T37" fmla="*/ 156 h 392"/>
                <a:gd name="T38" fmla="*/ 16 w 394"/>
                <a:gd name="T39" fmla="*/ 120 h 392"/>
                <a:gd name="T40" fmla="*/ 34 w 394"/>
                <a:gd name="T41" fmla="*/ 86 h 392"/>
                <a:gd name="T42" fmla="*/ 58 w 394"/>
                <a:gd name="T43" fmla="*/ 56 h 392"/>
                <a:gd name="T44" fmla="*/ 88 w 394"/>
                <a:gd name="T45" fmla="*/ 32 h 392"/>
                <a:gd name="T46" fmla="*/ 120 w 394"/>
                <a:gd name="T47" fmla="*/ 14 h 392"/>
                <a:gd name="T48" fmla="*/ 158 w 394"/>
                <a:gd name="T49" fmla="*/ 4 h 392"/>
                <a:gd name="T50" fmla="*/ 198 w 394"/>
                <a:gd name="T51" fmla="*/ 0 h 392"/>
                <a:gd name="T52" fmla="*/ 218 w 394"/>
                <a:gd name="T53" fmla="*/ 0 h 392"/>
                <a:gd name="T54" fmla="*/ 256 w 394"/>
                <a:gd name="T55" fmla="*/ 8 h 392"/>
                <a:gd name="T56" fmla="*/ 292 w 394"/>
                <a:gd name="T57" fmla="*/ 22 h 392"/>
                <a:gd name="T58" fmla="*/ 322 w 394"/>
                <a:gd name="T59" fmla="*/ 44 h 392"/>
                <a:gd name="T60" fmla="*/ 350 w 394"/>
                <a:gd name="T61" fmla="*/ 70 h 392"/>
                <a:gd name="T62" fmla="*/ 370 w 394"/>
                <a:gd name="T63" fmla="*/ 102 h 392"/>
                <a:gd name="T64" fmla="*/ 386 w 394"/>
                <a:gd name="T65" fmla="*/ 138 h 392"/>
                <a:gd name="T66" fmla="*/ 392 w 394"/>
                <a:gd name="T67" fmla="*/ 176 h 392"/>
                <a:gd name="T68" fmla="*/ 394 w 394"/>
                <a:gd name="T69" fmla="*/ 196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4" h="392">
                  <a:moveTo>
                    <a:pt x="394" y="196"/>
                  </a:moveTo>
                  <a:lnTo>
                    <a:pt x="394" y="196"/>
                  </a:lnTo>
                  <a:lnTo>
                    <a:pt x="392" y="216"/>
                  </a:lnTo>
                  <a:lnTo>
                    <a:pt x="390" y="236"/>
                  </a:lnTo>
                  <a:lnTo>
                    <a:pt x="386" y="254"/>
                  </a:lnTo>
                  <a:lnTo>
                    <a:pt x="378" y="272"/>
                  </a:lnTo>
                  <a:lnTo>
                    <a:pt x="370" y="290"/>
                  </a:lnTo>
                  <a:lnTo>
                    <a:pt x="360" y="306"/>
                  </a:lnTo>
                  <a:lnTo>
                    <a:pt x="350" y="320"/>
                  </a:lnTo>
                  <a:lnTo>
                    <a:pt x="336" y="334"/>
                  </a:lnTo>
                  <a:lnTo>
                    <a:pt x="322" y="348"/>
                  </a:lnTo>
                  <a:lnTo>
                    <a:pt x="308" y="358"/>
                  </a:lnTo>
                  <a:lnTo>
                    <a:pt x="292" y="368"/>
                  </a:lnTo>
                  <a:lnTo>
                    <a:pt x="274" y="376"/>
                  </a:lnTo>
                  <a:lnTo>
                    <a:pt x="256" y="384"/>
                  </a:lnTo>
                  <a:lnTo>
                    <a:pt x="236" y="388"/>
                  </a:lnTo>
                  <a:lnTo>
                    <a:pt x="218" y="392"/>
                  </a:lnTo>
                  <a:lnTo>
                    <a:pt x="198" y="392"/>
                  </a:lnTo>
                  <a:lnTo>
                    <a:pt x="198" y="392"/>
                  </a:lnTo>
                  <a:lnTo>
                    <a:pt x="178" y="392"/>
                  </a:lnTo>
                  <a:lnTo>
                    <a:pt x="158" y="388"/>
                  </a:lnTo>
                  <a:lnTo>
                    <a:pt x="138" y="384"/>
                  </a:lnTo>
                  <a:lnTo>
                    <a:pt x="120" y="376"/>
                  </a:lnTo>
                  <a:lnTo>
                    <a:pt x="104" y="368"/>
                  </a:lnTo>
                  <a:lnTo>
                    <a:pt x="88" y="358"/>
                  </a:lnTo>
                  <a:lnTo>
                    <a:pt x="72" y="348"/>
                  </a:lnTo>
                  <a:lnTo>
                    <a:pt x="58" y="334"/>
                  </a:lnTo>
                  <a:lnTo>
                    <a:pt x="46" y="320"/>
                  </a:lnTo>
                  <a:lnTo>
                    <a:pt x="34" y="306"/>
                  </a:lnTo>
                  <a:lnTo>
                    <a:pt x="24" y="290"/>
                  </a:lnTo>
                  <a:lnTo>
                    <a:pt x="16" y="272"/>
                  </a:lnTo>
                  <a:lnTo>
                    <a:pt x="10" y="254"/>
                  </a:lnTo>
                  <a:lnTo>
                    <a:pt x="4" y="236"/>
                  </a:lnTo>
                  <a:lnTo>
                    <a:pt x="2" y="216"/>
                  </a:lnTo>
                  <a:lnTo>
                    <a:pt x="0" y="196"/>
                  </a:lnTo>
                  <a:lnTo>
                    <a:pt x="0" y="196"/>
                  </a:lnTo>
                  <a:lnTo>
                    <a:pt x="2" y="176"/>
                  </a:lnTo>
                  <a:lnTo>
                    <a:pt x="4" y="156"/>
                  </a:lnTo>
                  <a:lnTo>
                    <a:pt x="10" y="138"/>
                  </a:lnTo>
                  <a:lnTo>
                    <a:pt x="16" y="120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6" y="70"/>
                  </a:lnTo>
                  <a:lnTo>
                    <a:pt x="58" y="56"/>
                  </a:lnTo>
                  <a:lnTo>
                    <a:pt x="72" y="44"/>
                  </a:lnTo>
                  <a:lnTo>
                    <a:pt x="88" y="32"/>
                  </a:lnTo>
                  <a:lnTo>
                    <a:pt x="104" y="22"/>
                  </a:lnTo>
                  <a:lnTo>
                    <a:pt x="120" y="14"/>
                  </a:lnTo>
                  <a:lnTo>
                    <a:pt x="138" y="8"/>
                  </a:lnTo>
                  <a:lnTo>
                    <a:pt x="158" y="4"/>
                  </a:lnTo>
                  <a:lnTo>
                    <a:pt x="17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18" y="0"/>
                  </a:lnTo>
                  <a:lnTo>
                    <a:pt x="236" y="4"/>
                  </a:lnTo>
                  <a:lnTo>
                    <a:pt x="256" y="8"/>
                  </a:lnTo>
                  <a:lnTo>
                    <a:pt x="274" y="14"/>
                  </a:lnTo>
                  <a:lnTo>
                    <a:pt x="292" y="22"/>
                  </a:lnTo>
                  <a:lnTo>
                    <a:pt x="308" y="32"/>
                  </a:lnTo>
                  <a:lnTo>
                    <a:pt x="322" y="44"/>
                  </a:lnTo>
                  <a:lnTo>
                    <a:pt x="336" y="56"/>
                  </a:lnTo>
                  <a:lnTo>
                    <a:pt x="350" y="70"/>
                  </a:lnTo>
                  <a:lnTo>
                    <a:pt x="360" y="86"/>
                  </a:lnTo>
                  <a:lnTo>
                    <a:pt x="370" y="102"/>
                  </a:lnTo>
                  <a:lnTo>
                    <a:pt x="378" y="120"/>
                  </a:lnTo>
                  <a:lnTo>
                    <a:pt x="386" y="138"/>
                  </a:lnTo>
                  <a:lnTo>
                    <a:pt x="390" y="156"/>
                  </a:lnTo>
                  <a:lnTo>
                    <a:pt x="392" y="176"/>
                  </a:lnTo>
                  <a:lnTo>
                    <a:pt x="394" y="196"/>
                  </a:lnTo>
                  <a:lnTo>
                    <a:pt x="394" y="19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45" name="Group 173"/>
          <p:cNvGrpSpPr>
            <a:grpSpLocks noChangeAspect="1"/>
          </p:cNvGrpSpPr>
          <p:nvPr/>
        </p:nvGrpSpPr>
        <p:grpSpPr bwMode="auto">
          <a:xfrm>
            <a:off x="9662145" y="5271095"/>
            <a:ext cx="332073" cy="331862"/>
            <a:chOff x="6669" y="511"/>
            <a:chExt cx="1580" cy="1579"/>
          </a:xfrm>
        </p:grpSpPr>
        <p:sp>
          <p:nvSpPr>
            <p:cNvPr id="846" name="Freeform 174"/>
            <p:cNvSpPr>
              <a:spLocks/>
            </p:cNvSpPr>
            <p:nvPr/>
          </p:nvSpPr>
          <p:spPr bwMode="auto">
            <a:xfrm>
              <a:off x="6669" y="1926"/>
              <a:ext cx="708" cy="164"/>
            </a:xfrm>
            <a:custGeom>
              <a:avLst/>
              <a:gdLst>
                <a:gd name="T0" fmla="*/ 708 w 708"/>
                <a:gd name="T1" fmla="*/ 164 h 164"/>
                <a:gd name="T2" fmla="*/ 0 w 708"/>
                <a:gd name="T3" fmla="*/ 164 h 164"/>
                <a:gd name="T4" fmla="*/ 0 w 708"/>
                <a:gd name="T5" fmla="*/ 110 h 164"/>
                <a:gd name="T6" fmla="*/ 0 w 708"/>
                <a:gd name="T7" fmla="*/ 110 h 164"/>
                <a:gd name="T8" fmla="*/ 0 w 708"/>
                <a:gd name="T9" fmla="*/ 98 h 164"/>
                <a:gd name="T10" fmla="*/ 2 w 708"/>
                <a:gd name="T11" fmla="*/ 88 h 164"/>
                <a:gd name="T12" fmla="*/ 8 w 708"/>
                <a:gd name="T13" fmla="*/ 70 h 164"/>
                <a:gd name="T14" fmla="*/ 20 w 708"/>
                <a:gd name="T15" fmla="*/ 50 h 164"/>
                <a:gd name="T16" fmla="*/ 34 w 708"/>
                <a:gd name="T17" fmla="*/ 34 h 164"/>
                <a:gd name="T18" fmla="*/ 50 w 708"/>
                <a:gd name="T19" fmla="*/ 20 h 164"/>
                <a:gd name="T20" fmla="*/ 68 w 708"/>
                <a:gd name="T21" fmla="*/ 10 h 164"/>
                <a:gd name="T22" fmla="*/ 88 w 708"/>
                <a:gd name="T23" fmla="*/ 2 h 164"/>
                <a:gd name="T24" fmla="*/ 98 w 708"/>
                <a:gd name="T25" fmla="*/ 0 h 164"/>
                <a:gd name="T26" fmla="*/ 108 w 708"/>
                <a:gd name="T27" fmla="*/ 0 h 164"/>
                <a:gd name="T28" fmla="*/ 598 w 708"/>
                <a:gd name="T29" fmla="*/ 0 h 164"/>
                <a:gd name="T30" fmla="*/ 598 w 708"/>
                <a:gd name="T31" fmla="*/ 0 h 164"/>
                <a:gd name="T32" fmla="*/ 608 w 708"/>
                <a:gd name="T33" fmla="*/ 0 h 164"/>
                <a:gd name="T34" fmla="*/ 618 w 708"/>
                <a:gd name="T35" fmla="*/ 2 h 164"/>
                <a:gd name="T36" fmla="*/ 638 w 708"/>
                <a:gd name="T37" fmla="*/ 10 h 164"/>
                <a:gd name="T38" fmla="*/ 656 w 708"/>
                <a:gd name="T39" fmla="*/ 20 h 164"/>
                <a:gd name="T40" fmla="*/ 674 w 708"/>
                <a:gd name="T41" fmla="*/ 34 h 164"/>
                <a:gd name="T42" fmla="*/ 688 w 708"/>
                <a:gd name="T43" fmla="*/ 50 h 164"/>
                <a:gd name="T44" fmla="*/ 698 w 708"/>
                <a:gd name="T45" fmla="*/ 70 h 164"/>
                <a:gd name="T46" fmla="*/ 704 w 708"/>
                <a:gd name="T47" fmla="*/ 88 h 164"/>
                <a:gd name="T48" fmla="*/ 706 w 708"/>
                <a:gd name="T49" fmla="*/ 98 h 164"/>
                <a:gd name="T50" fmla="*/ 708 w 708"/>
                <a:gd name="T51" fmla="*/ 110 h 164"/>
                <a:gd name="T52" fmla="*/ 708 w 708"/>
                <a:gd name="T5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8" h="164">
                  <a:moveTo>
                    <a:pt x="708" y="164"/>
                  </a:moveTo>
                  <a:lnTo>
                    <a:pt x="0" y="164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98"/>
                  </a:lnTo>
                  <a:lnTo>
                    <a:pt x="2" y="88"/>
                  </a:lnTo>
                  <a:lnTo>
                    <a:pt x="8" y="70"/>
                  </a:lnTo>
                  <a:lnTo>
                    <a:pt x="20" y="50"/>
                  </a:lnTo>
                  <a:lnTo>
                    <a:pt x="34" y="34"/>
                  </a:lnTo>
                  <a:lnTo>
                    <a:pt x="50" y="20"/>
                  </a:lnTo>
                  <a:lnTo>
                    <a:pt x="68" y="10"/>
                  </a:lnTo>
                  <a:lnTo>
                    <a:pt x="88" y="2"/>
                  </a:lnTo>
                  <a:lnTo>
                    <a:pt x="98" y="0"/>
                  </a:lnTo>
                  <a:lnTo>
                    <a:pt x="108" y="0"/>
                  </a:lnTo>
                  <a:lnTo>
                    <a:pt x="598" y="0"/>
                  </a:lnTo>
                  <a:lnTo>
                    <a:pt x="598" y="0"/>
                  </a:lnTo>
                  <a:lnTo>
                    <a:pt x="608" y="0"/>
                  </a:lnTo>
                  <a:lnTo>
                    <a:pt x="618" y="2"/>
                  </a:lnTo>
                  <a:lnTo>
                    <a:pt x="638" y="10"/>
                  </a:lnTo>
                  <a:lnTo>
                    <a:pt x="656" y="20"/>
                  </a:lnTo>
                  <a:lnTo>
                    <a:pt x="674" y="34"/>
                  </a:lnTo>
                  <a:lnTo>
                    <a:pt x="688" y="50"/>
                  </a:lnTo>
                  <a:lnTo>
                    <a:pt x="698" y="70"/>
                  </a:lnTo>
                  <a:lnTo>
                    <a:pt x="704" y="88"/>
                  </a:lnTo>
                  <a:lnTo>
                    <a:pt x="706" y="98"/>
                  </a:lnTo>
                  <a:lnTo>
                    <a:pt x="708" y="110"/>
                  </a:lnTo>
                  <a:lnTo>
                    <a:pt x="708" y="1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7" name="Freeform 175"/>
            <p:cNvSpPr>
              <a:spLocks/>
            </p:cNvSpPr>
            <p:nvPr/>
          </p:nvSpPr>
          <p:spPr bwMode="auto">
            <a:xfrm>
              <a:off x="6777" y="1818"/>
              <a:ext cx="490" cy="108"/>
            </a:xfrm>
            <a:custGeom>
              <a:avLst/>
              <a:gdLst>
                <a:gd name="T0" fmla="*/ 490 w 490"/>
                <a:gd name="T1" fmla="*/ 108 h 108"/>
                <a:gd name="T2" fmla="*/ 0 w 490"/>
                <a:gd name="T3" fmla="*/ 108 h 108"/>
                <a:gd name="T4" fmla="*/ 0 w 490"/>
                <a:gd name="T5" fmla="*/ 54 h 108"/>
                <a:gd name="T6" fmla="*/ 0 w 490"/>
                <a:gd name="T7" fmla="*/ 54 h 108"/>
                <a:gd name="T8" fmla="*/ 2 w 490"/>
                <a:gd name="T9" fmla="*/ 44 h 108"/>
                <a:gd name="T10" fmla="*/ 4 w 490"/>
                <a:gd name="T11" fmla="*/ 34 h 108"/>
                <a:gd name="T12" fmla="*/ 10 w 490"/>
                <a:gd name="T13" fmla="*/ 24 h 108"/>
                <a:gd name="T14" fmla="*/ 18 w 490"/>
                <a:gd name="T15" fmla="*/ 16 h 108"/>
                <a:gd name="T16" fmla="*/ 26 w 490"/>
                <a:gd name="T17" fmla="*/ 10 h 108"/>
                <a:gd name="T18" fmla="*/ 34 w 490"/>
                <a:gd name="T19" fmla="*/ 4 h 108"/>
                <a:gd name="T20" fmla="*/ 44 w 490"/>
                <a:gd name="T21" fmla="*/ 0 h 108"/>
                <a:gd name="T22" fmla="*/ 54 w 490"/>
                <a:gd name="T23" fmla="*/ 0 h 108"/>
                <a:gd name="T24" fmla="*/ 436 w 490"/>
                <a:gd name="T25" fmla="*/ 0 h 108"/>
                <a:gd name="T26" fmla="*/ 436 w 490"/>
                <a:gd name="T27" fmla="*/ 0 h 108"/>
                <a:gd name="T28" fmla="*/ 446 w 490"/>
                <a:gd name="T29" fmla="*/ 0 h 108"/>
                <a:gd name="T30" fmla="*/ 456 w 490"/>
                <a:gd name="T31" fmla="*/ 4 h 108"/>
                <a:gd name="T32" fmla="*/ 466 w 490"/>
                <a:gd name="T33" fmla="*/ 10 h 108"/>
                <a:gd name="T34" fmla="*/ 474 w 490"/>
                <a:gd name="T35" fmla="*/ 16 h 108"/>
                <a:gd name="T36" fmla="*/ 480 w 490"/>
                <a:gd name="T37" fmla="*/ 24 h 108"/>
                <a:gd name="T38" fmla="*/ 486 w 490"/>
                <a:gd name="T39" fmla="*/ 34 h 108"/>
                <a:gd name="T40" fmla="*/ 490 w 490"/>
                <a:gd name="T41" fmla="*/ 44 h 108"/>
                <a:gd name="T42" fmla="*/ 490 w 490"/>
                <a:gd name="T43" fmla="*/ 54 h 108"/>
                <a:gd name="T44" fmla="*/ 490 w 490"/>
                <a:gd name="T4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0" h="108">
                  <a:moveTo>
                    <a:pt x="490" y="108"/>
                  </a:moveTo>
                  <a:lnTo>
                    <a:pt x="0" y="10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2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4" y="4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436" y="0"/>
                  </a:lnTo>
                  <a:lnTo>
                    <a:pt x="436" y="0"/>
                  </a:lnTo>
                  <a:lnTo>
                    <a:pt x="446" y="0"/>
                  </a:lnTo>
                  <a:lnTo>
                    <a:pt x="456" y="4"/>
                  </a:lnTo>
                  <a:lnTo>
                    <a:pt x="466" y="10"/>
                  </a:lnTo>
                  <a:lnTo>
                    <a:pt x="474" y="16"/>
                  </a:lnTo>
                  <a:lnTo>
                    <a:pt x="480" y="24"/>
                  </a:lnTo>
                  <a:lnTo>
                    <a:pt x="486" y="34"/>
                  </a:lnTo>
                  <a:lnTo>
                    <a:pt x="490" y="44"/>
                  </a:lnTo>
                  <a:lnTo>
                    <a:pt x="490" y="54"/>
                  </a:lnTo>
                  <a:lnTo>
                    <a:pt x="490" y="1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8" name="Freeform 176"/>
            <p:cNvSpPr>
              <a:spLocks/>
            </p:cNvSpPr>
            <p:nvPr/>
          </p:nvSpPr>
          <p:spPr bwMode="auto">
            <a:xfrm>
              <a:off x="7131" y="699"/>
              <a:ext cx="600" cy="600"/>
            </a:xfrm>
            <a:custGeom>
              <a:avLst/>
              <a:gdLst>
                <a:gd name="T0" fmla="*/ 600 w 600"/>
                <a:gd name="T1" fmla="*/ 246 h 600"/>
                <a:gd name="T2" fmla="*/ 246 w 600"/>
                <a:gd name="T3" fmla="*/ 600 h 600"/>
                <a:gd name="T4" fmla="*/ 0 w 600"/>
                <a:gd name="T5" fmla="*/ 354 h 600"/>
                <a:gd name="T6" fmla="*/ 354 w 600"/>
                <a:gd name="T7" fmla="*/ 0 h 600"/>
                <a:gd name="T8" fmla="*/ 600 w 600"/>
                <a:gd name="T9" fmla="*/ 2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0" h="600">
                  <a:moveTo>
                    <a:pt x="600" y="246"/>
                  </a:moveTo>
                  <a:lnTo>
                    <a:pt x="246" y="600"/>
                  </a:lnTo>
                  <a:lnTo>
                    <a:pt x="0" y="354"/>
                  </a:lnTo>
                  <a:lnTo>
                    <a:pt x="354" y="0"/>
                  </a:lnTo>
                  <a:lnTo>
                    <a:pt x="600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9" name="Line 177"/>
            <p:cNvSpPr>
              <a:spLocks noChangeShapeType="1"/>
            </p:cNvSpPr>
            <p:nvPr/>
          </p:nvSpPr>
          <p:spPr bwMode="auto">
            <a:xfrm>
              <a:off x="7553" y="1121"/>
              <a:ext cx="696" cy="6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0" name="Freeform 178"/>
            <p:cNvSpPr>
              <a:spLocks/>
            </p:cNvSpPr>
            <p:nvPr/>
          </p:nvSpPr>
          <p:spPr bwMode="auto">
            <a:xfrm>
              <a:off x="6943" y="1001"/>
              <a:ext cx="486" cy="487"/>
            </a:xfrm>
            <a:custGeom>
              <a:avLst/>
              <a:gdLst>
                <a:gd name="T0" fmla="*/ 188 w 486"/>
                <a:gd name="T1" fmla="*/ 52 h 487"/>
                <a:gd name="T2" fmla="*/ 160 w 486"/>
                <a:gd name="T3" fmla="*/ 26 h 487"/>
                <a:gd name="T4" fmla="*/ 160 w 486"/>
                <a:gd name="T5" fmla="*/ 26 h 487"/>
                <a:gd name="T6" fmla="*/ 146 w 486"/>
                <a:gd name="T7" fmla="*/ 12 h 487"/>
                <a:gd name="T8" fmla="*/ 128 w 486"/>
                <a:gd name="T9" fmla="*/ 4 h 487"/>
                <a:gd name="T10" fmla="*/ 112 w 486"/>
                <a:gd name="T11" fmla="*/ 0 h 487"/>
                <a:gd name="T12" fmla="*/ 94 w 486"/>
                <a:gd name="T13" fmla="*/ 0 h 487"/>
                <a:gd name="T14" fmla="*/ 76 w 486"/>
                <a:gd name="T15" fmla="*/ 4 h 487"/>
                <a:gd name="T16" fmla="*/ 60 w 486"/>
                <a:gd name="T17" fmla="*/ 10 h 487"/>
                <a:gd name="T18" fmla="*/ 46 w 486"/>
                <a:gd name="T19" fmla="*/ 20 h 487"/>
                <a:gd name="T20" fmla="*/ 32 w 486"/>
                <a:gd name="T21" fmla="*/ 32 h 487"/>
                <a:gd name="T22" fmla="*/ 20 w 486"/>
                <a:gd name="T23" fmla="*/ 46 h 487"/>
                <a:gd name="T24" fmla="*/ 10 w 486"/>
                <a:gd name="T25" fmla="*/ 60 h 487"/>
                <a:gd name="T26" fmla="*/ 4 w 486"/>
                <a:gd name="T27" fmla="*/ 78 h 487"/>
                <a:gd name="T28" fmla="*/ 0 w 486"/>
                <a:gd name="T29" fmla="*/ 94 h 487"/>
                <a:gd name="T30" fmla="*/ 0 w 486"/>
                <a:gd name="T31" fmla="*/ 112 h 487"/>
                <a:gd name="T32" fmla="*/ 4 w 486"/>
                <a:gd name="T33" fmla="*/ 128 h 487"/>
                <a:gd name="T34" fmla="*/ 12 w 486"/>
                <a:gd name="T35" fmla="*/ 146 h 487"/>
                <a:gd name="T36" fmla="*/ 24 w 486"/>
                <a:gd name="T37" fmla="*/ 162 h 487"/>
                <a:gd name="T38" fmla="*/ 324 w 486"/>
                <a:gd name="T39" fmla="*/ 463 h 487"/>
                <a:gd name="T40" fmla="*/ 324 w 486"/>
                <a:gd name="T41" fmla="*/ 463 h 487"/>
                <a:gd name="T42" fmla="*/ 340 w 486"/>
                <a:gd name="T43" fmla="*/ 475 h 487"/>
                <a:gd name="T44" fmla="*/ 358 w 486"/>
                <a:gd name="T45" fmla="*/ 483 h 487"/>
                <a:gd name="T46" fmla="*/ 374 w 486"/>
                <a:gd name="T47" fmla="*/ 487 h 487"/>
                <a:gd name="T48" fmla="*/ 392 w 486"/>
                <a:gd name="T49" fmla="*/ 487 h 487"/>
                <a:gd name="T50" fmla="*/ 408 w 486"/>
                <a:gd name="T51" fmla="*/ 483 h 487"/>
                <a:gd name="T52" fmla="*/ 424 w 486"/>
                <a:gd name="T53" fmla="*/ 477 h 487"/>
                <a:gd name="T54" fmla="*/ 440 w 486"/>
                <a:gd name="T55" fmla="*/ 467 h 487"/>
                <a:gd name="T56" fmla="*/ 454 w 486"/>
                <a:gd name="T57" fmla="*/ 455 h 487"/>
                <a:gd name="T58" fmla="*/ 466 w 486"/>
                <a:gd name="T59" fmla="*/ 441 h 487"/>
                <a:gd name="T60" fmla="*/ 474 w 486"/>
                <a:gd name="T61" fmla="*/ 427 h 487"/>
                <a:gd name="T62" fmla="*/ 482 w 486"/>
                <a:gd name="T63" fmla="*/ 411 h 487"/>
                <a:gd name="T64" fmla="*/ 486 w 486"/>
                <a:gd name="T65" fmla="*/ 393 h 487"/>
                <a:gd name="T66" fmla="*/ 486 w 486"/>
                <a:gd name="T67" fmla="*/ 375 h 487"/>
                <a:gd name="T68" fmla="*/ 482 w 486"/>
                <a:gd name="T69" fmla="*/ 359 h 487"/>
                <a:gd name="T70" fmla="*/ 474 w 486"/>
                <a:gd name="T71" fmla="*/ 341 h 487"/>
                <a:gd name="T72" fmla="*/ 460 w 486"/>
                <a:gd name="T73" fmla="*/ 325 h 487"/>
                <a:gd name="T74" fmla="*/ 434 w 486"/>
                <a:gd name="T75" fmla="*/ 298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7">
                  <a:moveTo>
                    <a:pt x="188" y="52"/>
                  </a:moveTo>
                  <a:lnTo>
                    <a:pt x="160" y="26"/>
                  </a:lnTo>
                  <a:lnTo>
                    <a:pt x="160" y="26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6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8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4" y="162"/>
                  </a:lnTo>
                  <a:lnTo>
                    <a:pt x="324" y="463"/>
                  </a:lnTo>
                  <a:lnTo>
                    <a:pt x="324" y="463"/>
                  </a:lnTo>
                  <a:lnTo>
                    <a:pt x="340" y="475"/>
                  </a:lnTo>
                  <a:lnTo>
                    <a:pt x="358" y="483"/>
                  </a:lnTo>
                  <a:lnTo>
                    <a:pt x="374" y="487"/>
                  </a:lnTo>
                  <a:lnTo>
                    <a:pt x="392" y="487"/>
                  </a:lnTo>
                  <a:lnTo>
                    <a:pt x="408" y="483"/>
                  </a:lnTo>
                  <a:lnTo>
                    <a:pt x="424" y="477"/>
                  </a:lnTo>
                  <a:lnTo>
                    <a:pt x="440" y="467"/>
                  </a:lnTo>
                  <a:lnTo>
                    <a:pt x="454" y="455"/>
                  </a:lnTo>
                  <a:lnTo>
                    <a:pt x="466" y="441"/>
                  </a:lnTo>
                  <a:lnTo>
                    <a:pt x="474" y="427"/>
                  </a:lnTo>
                  <a:lnTo>
                    <a:pt x="482" y="411"/>
                  </a:lnTo>
                  <a:lnTo>
                    <a:pt x="486" y="393"/>
                  </a:lnTo>
                  <a:lnTo>
                    <a:pt x="486" y="375"/>
                  </a:lnTo>
                  <a:lnTo>
                    <a:pt x="482" y="359"/>
                  </a:lnTo>
                  <a:lnTo>
                    <a:pt x="474" y="341"/>
                  </a:lnTo>
                  <a:lnTo>
                    <a:pt x="460" y="325"/>
                  </a:lnTo>
                  <a:lnTo>
                    <a:pt x="434" y="29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1" name="Freeform 179"/>
            <p:cNvSpPr>
              <a:spLocks/>
            </p:cNvSpPr>
            <p:nvPr/>
          </p:nvSpPr>
          <p:spPr bwMode="auto">
            <a:xfrm>
              <a:off x="7433" y="511"/>
              <a:ext cx="486" cy="486"/>
            </a:xfrm>
            <a:custGeom>
              <a:avLst/>
              <a:gdLst>
                <a:gd name="T0" fmla="*/ 298 w 486"/>
                <a:gd name="T1" fmla="*/ 434 h 486"/>
                <a:gd name="T2" fmla="*/ 324 w 486"/>
                <a:gd name="T3" fmla="*/ 460 h 486"/>
                <a:gd name="T4" fmla="*/ 324 w 486"/>
                <a:gd name="T5" fmla="*/ 460 h 486"/>
                <a:gd name="T6" fmla="*/ 340 w 486"/>
                <a:gd name="T7" fmla="*/ 474 h 486"/>
                <a:gd name="T8" fmla="*/ 358 w 486"/>
                <a:gd name="T9" fmla="*/ 482 h 486"/>
                <a:gd name="T10" fmla="*/ 374 w 486"/>
                <a:gd name="T11" fmla="*/ 486 h 486"/>
                <a:gd name="T12" fmla="*/ 392 w 486"/>
                <a:gd name="T13" fmla="*/ 486 h 486"/>
                <a:gd name="T14" fmla="*/ 410 w 486"/>
                <a:gd name="T15" fmla="*/ 482 h 486"/>
                <a:gd name="T16" fmla="*/ 426 w 486"/>
                <a:gd name="T17" fmla="*/ 474 h 486"/>
                <a:gd name="T18" fmla="*/ 440 w 486"/>
                <a:gd name="T19" fmla="*/ 466 h 486"/>
                <a:gd name="T20" fmla="*/ 454 w 486"/>
                <a:gd name="T21" fmla="*/ 454 h 486"/>
                <a:gd name="T22" fmla="*/ 466 w 486"/>
                <a:gd name="T23" fmla="*/ 440 h 486"/>
                <a:gd name="T24" fmla="*/ 476 w 486"/>
                <a:gd name="T25" fmla="*/ 424 h 486"/>
                <a:gd name="T26" fmla="*/ 482 w 486"/>
                <a:gd name="T27" fmla="*/ 408 h 486"/>
                <a:gd name="T28" fmla="*/ 486 w 486"/>
                <a:gd name="T29" fmla="*/ 392 h 486"/>
                <a:gd name="T30" fmla="*/ 486 w 486"/>
                <a:gd name="T31" fmla="*/ 374 h 486"/>
                <a:gd name="T32" fmla="*/ 482 w 486"/>
                <a:gd name="T33" fmla="*/ 358 h 486"/>
                <a:gd name="T34" fmla="*/ 474 w 486"/>
                <a:gd name="T35" fmla="*/ 340 h 486"/>
                <a:gd name="T36" fmla="*/ 460 w 486"/>
                <a:gd name="T37" fmla="*/ 324 h 486"/>
                <a:gd name="T38" fmla="*/ 162 w 486"/>
                <a:gd name="T39" fmla="*/ 24 h 486"/>
                <a:gd name="T40" fmla="*/ 162 w 486"/>
                <a:gd name="T41" fmla="*/ 24 h 486"/>
                <a:gd name="T42" fmla="*/ 146 w 486"/>
                <a:gd name="T43" fmla="*/ 12 h 486"/>
                <a:gd name="T44" fmla="*/ 128 w 486"/>
                <a:gd name="T45" fmla="*/ 4 h 486"/>
                <a:gd name="T46" fmla="*/ 112 w 486"/>
                <a:gd name="T47" fmla="*/ 0 h 486"/>
                <a:gd name="T48" fmla="*/ 94 w 486"/>
                <a:gd name="T49" fmla="*/ 0 h 486"/>
                <a:gd name="T50" fmla="*/ 78 w 486"/>
                <a:gd name="T51" fmla="*/ 4 h 486"/>
                <a:gd name="T52" fmla="*/ 60 w 486"/>
                <a:gd name="T53" fmla="*/ 10 h 486"/>
                <a:gd name="T54" fmla="*/ 46 w 486"/>
                <a:gd name="T55" fmla="*/ 20 h 486"/>
                <a:gd name="T56" fmla="*/ 32 w 486"/>
                <a:gd name="T57" fmla="*/ 32 h 486"/>
                <a:gd name="T58" fmla="*/ 20 w 486"/>
                <a:gd name="T59" fmla="*/ 46 h 486"/>
                <a:gd name="T60" fmla="*/ 10 w 486"/>
                <a:gd name="T61" fmla="*/ 60 h 486"/>
                <a:gd name="T62" fmla="*/ 4 w 486"/>
                <a:gd name="T63" fmla="*/ 76 h 486"/>
                <a:gd name="T64" fmla="*/ 0 w 486"/>
                <a:gd name="T65" fmla="*/ 94 h 486"/>
                <a:gd name="T66" fmla="*/ 0 w 486"/>
                <a:gd name="T67" fmla="*/ 112 h 486"/>
                <a:gd name="T68" fmla="*/ 4 w 486"/>
                <a:gd name="T69" fmla="*/ 128 h 486"/>
                <a:gd name="T70" fmla="*/ 12 w 486"/>
                <a:gd name="T71" fmla="*/ 146 h 486"/>
                <a:gd name="T72" fmla="*/ 26 w 486"/>
                <a:gd name="T73" fmla="*/ 160 h 486"/>
                <a:gd name="T74" fmla="*/ 52 w 486"/>
                <a:gd name="T75" fmla="*/ 18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6">
                  <a:moveTo>
                    <a:pt x="298" y="434"/>
                  </a:moveTo>
                  <a:lnTo>
                    <a:pt x="324" y="460"/>
                  </a:lnTo>
                  <a:lnTo>
                    <a:pt x="324" y="460"/>
                  </a:lnTo>
                  <a:lnTo>
                    <a:pt x="340" y="474"/>
                  </a:lnTo>
                  <a:lnTo>
                    <a:pt x="358" y="482"/>
                  </a:lnTo>
                  <a:lnTo>
                    <a:pt x="374" y="486"/>
                  </a:lnTo>
                  <a:lnTo>
                    <a:pt x="392" y="486"/>
                  </a:lnTo>
                  <a:lnTo>
                    <a:pt x="410" y="482"/>
                  </a:lnTo>
                  <a:lnTo>
                    <a:pt x="426" y="474"/>
                  </a:lnTo>
                  <a:lnTo>
                    <a:pt x="440" y="466"/>
                  </a:lnTo>
                  <a:lnTo>
                    <a:pt x="454" y="454"/>
                  </a:lnTo>
                  <a:lnTo>
                    <a:pt x="466" y="440"/>
                  </a:lnTo>
                  <a:lnTo>
                    <a:pt x="476" y="424"/>
                  </a:lnTo>
                  <a:lnTo>
                    <a:pt x="482" y="408"/>
                  </a:lnTo>
                  <a:lnTo>
                    <a:pt x="486" y="392"/>
                  </a:lnTo>
                  <a:lnTo>
                    <a:pt x="486" y="374"/>
                  </a:lnTo>
                  <a:lnTo>
                    <a:pt x="482" y="358"/>
                  </a:lnTo>
                  <a:lnTo>
                    <a:pt x="474" y="340"/>
                  </a:lnTo>
                  <a:lnTo>
                    <a:pt x="460" y="324"/>
                  </a:lnTo>
                  <a:lnTo>
                    <a:pt x="162" y="24"/>
                  </a:lnTo>
                  <a:lnTo>
                    <a:pt x="162" y="24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8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6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6" y="160"/>
                  </a:lnTo>
                  <a:lnTo>
                    <a:pt x="52" y="1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52" name="Group 151"/>
          <p:cNvGrpSpPr>
            <a:grpSpLocks noChangeAspect="1"/>
          </p:cNvGrpSpPr>
          <p:nvPr/>
        </p:nvGrpSpPr>
        <p:grpSpPr bwMode="auto">
          <a:xfrm>
            <a:off x="8041457" y="4582524"/>
            <a:ext cx="342201" cy="295238"/>
            <a:chOff x="2260" y="2255"/>
            <a:chExt cx="991" cy="855"/>
          </a:xfrm>
        </p:grpSpPr>
        <p:sp>
          <p:nvSpPr>
            <p:cNvPr id="853" name="Freeform 152"/>
            <p:cNvSpPr>
              <a:spLocks/>
            </p:cNvSpPr>
            <p:nvPr/>
          </p:nvSpPr>
          <p:spPr bwMode="auto">
            <a:xfrm>
              <a:off x="2362" y="2592"/>
              <a:ext cx="787" cy="518"/>
            </a:xfrm>
            <a:custGeom>
              <a:avLst/>
              <a:gdLst>
                <a:gd name="T0" fmla="*/ 787 w 787"/>
                <a:gd name="T1" fmla="*/ 0 h 518"/>
                <a:gd name="T2" fmla="*/ 787 w 787"/>
                <a:gd name="T3" fmla="*/ 518 h 518"/>
                <a:gd name="T4" fmla="*/ 0 w 787"/>
                <a:gd name="T5" fmla="*/ 518 h 518"/>
                <a:gd name="T6" fmla="*/ 0 w 787"/>
                <a:gd name="T7" fmla="*/ 5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7" h="518">
                  <a:moveTo>
                    <a:pt x="787" y="0"/>
                  </a:moveTo>
                  <a:lnTo>
                    <a:pt x="787" y="518"/>
                  </a:lnTo>
                  <a:lnTo>
                    <a:pt x="0" y="518"/>
                  </a:lnTo>
                  <a:lnTo>
                    <a:pt x="0" y="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4" name="Rectangle 153"/>
            <p:cNvSpPr>
              <a:spLocks noChangeArrowheads="1"/>
            </p:cNvSpPr>
            <p:nvPr/>
          </p:nvSpPr>
          <p:spPr bwMode="auto">
            <a:xfrm>
              <a:off x="2430" y="2733"/>
              <a:ext cx="34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5" name="Rectangle 154"/>
            <p:cNvSpPr>
              <a:spLocks noChangeArrowheads="1"/>
            </p:cNvSpPr>
            <p:nvPr/>
          </p:nvSpPr>
          <p:spPr bwMode="auto">
            <a:xfrm>
              <a:off x="2875" y="2733"/>
              <a:ext cx="205" cy="3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6" name="Freeform 155"/>
            <p:cNvSpPr>
              <a:spLocks/>
            </p:cNvSpPr>
            <p:nvPr/>
          </p:nvSpPr>
          <p:spPr bwMode="auto">
            <a:xfrm>
              <a:off x="2260" y="2255"/>
              <a:ext cx="991" cy="170"/>
            </a:xfrm>
            <a:custGeom>
              <a:avLst/>
              <a:gdLst>
                <a:gd name="T0" fmla="*/ 889 w 991"/>
                <a:gd name="T1" fmla="*/ 0 h 170"/>
                <a:gd name="T2" fmla="*/ 102 w 991"/>
                <a:gd name="T3" fmla="*/ 0 h 170"/>
                <a:gd name="T4" fmla="*/ 0 w 991"/>
                <a:gd name="T5" fmla="*/ 170 h 170"/>
                <a:gd name="T6" fmla="*/ 991 w 991"/>
                <a:gd name="T7" fmla="*/ 170 h 170"/>
                <a:gd name="T8" fmla="*/ 889 w 991"/>
                <a:gd name="T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1" h="170">
                  <a:moveTo>
                    <a:pt x="889" y="0"/>
                  </a:moveTo>
                  <a:lnTo>
                    <a:pt x="102" y="0"/>
                  </a:lnTo>
                  <a:lnTo>
                    <a:pt x="0" y="170"/>
                  </a:lnTo>
                  <a:lnTo>
                    <a:pt x="991" y="170"/>
                  </a:lnTo>
                  <a:lnTo>
                    <a:pt x="8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7" name="Freeform 156"/>
            <p:cNvSpPr>
              <a:spLocks/>
            </p:cNvSpPr>
            <p:nvPr/>
          </p:nvSpPr>
          <p:spPr bwMode="auto">
            <a:xfrm>
              <a:off x="2260" y="2425"/>
              <a:ext cx="991" cy="206"/>
            </a:xfrm>
            <a:custGeom>
              <a:avLst/>
              <a:gdLst>
                <a:gd name="T0" fmla="*/ 991 w 991"/>
                <a:gd name="T1" fmla="*/ 36 h 206"/>
                <a:gd name="T2" fmla="*/ 987 w 991"/>
                <a:gd name="T3" fmla="*/ 61 h 206"/>
                <a:gd name="T4" fmla="*/ 979 w 991"/>
                <a:gd name="T5" fmla="*/ 86 h 206"/>
                <a:gd name="T6" fmla="*/ 966 w 991"/>
                <a:gd name="T7" fmla="*/ 110 h 206"/>
                <a:gd name="T8" fmla="*/ 950 w 991"/>
                <a:gd name="T9" fmla="*/ 131 h 206"/>
                <a:gd name="T10" fmla="*/ 929 w 991"/>
                <a:gd name="T11" fmla="*/ 147 h 206"/>
                <a:gd name="T12" fmla="*/ 905 w 991"/>
                <a:gd name="T13" fmla="*/ 160 h 206"/>
                <a:gd name="T14" fmla="*/ 881 w 991"/>
                <a:gd name="T15" fmla="*/ 168 h 206"/>
                <a:gd name="T16" fmla="*/ 855 w 991"/>
                <a:gd name="T17" fmla="*/ 172 h 206"/>
                <a:gd name="T18" fmla="*/ 841 w 991"/>
                <a:gd name="T19" fmla="*/ 172 h 206"/>
                <a:gd name="T20" fmla="*/ 812 w 991"/>
                <a:gd name="T21" fmla="*/ 167 h 206"/>
                <a:gd name="T22" fmla="*/ 785 w 991"/>
                <a:gd name="T23" fmla="*/ 159 h 206"/>
                <a:gd name="T24" fmla="*/ 761 w 991"/>
                <a:gd name="T25" fmla="*/ 146 h 206"/>
                <a:gd name="T26" fmla="*/ 751 w 991"/>
                <a:gd name="T27" fmla="*/ 138 h 206"/>
                <a:gd name="T28" fmla="*/ 726 w 991"/>
                <a:gd name="T29" fmla="*/ 168 h 206"/>
                <a:gd name="T30" fmla="*/ 695 w 991"/>
                <a:gd name="T31" fmla="*/ 189 h 206"/>
                <a:gd name="T32" fmla="*/ 658 w 991"/>
                <a:gd name="T33" fmla="*/ 202 h 206"/>
                <a:gd name="T34" fmla="*/ 615 w 991"/>
                <a:gd name="T35" fmla="*/ 206 h 206"/>
                <a:gd name="T36" fmla="*/ 595 w 991"/>
                <a:gd name="T37" fmla="*/ 205 h 206"/>
                <a:gd name="T38" fmla="*/ 558 w 991"/>
                <a:gd name="T39" fmla="*/ 199 h 206"/>
                <a:gd name="T40" fmla="*/ 521 w 991"/>
                <a:gd name="T41" fmla="*/ 187 h 206"/>
                <a:gd name="T42" fmla="*/ 491 w 991"/>
                <a:gd name="T43" fmla="*/ 167 h 206"/>
                <a:gd name="T44" fmla="*/ 478 w 991"/>
                <a:gd name="T45" fmla="*/ 154 h 206"/>
                <a:gd name="T46" fmla="*/ 453 w 991"/>
                <a:gd name="T47" fmla="*/ 178 h 206"/>
                <a:gd name="T48" fmla="*/ 426 w 991"/>
                <a:gd name="T49" fmla="*/ 194 h 206"/>
                <a:gd name="T50" fmla="*/ 395 w 991"/>
                <a:gd name="T51" fmla="*/ 203 h 206"/>
                <a:gd name="T52" fmla="*/ 358 w 991"/>
                <a:gd name="T53" fmla="*/ 206 h 206"/>
                <a:gd name="T54" fmla="*/ 337 w 991"/>
                <a:gd name="T55" fmla="*/ 205 h 206"/>
                <a:gd name="T56" fmla="*/ 302 w 991"/>
                <a:gd name="T57" fmla="*/ 198 h 206"/>
                <a:gd name="T58" fmla="*/ 274 w 991"/>
                <a:gd name="T59" fmla="*/ 180 h 206"/>
                <a:gd name="T60" fmla="*/ 250 w 991"/>
                <a:gd name="T61" fmla="*/ 154 h 206"/>
                <a:gd name="T62" fmla="*/ 238 w 991"/>
                <a:gd name="T63" fmla="*/ 138 h 206"/>
                <a:gd name="T64" fmla="*/ 229 w 991"/>
                <a:gd name="T65" fmla="*/ 146 h 206"/>
                <a:gd name="T66" fmla="*/ 200 w 991"/>
                <a:gd name="T67" fmla="*/ 159 h 206"/>
                <a:gd name="T68" fmla="*/ 167 w 991"/>
                <a:gd name="T69" fmla="*/ 167 h 206"/>
                <a:gd name="T70" fmla="*/ 134 w 991"/>
                <a:gd name="T71" fmla="*/ 172 h 206"/>
                <a:gd name="T72" fmla="*/ 120 w 991"/>
                <a:gd name="T73" fmla="*/ 172 h 206"/>
                <a:gd name="T74" fmla="*/ 94 w 991"/>
                <a:gd name="T75" fmla="*/ 168 h 206"/>
                <a:gd name="T76" fmla="*/ 70 w 991"/>
                <a:gd name="T77" fmla="*/ 160 h 206"/>
                <a:gd name="T78" fmla="*/ 51 w 991"/>
                <a:gd name="T79" fmla="*/ 147 h 206"/>
                <a:gd name="T80" fmla="*/ 33 w 991"/>
                <a:gd name="T81" fmla="*/ 131 h 206"/>
                <a:gd name="T82" fmla="*/ 19 w 991"/>
                <a:gd name="T83" fmla="*/ 110 h 206"/>
                <a:gd name="T84" fmla="*/ 8 w 991"/>
                <a:gd name="T85" fmla="*/ 86 h 206"/>
                <a:gd name="T86" fmla="*/ 2 w 991"/>
                <a:gd name="T87" fmla="*/ 61 h 206"/>
                <a:gd name="T88" fmla="*/ 0 w 991"/>
                <a:gd name="T89" fmla="*/ 36 h 206"/>
                <a:gd name="T90" fmla="*/ 991 w 991"/>
                <a:gd name="T91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91" h="206">
                  <a:moveTo>
                    <a:pt x="991" y="36"/>
                  </a:moveTo>
                  <a:lnTo>
                    <a:pt x="991" y="36"/>
                  </a:lnTo>
                  <a:lnTo>
                    <a:pt x="990" y="48"/>
                  </a:lnTo>
                  <a:lnTo>
                    <a:pt x="987" y="61"/>
                  </a:lnTo>
                  <a:lnTo>
                    <a:pt x="984" y="74"/>
                  </a:lnTo>
                  <a:lnTo>
                    <a:pt x="979" y="86"/>
                  </a:lnTo>
                  <a:lnTo>
                    <a:pt x="973" y="98"/>
                  </a:lnTo>
                  <a:lnTo>
                    <a:pt x="966" y="110"/>
                  </a:lnTo>
                  <a:lnTo>
                    <a:pt x="958" y="120"/>
                  </a:lnTo>
                  <a:lnTo>
                    <a:pt x="950" y="131"/>
                  </a:lnTo>
                  <a:lnTo>
                    <a:pt x="939" y="139"/>
                  </a:lnTo>
                  <a:lnTo>
                    <a:pt x="929" y="147"/>
                  </a:lnTo>
                  <a:lnTo>
                    <a:pt x="918" y="154"/>
                  </a:lnTo>
                  <a:lnTo>
                    <a:pt x="905" y="160"/>
                  </a:lnTo>
                  <a:lnTo>
                    <a:pt x="894" y="165"/>
                  </a:lnTo>
                  <a:lnTo>
                    <a:pt x="881" y="168"/>
                  </a:lnTo>
                  <a:lnTo>
                    <a:pt x="868" y="171"/>
                  </a:lnTo>
                  <a:lnTo>
                    <a:pt x="855" y="172"/>
                  </a:lnTo>
                  <a:lnTo>
                    <a:pt x="855" y="172"/>
                  </a:lnTo>
                  <a:lnTo>
                    <a:pt x="841" y="172"/>
                  </a:lnTo>
                  <a:lnTo>
                    <a:pt x="827" y="169"/>
                  </a:lnTo>
                  <a:lnTo>
                    <a:pt x="812" y="167"/>
                  </a:lnTo>
                  <a:lnTo>
                    <a:pt x="798" y="164"/>
                  </a:lnTo>
                  <a:lnTo>
                    <a:pt x="785" y="159"/>
                  </a:lnTo>
                  <a:lnTo>
                    <a:pt x="773" y="153"/>
                  </a:lnTo>
                  <a:lnTo>
                    <a:pt x="761" y="146"/>
                  </a:lnTo>
                  <a:lnTo>
                    <a:pt x="751" y="138"/>
                  </a:lnTo>
                  <a:lnTo>
                    <a:pt x="751" y="138"/>
                  </a:lnTo>
                  <a:lnTo>
                    <a:pt x="740" y="154"/>
                  </a:lnTo>
                  <a:lnTo>
                    <a:pt x="726" y="168"/>
                  </a:lnTo>
                  <a:lnTo>
                    <a:pt x="712" y="180"/>
                  </a:lnTo>
                  <a:lnTo>
                    <a:pt x="695" y="189"/>
                  </a:lnTo>
                  <a:lnTo>
                    <a:pt x="677" y="198"/>
                  </a:lnTo>
                  <a:lnTo>
                    <a:pt x="658" y="202"/>
                  </a:lnTo>
                  <a:lnTo>
                    <a:pt x="638" y="205"/>
                  </a:lnTo>
                  <a:lnTo>
                    <a:pt x="615" y="206"/>
                  </a:lnTo>
                  <a:lnTo>
                    <a:pt x="615" y="206"/>
                  </a:lnTo>
                  <a:lnTo>
                    <a:pt x="595" y="205"/>
                  </a:lnTo>
                  <a:lnTo>
                    <a:pt x="577" y="203"/>
                  </a:lnTo>
                  <a:lnTo>
                    <a:pt x="558" y="199"/>
                  </a:lnTo>
                  <a:lnTo>
                    <a:pt x="539" y="194"/>
                  </a:lnTo>
                  <a:lnTo>
                    <a:pt x="521" y="187"/>
                  </a:lnTo>
                  <a:lnTo>
                    <a:pt x="506" y="178"/>
                  </a:lnTo>
                  <a:lnTo>
                    <a:pt x="491" y="167"/>
                  </a:lnTo>
                  <a:lnTo>
                    <a:pt x="478" y="154"/>
                  </a:lnTo>
                  <a:lnTo>
                    <a:pt x="478" y="154"/>
                  </a:lnTo>
                  <a:lnTo>
                    <a:pt x="466" y="167"/>
                  </a:lnTo>
                  <a:lnTo>
                    <a:pt x="453" y="178"/>
                  </a:lnTo>
                  <a:lnTo>
                    <a:pt x="440" y="187"/>
                  </a:lnTo>
                  <a:lnTo>
                    <a:pt x="426" y="194"/>
                  </a:lnTo>
                  <a:lnTo>
                    <a:pt x="411" y="199"/>
                  </a:lnTo>
                  <a:lnTo>
                    <a:pt x="395" y="203"/>
                  </a:lnTo>
                  <a:lnTo>
                    <a:pt x="377" y="205"/>
                  </a:lnTo>
                  <a:lnTo>
                    <a:pt x="358" y="206"/>
                  </a:lnTo>
                  <a:lnTo>
                    <a:pt x="358" y="206"/>
                  </a:lnTo>
                  <a:lnTo>
                    <a:pt x="337" y="205"/>
                  </a:lnTo>
                  <a:lnTo>
                    <a:pt x="318" y="202"/>
                  </a:lnTo>
                  <a:lnTo>
                    <a:pt x="302" y="198"/>
                  </a:lnTo>
                  <a:lnTo>
                    <a:pt x="288" y="189"/>
                  </a:lnTo>
                  <a:lnTo>
                    <a:pt x="274" y="180"/>
                  </a:lnTo>
                  <a:lnTo>
                    <a:pt x="262" y="168"/>
                  </a:lnTo>
                  <a:lnTo>
                    <a:pt x="250" y="154"/>
                  </a:lnTo>
                  <a:lnTo>
                    <a:pt x="238" y="138"/>
                  </a:lnTo>
                  <a:lnTo>
                    <a:pt x="238" y="138"/>
                  </a:lnTo>
                  <a:lnTo>
                    <a:pt x="234" y="141"/>
                  </a:lnTo>
                  <a:lnTo>
                    <a:pt x="229" y="146"/>
                  </a:lnTo>
                  <a:lnTo>
                    <a:pt x="215" y="153"/>
                  </a:lnTo>
                  <a:lnTo>
                    <a:pt x="200" y="159"/>
                  </a:lnTo>
                  <a:lnTo>
                    <a:pt x="183" y="164"/>
                  </a:lnTo>
                  <a:lnTo>
                    <a:pt x="167" y="167"/>
                  </a:lnTo>
                  <a:lnTo>
                    <a:pt x="149" y="169"/>
                  </a:lnTo>
                  <a:lnTo>
                    <a:pt x="134" y="172"/>
                  </a:lnTo>
                  <a:lnTo>
                    <a:pt x="120" y="172"/>
                  </a:lnTo>
                  <a:lnTo>
                    <a:pt x="120" y="172"/>
                  </a:lnTo>
                  <a:lnTo>
                    <a:pt x="106" y="171"/>
                  </a:lnTo>
                  <a:lnTo>
                    <a:pt x="94" y="168"/>
                  </a:lnTo>
                  <a:lnTo>
                    <a:pt x="82" y="165"/>
                  </a:lnTo>
                  <a:lnTo>
                    <a:pt x="70" y="160"/>
                  </a:lnTo>
                  <a:lnTo>
                    <a:pt x="60" y="154"/>
                  </a:lnTo>
                  <a:lnTo>
                    <a:pt x="51" y="147"/>
                  </a:lnTo>
                  <a:lnTo>
                    <a:pt x="41" y="139"/>
                  </a:lnTo>
                  <a:lnTo>
                    <a:pt x="33" y="131"/>
                  </a:lnTo>
                  <a:lnTo>
                    <a:pt x="25" y="120"/>
                  </a:lnTo>
                  <a:lnTo>
                    <a:pt x="19" y="110"/>
                  </a:lnTo>
                  <a:lnTo>
                    <a:pt x="13" y="98"/>
                  </a:lnTo>
                  <a:lnTo>
                    <a:pt x="8" y="86"/>
                  </a:lnTo>
                  <a:lnTo>
                    <a:pt x="5" y="74"/>
                  </a:lnTo>
                  <a:lnTo>
                    <a:pt x="2" y="61"/>
                  </a:lnTo>
                  <a:lnTo>
                    <a:pt x="0" y="48"/>
                  </a:lnTo>
                  <a:lnTo>
                    <a:pt x="0" y="36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8" name="Freeform 157"/>
            <p:cNvSpPr>
              <a:spLocks/>
            </p:cNvSpPr>
            <p:nvPr/>
          </p:nvSpPr>
          <p:spPr bwMode="auto">
            <a:xfrm>
              <a:off x="2498" y="2255"/>
              <a:ext cx="52" cy="308"/>
            </a:xfrm>
            <a:custGeom>
              <a:avLst/>
              <a:gdLst>
                <a:gd name="T0" fmla="*/ 0 w 52"/>
                <a:gd name="T1" fmla="*/ 308 h 308"/>
                <a:gd name="T2" fmla="*/ 0 w 52"/>
                <a:gd name="T3" fmla="*/ 170 h 308"/>
                <a:gd name="T4" fmla="*/ 52 w 52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308">
                  <a:moveTo>
                    <a:pt x="0" y="308"/>
                  </a:moveTo>
                  <a:lnTo>
                    <a:pt x="0" y="170"/>
                  </a:lnTo>
                  <a:lnTo>
                    <a:pt x="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9" name="Freeform 158"/>
            <p:cNvSpPr>
              <a:spLocks/>
            </p:cNvSpPr>
            <p:nvPr/>
          </p:nvSpPr>
          <p:spPr bwMode="auto">
            <a:xfrm>
              <a:off x="2738" y="2255"/>
              <a:ext cx="0" cy="324"/>
            </a:xfrm>
            <a:custGeom>
              <a:avLst/>
              <a:gdLst>
                <a:gd name="T0" fmla="*/ 324 h 324"/>
                <a:gd name="T1" fmla="*/ 167 h 324"/>
                <a:gd name="T2" fmla="*/ 0 h 32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24">
                  <a:moveTo>
                    <a:pt x="0" y="324"/>
                  </a:moveTo>
                  <a:lnTo>
                    <a:pt x="0" y="16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0" name="Freeform 159"/>
            <p:cNvSpPr>
              <a:spLocks/>
            </p:cNvSpPr>
            <p:nvPr/>
          </p:nvSpPr>
          <p:spPr bwMode="auto">
            <a:xfrm>
              <a:off x="2961" y="2255"/>
              <a:ext cx="50" cy="308"/>
            </a:xfrm>
            <a:custGeom>
              <a:avLst/>
              <a:gdLst>
                <a:gd name="T0" fmla="*/ 50 w 50"/>
                <a:gd name="T1" fmla="*/ 308 h 308"/>
                <a:gd name="T2" fmla="*/ 50 w 50"/>
                <a:gd name="T3" fmla="*/ 170 h 308"/>
                <a:gd name="T4" fmla="*/ 0 w 50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308">
                  <a:moveTo>
                    <a:pt x="50" y="308"/>
                  </a:moveTo>
                  <a:lnTo>
                    <a:pt x="50" y="17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1" name="Freeform 160"/>
            <p:cNvSpPr>
              <a:spLocks/>
            </p:cNvSpPr>
            <p:nvPr/>
          </p:nvSpPr>
          <p:spPr bwMode="auto">
            <a:xfrm>
              <a:off x="2995" y="2922"/>
              <a:ext cx="34" cy="34"/>
            </a:xfrm>
            <a:custGeom>
              <a:avLst/>
              <a:gdLst>
                <a:gd name="T0" fmla="*/ 16 w 34"/>
                <a:gd name="T1" fmla="*/ 0 h 34"/>
                <a:gd name="T2" fmla="*/ 16 w 34"/>
                <a:gd name="T3" fmla="*/ 0 h 34"/>
                <a:gd name="T4" fmla="*/ 11 w 34"/>
                <a:gd name="T5" fmla="*/ 1 h 34"/>
                <a:gd name="T6" fmla="*/ 5 w 34"/>
                <a:gd name="T7" fmla="*/ 5 h 34"/>
                <a:gd name="T8" fmla="*/ 1 w 34"/>
                <a:gd name="T9" fmla="*/ 9 h 34"/>
                <a:gd name="T10" fmla="*/ 0 w 34"/>
                <a:gd name="T11" fmla="*/ 17 h 34"/>
                <a:gd name="T12" fmla="*/ 0 w 34"/>
                <a:gd name="T13" fmla="*/ 17 h 34"/>
                <a:gd name="T14" fmla="*/ 1 w 34"/>
                <a:gd name="T15" fmla="*/ 24 h 34"/>
                <a:gd name="T16" fmla="*/ 5 w 34"/>
                <a:gd name="T17" fmla="*/ 28 h 34"/>
                <a:gd name="T18" fmla="*/ 11 w 34"/>
                <a:gd name="T19" fmla="*/ 33 h 34"/>
                <a:gd name="T20" fmla="*/ 16 w 34"/>
                <a:gd name="T21" fmla="*/ 34 h 34"/>
                <a:gd name="T22" fmla="*/ 16 w 34"/>
                <a:gd name="T23" fmla="*/ 34 h 34"/>
                <a:gd name="T24" fmla="*/ 23 w 34"/>
                <a:gd name="T25" fmla="*/ 33 h 34"/>
                <a:gd name="T26" fmla="*/ 28 w 34"/>
                <a:gd name="T27" fmla="*/ 28 h 34"/>
                <a:gd name="T28" fmla="*/ 33 w 34"/>
                <a:gd name="T29" fmla="*/ 24 h 34"/>
                <a:gd name="T30" fmla="*/ 34 w 34"/>
                <a:gd name="T31" fmla="*/ 17 h 34"/>
                <a:gd name="T32" fmla="*/ 34 w 34"/>
                <a:gd name="T33" fmla="*/ 17 h 34"/>
                <a:gd name="T34" fmla="*/ 33 w 34"/>
                <a:gd name="T35" fmla="*/ 9 h 34"/>
                <a:gd name="T36" fmla="*/ 28 w 34"/>
                <a:gd name="T37" fmla="*/ 5 h 34"/>
                <a:gd name="T38" fmla="*/ 23 w 34"/>
                <a:gd name="T39" fmla="*/ 1 h 34"/>
                <a:gd name="T40" fmla="*/ 16 w 34"/>
                <a:gd name="T41" fmla="*/ 0 h 34"/>
                <a:gd name="T42" fmla="*/ 16 w 34"/>
                <a:gd name="T4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" h="34">
                  <a:moveTo>
                    <a:pt x="16" y="0"/>
                  </a:moveTo>
                  <a:lnTo>
                    <a:pt x="16" y="0"/>
                  </a:lnTo>
                  <a:lnTo>
                    <a:pt x="11" y="1"/>
                  </a:lnTo>
                  <a:lnTo>
                    <a:pt x="5" y="5"/>
                  </a:lnTo>
                  <a:lnTo>
                    <a:pt x="1" y="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5" y="28"/>
                  </a:lnTo>
                  <a:lnTo>
                    <a:pt x="11" y="33"/>
                  </a:lnTo>
                  <a:lnTo>
                    <a:pt x="16" y="34"/>
                  </a:lnTo>
                  <a:lnTo>
                    <a:pt x="16" y="34"/>
                  </a:lnTo>
                  <a:lnTo>
                    <a:pt x="23" y="33"/>
                  </a:lnTo>
                  <a:lnTo>
                    <a:pt x="28" y="28"/>
                  </a:lnTo>
                  <a:lnTo>
                    <a:pt x="33" y="24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3" y="9"/>
                  </a:lnTo>
                  <a:lnTo>
                    <a:pt x="28" y="5"/>
                  </a:lnTo>
                  <a:lnTo>
                    <a:pt x="23" y="1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2" name="Group 19"/>
          <p:cNvGrpSpPr>
            <a:grpSpLocks noChangeAspect="1"/>
          </p:cNvGrpSpPr>
          <p:nvPr/>
        </p:nvGrpSpPr>
        <p:grpSpPr bwMode="auto">
          <a:xfrm>
            <a:off x="11353731" y="3377553"/>
            <a:ext cx="318384" cy="318797"/>
            <a:chOff x="5962" y="1673"/>
            <a:chExt cx="1539" cy="1541"/>
          </a:xfrm>
        </p:grpSpPr>
        <p:sp>
          <p:nvSpPr>
            <p:cNvPr id="863" name="Rectangle 20"/>
            <p:cNvSpPr>
              <a:spLocks noChangeArrowheads="1"/>
            </p:cNvSpPr>
            <p:nvPr/>
          </p:nvSpPr>
          <p:spPr bwMode="auto">
            <a:xfrm>
              <a:off x="5962" y="1673"/>
              <a:ext cx="903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4" name="Rectangle 21"/>
            <p:cNvSpPr>
              <a:spLocks noChangeArrowheads="1"/>
            </p:cNvSpPr>
            <p:nvPr/>
          </p:nvSpPr>
          <p:spPr bwMode="auto">
            <a:xfrm>
              <a:off x="6600" y="2470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5" name="Rectangle 22"/>
            <p:cNvSpPr>
              <a:spLocks noChangeArrowheads="1"/>
            </p:cNvSpPr>
            <p:nvPr/>
          </p:nvSpPr>
          <p:spPr bwMode="auto">
            <a:xfrm>
              <a:off x="6600" y="3002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6" name="Line 23"/>
            <p:cNvSpPr>
              <a:spLocks noChangeShapeType="1"/>
            </p:cNvSpPr>
            <p:nvPr/>
          </p:nvSpPr>
          <p:spPr bwMode="auto">
            <a:xfrm>
              <a:off x="7077" y="2682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7" name="Freeform 24"/>
            <p:cNvSpPr>
              <a:spLocks/>
            </p:cNvSpPr>
            <p:nvPr/>
          </p:nvSpPr>
          <p:spPr bwMode="auto">
            <a:xfrm>
              <a:off x="6386" y="1885"/>
              <a:ext cx="691" cy="585"/>
            </a:xfrm>
            <a:custGeom>
              <a:avLst/>
              <a:gdLst>
                <a:gd name="T0" fmla="*/ 0 w 691"/>
                <a:gd name="T1" fmla="*/ 0 h 585"/>
                <a:gd name="T2" fmla="*/ 0 w 691"/>
                <a:gd name="T3" fmla="*/ 214 h 585"/>
                <a:gd name="T4" fmla="*/ 0 w 691"/>
                <a:gd name="T5" fmla="*/ 214 h 585"/>
                <a:gd name="T6" fmla="*/ 4 w 691"/>
                <a:gd name="T7" fmla="*/ 234 h 585"/>
                <a:gd name="T8" fmla="*/ 10 w 691"/>
                <a:gd name="T9" fmla="*/ 252 h 585"/>
                <a:gd name="T10" fmla="*/ 20 w 691"/>
                <a:gd name="T11" fmla="*/ 270 h 585"/>
                <a:gd name="T12" fmla="*/ 34 w 691"/>
                <a:gd name="T13" fmla="*/ 286 h 585"/>
                <a:gd name="T14" fmla="*/ 50 w 691"/>
                <a:gd name="T15" fmla="*/ 300 h 585"/>
                <a:gd name="T16" fmla="*/ 68 w 691"/>
                <a:gd name="T17" fmla="*/ 310 h 585"/>
                <a:gd name="T18" fmla="*/ 88 w 691"/>
                <a:gd name="T19" fmla="*/ 318 h 585"/>
                <a:gd name="T20" fmla="*/ 106 w 691"/>
                <a:gd name="T21" fmla="*/ 320 h 585"/>
                <a:gd name="T22" fmla="*/ 585 w 691"/>
                <a:gd name="T23" fmla="*/ 320 h 585"/>
                <a:gd name="T24" fmla="*/ 585 w 691"/>
                <a:gd name="T25" fmla="*/ 320 h 585"/>
                <a:gd name="T26" fmla="*/ 605 w 691"/>
                <a:gd name="T27" fmla="*/ 322 h 585"/>
                <a:gd name="T28" fmla="*/ 623 w 691"/>
                <a:gd name="T29" fmla="*/ 330 h 585"/>
                <a:gd name="T30" fmla="*/ 641 w 691"/>
                <a:gd name="T31" fmla="*/ 340 h 585"/>
                <a:gd name="T32" fmla="*/ 657 w 691"/>
                <a:gd name="T33" fmla="*/ 354 h 585"/>
                <a:gd name="T34" fmla="*/ 671 w 691"/>
                <a:gd name="T35" fmla="*/ 370 h 585"/>
                <a:gd name="T36" fmla="*/ 681 w 691"/>
                <a:gd name="T37" fmla="*/ 388 h 585"/>
                <a:gd name="T38" fmla="*/ 689 w 691"/>
                <a:gd name="T39" fmla="*/ 406 h 585"/>
                <a:gd name="T40" fmla="*/ 691 w 691"/>
                <a:gd name="T41" fmla="*/ 426 h 585"/>
                <a:gd name="T42" fmla="*/ 691 w 691"/>
                <a:gd name="T43" fmla="*/ 585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1" h="585">
                  <a:moveTo>
                    <a:pt x="0" y="0"/>
                  </a:moveTo>
                  <a:lnTo>
                    <a:pt x="0" y="214"/>
                  </a:lnTo>
                  <a:lnTo>
                    <a:pt x="0" y="214"/>
                  </a:lnTo>
                  <a:lnTo>
                    <a:pt x="4" y="234"/>
                  </a:lnTo>
                  <a:lnTo>
                    <a:pt x="10" y="252"/>
                  </a:lnTo>
                  <a:lnTo>
                    <a:pt x="20" y="270"/>
                  </a:lnTo>
                  <a:lnTo>
                    <a:pt x="34" y="286"/>
                  </a:lnTo>
                  <a:lnTo>
                    <a:pt x="50" y="300"/>
                  </a:lnTo>
                  <a:lnTo>
                    <a:pt x="68" y="310"/>
                  </a:lnTo>
                  <a:lnTo>
                    <a:pt x="88" y="318"/>
                  </a:lnTo>
                  <a:lnTo>
                    <a:pt x="106" y="320"/>
                  </a:lnTo>
                  <a:lnTo>
                    <a:pt x="585" y="320"/>
                  </a:lnTo>
                  <a:lnTo>
                    <a:pt x="585" y="320"/>
                  </a:lnTo>
                  <a:lnTo>
                    <a:pt x="605" y="322"/>
                  </a:lnTo>
                  <a:lnTo>
                    <a:pt x="623" y="330"/>
                  </a:lnTo>
                  <a:lnTo>
                    <a:pt x="641" y="340"/>
                  </a:lnTo>
                  <a:lnTo>
                    <a:pt x="657" y="354"/>
                  </a:lnTo>
                  <a:lnTo>
                    <a:pt x="671" y="370"/>
                  </a:lnTo>
                  <a:lnTo>
                    <a:pt x="681" y="388"/>
                  </a:lnTo>
                  <a:lnTo>
                    <a:pt x="689" y="406"/>
                  </a:lnTo>
                  <a:lnTo>
                    <a:pt x="691" y="426"/>
                  </a:lnTo>
                  <a:lnTo>
                    <a:pt x="691" y="58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8" name="Group 47"/>
          <p:cNvGrpSpPr>
            <a:grpSpLocks noChangeAspect="1"/>
          </p:cNvGrpSpPr>
          <p:nvPr/>
        </p:nvGrpSpPr>
        <p:grpSpPr bwMode="auto">
          <a:xfrm>
            <a:off x="9802220" y="3393180"/>
            <a:ext cx="416810" cy="287543"/>
            <a:chOff x="5342" y="1873"/>
            <a:chExt cx="1796" cy="1239"/>
          </a:xfrm>
        </p:grpSpPr>
        <p:sp>
          <p:nvSpPr>
            <p:cNvPr id="869" name="Freeform 48"/>
            <p:cNvSpPr>
              <a:spLocks/>
            </p:cNvSpPr>
            <p:nvPr/>
          </p:nvSpPr>
          <p:spPr bwMode="auto">
            <a:xfrm>
              <a:off x="6116" y="2648"/>
              <a:ext cx="248" cy="248"/>
            </a:xfrm>
            <a:custGeom>
              <a:avLst/>
              <a:gdLst>
                <a:gd name="T0" fmla="*/ 248 w 248"/>
                <a:gd name="T1" fmla="*/ 124 h 248"/>
                <a:gd name="T2" fmla="*/ 248 w 248"/>
                <a:gd name="T3" fmla="*/ 124 h 248"/>
                <a:gd name="T4" fmla="*/ 246 w 248"/>
                <a:gd name="T5" fmla="*/ 136 h 248"/>
                <a:gd name="T6" fmla="*/ 244 w 248"/>
                <a:gd name="T7" fmla="*/ 148 h 248"/>
                <a:gd name="T8" fmla="*/ 242 w 248"/>
                <a:gd name="T9" fmla="*/ 160 h 248"/>
                <a:gd name="T10" fmla="*/ 238 w 248"/>
                <a:gd name="T11" fmla="*/ 172 h 248"/>
                <a:gd name="T12" fmla="*/ 226 w 248"/>
                <a:gd name="T13" fmla="*/ 194 h 248"/>
                <a:gd name="T14" fmla="*/ 212 w 248"/>
                <a:gd name="T15" fmla="*/ 212 h 248"/>
                <a:gd name="T16" fmla="*/ 192 w 248"/>
                <a:gd name="T17" fmla="*/ 226 h 248"/>
                <a:gd name="T18" fmla="*/ 172 w 248"/>
                <a:gd name="T19" fmla="*/ 238 h 248"/>
                <a:gd name="T20" fmla="*/ 160 w 248"/>
                <a:gd name="T21" fmla="*/ 242 h 248"/>
                <a:gd name="T22" fmla="*/ 148 w 248"/>
                <a:gd name="T23" fmla="*/ 246 h 248"/>
                <a:gd name="T24" fmla="*/ 136 w 248"/>
                <a:gd name="T25" fmla="*/ 248 h 248"/>
                <a:gd name="T26" fmla="*/ 124 w 248"/>
                <a:gd name="T27" fmla="*/ 248 h 248"/>
                <a:gd name="T28" fmla="*/ 124 w 248"/>
                <a:gd name="T29" fmla="*/ 248 h 248"/>
                <a:gd name="T30" fmla="*/ 110 w 248"/>
                <a:gd name="T31" fmla="*/ 248 h 248"/>
                <a:gd name="T32" fmla="*/ 98 w 248"/>
                <a:gd name="T33" fmla="*/ 246 h 248"/>
                <a:gd name="T34" fmla="*/ 86 w 248"/>
                <a:gd name="T35" fmla="*/ 242 h 248"/>
                <a:gd name="T36" fmla="*/ 76 w 248"/>
                <a:gd name="T37" fmla="*/ 238 h 248"/>
                <a:gd name="T38" fmla="*/ 54 w 248"/>
                <a:gd name="T39" fmla="*/ 226 h 248"/>
                <a:gd name="T40" fmla="*/ 36 w 248"/>
                <a:gd name="T41" fmla="*/ 212 h 248"/>
                <a:gd name="T42" fmla="*/ 20 w 248"/>
                <a:gd name="T43" fmla="*/ 194 h 248"/>
                <a:gd name="T44" fmla="*/ 10 w 248"/>
                <a:gd name="T45" fmla="*/ 172 h 248"/>
                <a:gd name="T46" fmla="*/ 6 w 248"/>
                <a:gd name="T47" fmla="*/ 160 h 248"/>
                <a:gd name="T48" fmla="*/ 2 w 248"/>
                <a:gd name="T49" fmla="*/ 148 h 248"/>
                <a:gd name="T50" fmla="*/ 0 w 248"/>
                <a:gd name="T51" fmla="*/ 136 h 248"/>
                <a:gd name="T52" fmla="*/ 0 w 248"/>
                <a:gd name="T53" fmla="*/ 124 h 248"/>
                <a:gd name="T54" fmla="*/ 0 w 248"/>
                <a:gd name="T55" fmla="*/ 124 h 248"/>
                <a:gd name="T56" fmla="*/ 0 w 248"/>
                <a:gd name="T57" fmla="*/ 112 h 248"/>
                <a:gd name="T58" fmla="*/ 2 w 248"/>
                <a:gd name="T59" fmla="*/ 98 h 248"/>
                <a:gd name="T60" fmla="*/ 6 w 248"/>
                <a:gd name="T61" fmla="*/ 88 h 248"/>
                <a:gd name="T62" fmla="*/ 10 w 248"/>
                <a:gd name="T63" fmla="*/ 76 h 248"/>
                <a:gd name="T64" fmla="*/ 20 w 248"/>
                <a:gd name="T65" fmla="*/ 54 h 248"/>
                <a:gd name="T66" fmla="*/ 36 w 248"/>
                <a:gd name="T67" fmla="*/ 36 h 248"/>
                <a:gd name="T68" fmla="*/ 54 w 248"/>
                <a:gd name="T69" fmla="*/ 22 h 248"/>
                <a:gd name="T70" fmla="*/ 76 w 248"/>
                <a:gd name="T71" fmla="*/ 10 h 248"/>
                <a:gd name="T72" fmla="*/ 86 w 248"/>
                <a:gd name="T73" fmla="*/ 6 h 248"/>
                <a:gd name="T74" fmla="*/ 98 w 248"/>
                <a:gd name="T75" fmla="*/ 2 h 248"/>
                <a:gd name="T76" fmla="*/ 110 w 248"/>
                <a:gd name="T77" fmla="*/ 0 h 248"/>
                <a:gd name="T78" fmla="*/ 124 w 248"/>
                <a:gd name="T79" fmla="*/ 0 h 248"/>
                <a:gd name="T80" fmla="*/ 124 w 248"/>
                <a:gd name="T81" fmla="*/ 0 h 248"/>
                <a:gd name="T82" fmla="*/ 136 w 248"/>
                <a:gd name="T83" fmla="*/ 0 h 248"/>
                <a:gd name="T84" fmla="*/ 148 w 248"/>
                <a:gd name="T85" fmla="*/ 2 h 248"/>
                <a:gd name="T86" fmla="*/ 160 w 248"/>
                <a:gd name="T87" fmla="*/ 6 h 248"/>
                <a:gd name="T88" fmla="*/ 172 w 248"/>
                <a:gd name="T89" fmla="*/ 10 h 248"/>
                <a:gd name="T90" fmla="*/ 192 w 248"/>
                <a:gd name="T91" fmla="*/ 22 h 248"/>
                <a:gd name="T92" fmla="*/ 212 w 248"/>
                <a:gd name="T93" fmla="*/ 36 h 248"/>
                <a:gd name="T94" fmla="*/ 226 w 248"/>
                <a:gd name="T95" fmla="*/ 54 h 248"/>
                <a:gd name="T96" fmla="*/ 238 w 248"/>
                <a:gd name="T97" fmla="*/ 76 h 248"/>
                <a:gd name="T98" fmla="*/ 242 w 248"/>
                <a:gd name="T99" fmla="*/ 88 h 248"/>
                <a:gd name="T100" fmla="*/ 244 w 248"/>
                <a:gd name="T101" fmla="*/ 98 h 248"/>
                <a:gd name="T102" fmla="*/ 246 w 248"/>
                <a:gd name="T103" fmla="*/ 112 h 248"/>
                <a:gd name="T104" fmla="*/ 248 w 248"/>
                <a:gd name="T105" fmla="*/ 124 h 248"/>
                <a:gd name="T106" fmla="*/ 248 w 248"/>
                <a:gd name="T107" fmla="*/ 12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48" h="248">
                  <a:moveTo>
                    <a:pt x="248" y="124"/>
                  </a:moveTo>
                  <a:lnTo>
                    <a:pt x="248" y="124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4"/>
                  </a:lnTo>
                  <a:lnTo>
                    <a:pt x="212" y="212"/>
                  </a:lnTo>
                  <a:lnTo>
                    <a:pt x="192" y="226"/>
                  </a:lnTo>
                  <a:lnTo>
                    <a:pt x="172" y="238"/>
                  </a:lnTo>
                  <a:lnTo>
                    <a:pt x="160" y="242"/>
                  </a:lnTo>
                  <a:lnTo>
                    <a:pt x="148" y="246"/>
                  </a:lnTo>
                  <a:lnTo>
                    <a:pt x="136" y="248"/>
                  </a:lnTo>
                  <a:lnTo>
                    <a:pt x="124" y="248"/>
                  </a:lnTo>
                  <a:lnTo>
                    <a:pt x="124" y="248"/>
                  </a:lnTo>
                  <a:lnTo>
                    <a:pt x="110" y="248"/>
                  </a:lnTo>
                  <a:lnTo>
                    <a:pt x="98" y="246"/>
                  </a:lnTo>
                  <a:lnTo>
                    <a:pt x="86" y="242"/>
                  </a:lnTo>
                  <a:lnTo>
                    <a:pt x="76" y="238"/>
                  </a:lnTo>
                  <a:lnTo>
                    <a:pt x="54" y="226"/>
                  </a:lnTo>
                  <a:lnTo>
                    <a:pt x="36" y="212"/>
                  </a:lnTo>
                  <a:lnTo>
                    <a:pt x="20" y="194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0" y="112"/>
                  </a:lnTo>
                  <a:lnTo>
                    <a:pt x="2" y="98"/>
                  </a:lnTo>
                  <a:lnTo>
                    <a:pt x="6" y="88"/>
                  </a:lnTo>
                  <a:lnTo>
                    <a:pt x="10" y="76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2"/>
                  </a:lnTo>
                  <a:lnTo>
                    <a:pt x="76" y="10"/>
                  </a:lnTo>
                  <a:lnTo>
                    <a:pt x="86" y="6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2" y="22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8"/>
                  </a:lnTo>
                  <a:lnTo>
                    <a:pt x="244" y="98"/>
                  </a:lnTo>
                  <a:lnTo>
                    <a:pt x="246" y="112"/>
                  </a:lnTo>
                  <a:lnTo>
                    <a:pt x="248" y="124"/>
                  </a:lnTo>
                  <a:lnTo>
                    <a:pt x="248" y="12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0" name="Line 49"/>
            <p:cNvSpPr>
              <a:spLocks noChangeShapeType="1"/>
            </p:cNvSpPr>
            <p:nvPr/>
          </p:nvSpPr>
          <p:spPr bwMode="auto">
            <a:xfrm flipV="1">
              <a:off x="6328" y="2307"/>
              <a:ext cx="376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1" name="Line 50"/>
            <p:cNvSpPr>
              <a:spLocks noChangeShapeType="1"/>
            </p:cNvSpPr>
            <p:nvPr/>
          </p:nvSpPr>
          <p:spPr bwMode="auto">
            <a:xfrm>
              <a:off x="5498" y="2810"/>
              <a:ext cx="1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2" name="Line 51"/>
            <p:cNvSpPr>
              <a:spLocks noChangeShapeType="1"/>
            </p:cNvSpPr>
            <p:nvPr/>
          </p:nvSpPr>
          <p:spPr bwMode="auto">
            <a:xfrm flipH="1" flipV="1">
              <a:off x="6826" y="2810"/>
              <a:ext cx="15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3" name="Line 52"/>
            <p:cNvSpPr>
              <a:spLocks noChangeShapeType="1"/>
            </p:cNvSpPr>
            <p:nvPr/>
          </p:nvSpPr>
          <p:spPr bwMode="auto">
            <a:xfrm flipH="1">
              <a:off x="6780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4" name="Line 53"/>
            <p:cNvSpPr>
              <a:spLocks noChangeShapeType="1"/>
            </p:cNvSpPr>
            <p:nvPr/>
          </p:nvSpPr>
          <p:spPr bwMode="auto">
            <a:xfrm flipH="1">
              <a:off x="6464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5" name="Line 54"/>
            <p:cNvSpPr>
              <a:spLocks noChangeShapeType="1"/>
            </p:cNvSpPr>
            <p:nvPr/>
          </p:nvSpPr>
          <p:spPr bwMode="auto">
            <a:xfrm>
              <a:off x="6240" y="2029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6" name="Line 55"/>
            <p:cNvSpPr>
              <a:spLocks noChangeShapeType="1"/>
            </p:cNvSpPr>
            <p:nvPr/>
          </p:nvSpPr>
          <p:spPr bwMode="auto">
            <a:xfrm>
              <a:off x="5956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7" name="Line 56"/>
            <p:cNvSpPr>
              <a:spLocks noChangeShapeType="1"/>
            </p:cNvSpPr>
            <p:nvPr/>
          </p:nvSpPr>
          <p:spPr bwMode="auto">
            <a:xfrm>
              <a:off x="5716" y="2247"/>
              <a:ext cx="110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8" name="Line 57"/>
            <p:cNvSpPr>
              <a:spLocks noChangeShapeType="1"/>
            </p:cNvSpPr>
            <p:nvPr/>
          </p:nvSpPr>
          <p:spPr bwMode="auto">
            <a:xfrm>
              <a:off x="5554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9" name="Freeform 58"/>
            <p:cNvSpPr>
              <a:spLocks/>
            </p:cNvSpPr>
            <p:nvPr/>
          </p:nvSpPr>
          <p:spPr bwMode="auto">
            <a:xfrm>
              <a:off x="5342" y="1873"/>
              <a:ext cx="1796" cy="1239"/>
            </a:xfrm>
            <a:custGeom>
              <a:avLst/>
              <a:gdLst>
                <a:gd name="T0" fmla="*/ 898 w 1796"/>
                <a:gd name="T1" fmla="*/ 0 h 1239"/>
                <a:gd name="T2" fmla="*/ 806 w 1796"/>
                <a:gd name="T3" fmla="*/ 4 h 1239"/>
                <a:gd name="T4" fmla="*/ 716 w 1796"/>
                <a:gd name="T5" fmla="*/ 18 h 1239"/>
                <a:gd name="T6" fmla="*/ 630 w 1796"/>
                <a:gd name="T7" fmla="*/ 40 h 1239"/>
                <a:gd name="T8" fmla="*/ 548 w 1796"/>
                <a:gd name="T9" fmla="*/ 70 h 1239"/>
                <a:gd name="T10" fmla="*/ 470 w 1796"/>
                <a:gd name="T11" fmla="*/ 108 h 1239"/>
                <a:gd name="T12" fmla="*/ 396 w 1796"/>
                <a:gd name="T13" fmla="*/ 154 h 1239"/>
                <a:gd name="T14" fmla="*/ 326 w 1796"/>
                <a:gd name="T15" fmla="*/ 206 h 1239"/>
                <a:gd name="T16" fmla="*/ 262 w 1796"/>
                <a:gd name="T17" fmla="*/ 264 h 1239"/>
                <a:gd name="T18" fmla="*/ 204 w 1796"/>
                <a:gd name="T19" fmla="*/ 326 h 1239"/>
                <a:gd name="T20" fmla="*/ 154 w 1796"/>
                <a:gd name="T21" fmla="*/ 396 h 1239"/>
                <a:gd name="T22" fmla="*/ 108 w 1796"/>
                <a:gd name="T23" fmla="*/ 470 h 1239"/>
                <a:gd name="T24" fmla="*/ 70 w 1796"/>
                <a:gd name="T25" fmla="*/ 548 h 1239"/>
                <a:gd name="T26" fmla="*/ 40 w 1796"/>
                <a:gd name="T27" fmla="*/ 631 h 1239"/>
                <a:gd name="T28" fmla="*/ 18 w 1796"/>
                <a:gd name="T29" fmla="*/ 717 h 1239"/>
                <a:gd name="T30" fmla="*/ 4 w 1796"/>
                <a:gd name="T31" fmla="*/ 807 h 1239"/>
                <a:gd name="T32" fmla="*/ 0 w 1796"/>
                <a:gd name="T33" fmla="*/ 899 h 1239"/>
                <a:gd name="T34" fmla="*/ 1796 w 1796"/>
                <a:gd name="T35" fmla="*/ 1239 h 1239"/>
                <a:gd name="T36" fmla="*/ 1796 w 1796"/>
                <a:gd name="T37" fmla="*/ 899 h 1239"/>
                <a:gd name="T38" fmla="*/ 1790 w 1796"/>
                <a:gd name="T39" fmla="*/ 807 h 1239"/>
                <a:gd name="T40" fmla="*/ 1778 w 1796"/>
                <a:gd name="T41" fmla="*/ 717 h 1239"/>
                <a:gd name="T42" fmla="*/ 1756 w 1796"/>
                <a:gd name="T43" fmla="*/ 631 h 1239"/>
                <a:gd name="T44" fmla="*/ 1724 w 1796"/>
                <a:gd name="T45" fmla="*/ 548 h 1239"/>
                <a:gd name="T46" fmla="*/ 1688 w 1796"/>
                <a:gd name="T47" fmla="*/ 470 h 1239"/>
                <a:gd name="T48" fmla="*/ 1642 w 1796"/>
                <a:gd name="T49" fmla="*/ 396 h 1239"/>
                <a:gd name="T50" fmla="*/ 1590 w 1796"/>
                <a:gd name="T51" fmla="*/ 326 h 1239"/>
                <a:gd name="T52" fmla="*/ 1532 w 1796"/>
                <a:gd name="T53" fmla="*/ 264 h 1239"/>
                <a:gd name="T54" fmla="*/ 1468 w 1796"/>
                <a:gd name="T55" fmla="*/ 206 h 1239"/>
                <a:gd name="T56" fmla="*/ 1400 w 1796"/>
                <a:gd name="T57" fmla="*/ 154 h 1239"/>
                <a:gd name="T58" fmla="*/ 1326 w 1796"/>
                <a:gd name="T59" fmla="*/ 108 h 1239"/>
                <a:gd name="T60" fmla="*/ 1248 w 1796"/>
                <a:gd name="T61" fmla="*/ 70 h 1239"/>
                <a:gd name="T62" fmla="*/ 1164 w 1796"/>
                <a:gd name="T63" fmla="*/ 40 h 1239"/>
                <a:gd name="T64" fmla="*/ 1078 w 1796"/>
                <a:gd name="T65" fmla="*/ 18 h 1239"/>
                <a:gd name="T66" fmla="*/ 990 w 1796"/>
                <a:gd name="T67" fmla="*/ 4 h 1239"/>
                <a:gd name="T68" fmla="*/ 898 w 1796"/>
                <a:gd name="T69" fmla="*/ 0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6" h="1239">
                  <a:moveTo>
                    <a:pt x="898" y="0"/>
                  </a:moveTo>
                  <a:lnTo>
                    <a:pt x="898" y="0"/>
                  </a:lnTo>
                  <a:lnTo>
                    <a:pt x="852" y="2"/>
                  </a:lnTo>
                  <a:lnTo>
                    <a:pt x="806" y="4"/>
                  </a:lnTo>
                  <a:lnTo>
                    <a:pt x="760" y="10"/>
                  </a:lnTo>
                  <a:lnTo>
                    <a:pt x="716" y="18"/>
                  </a:lnTo>
                  <a:lnTo>
                    <a:pt x="674" y="28"/>
                  </a:lnTo>
                  <a:lnTo>
                    <a:pt x="630" y="40"/>
                  </a:lnTo>
                  <a:lnTo>
                    <a:pt x="588" y="54"/>
                  </a:lnTo>
                  <a:lnTo>
                    <a:pt x="548" y="70"/>
                  </a:lnTo>
                  <a:lnTo>
                    <a:pt x="508" y="88"/>
                  </a:lnTo>
                  <a:lnTo>
                    <a:pt x="470" y="108"/>
                  </a:lnTo>
                  <a:lnTo>
                    <a:pt x="432" y="130"/>
                  </a:lnTo>
                  <a:lnTo>
                    <a:pt x="396" y="154"/>
                  </a:lnTo>
                  <a:lnTo>
                    <a:pt x="360" y="178"/>
                  </a:lnTo>
                  <a:lnTo>
                    <a:pt x="326" y="206"/>
                  </a:lnTo>
                  <a:lnTo>
                    <a:pt x="294" y="234"/>
                  </a:lnTo>
                  <a:lnTo>
                    <a:pt x="262" y="264"/>
                  </a:lnTo>
                  <a:lnTo>
                    <a:pt x="232" y="294"/>
                  </a:lnTo>
                  <a:lnTo>
                    <a:pt x="204" y="326"/>
                  </a:lnTo>
                  <a:lnTo>
                    <a:pt x="178" y="360"/>
                  </a:lnTo>
                  <a:lnTo>
                    <a:pt x="154" y="396"/>
                  </a:lnTo>
                  <a:lnTo>
                    <a:pt x="130" y="432"/>
                  </a:lnTo>
                  <a:lnTo>
                    <a:pt x="108" y="470"/>
                  </a:lnTo>
                  <a:lnTo>
                    <a:pt x="88" y="508"/>
                  </a:lnTo>
                  <a:lnTo>
                    <a:pt x="70" y="548"/>
                  </a:lnTo>
                  <a:lnTo>
                    <a:pt x="54" y="590"/>
                  </a:lnTo>
                  <a:lnTo>
                    <a:pt x="40" y="631"/>
                  </a:lnTo>
                  <a:lnTo>
                    <a:pt x="28" y="675"/>
                  </a:lnTo>
                  <a:lnTo>
                    <a:pt x="18" y="717"/>
                  </a:lnTo>
                  <a:lnTo>
                    <a:pt x="10" y="763"/>
                  </a:lnTo>
                  <a:lnTo>
                    <a:pt x="4" y="807"/>
                  </a:lnTo>
                  <a:lnTo>
                    <a:pt x="0" y="853"/>
                  </a:lnTo>
                  <a:lnTo>
                    <a:pt x="0" y="899"/>
                  </a:lnTo>
                  <a:lnTo>
                    <a:pt x="0" y="1239"/>
                  </a:lnTo>
                  <a:lnTo>
                    <a:pt x="1796" y="1239"/>
                  </a:lnTo>
                  <a:lnTo>
                    <a:pt x="1796" y="899"/>
                  </a:lnTo>
                  <a:lnTo>
                    <a:pt x="1796" y="899"/>
                  </a:lnTo>
                  <a:lnTo>
                    <a:pt x="1794" y="853"/>
                  </a:lnTo>
                  <a:lnTo>
                    <a:pt x="1790" y="807"/>
                  </a:lnTo>
                  <a:lnTo>
                    <a:pt x="1786" y="763"/>
                  </a:lnTo>
                  <a:lnTo>
                    <a:pt x="1778" y="717"/>
                  </a:lnTo>
                  <a:lnTo>
                    <a:pt x="1768" y="675"/>
                  </a:lnTo>
                  <a:lnTo>
                    <a:pt x="1756" y="631"/>
                  </a:lnTo>
                  <a:lnTo>
                    <a:pt x="1742" y="590"/>
                  </a:lnTo>
                  <a:lnTo>
                    <a:pt x="1724" y="548"/>
                  </a:lnTo>
                  <a:lnTo>
                    <a:pt x="1708" y="508"/>
                  </a:lnTo>
                  <a:lnTo>
                    <a:pt x="1688" y="470"/>
                  </a:lnTo>
                  <a:lnTo>
                    <a:pt x="1666" y="432"/>
                  </a:lnTo>
                  <a:lnTo>
                    <a:pt x="1642" y="396"/>
                  </a:lnTo>
                  <a:lnTo>
                    <a:pt x="1618" y="360"/>
                  </a:lnTo>
                  <a:lnTo>
                    <a:pt x="1590" y="326"/>
                  </a:lnTo>
                  <a:lnTo>
                    <a:pt x="1562" y="294"/>
                  </a:lnTo>
                  <a:lnTo>
                    <a:pt x="1532" y="264"/>
                  </a:lnTo>
                  <a:lnTo>
                    <a:pt x="1502" y="234"/>
                  </a:lnTo>
                  <a:lnTo>
                    <a:pt x="1468" y="206"/>
                  </a:lnTo>
                  <a:lnTo>
                    <a:pt x="1434" y="178"/>
                  </a:lnTo>
                  <a:lnTo>
                    <a:pt x="1400" y="154"/>
                  </a:lnTo>
                  <a:lnTo>
                    <a:pt x="1364" y="130"/>
                  </a:lnTo>
                  <a:lnTo>
                    <a:pt x="1326" y="108"/>
                  </a:lnTo>
                  <a:lnTo>
                    <a:pt x="1286" y="88"/>
                  </a:lnTo>
                  <a:lnTo>
                    <a:pt x="1248" y="70"/>
                  </a:lnTo>
                  <a:lnTo>
                    <a:pt x="1206" y="54"/>
                  </a:lnTo>
                  <a:lnTo>
                    <a:pt x="1164" y="40"/>
                  </a:lnTo>
                  <a:lnTo>
                    <a:pt x="1122" y="28"/>
                  </a:lnTo>
                  <a:lnTo>
                    <a:pt x="1078" y="18"/>
                  </a:lnTo>
                  <a:lnTo>
                    <a:pt x="1034" y="10"/>
                  </a:lnTo>
                  <a:lnTo>
                    <a:pt x="990" y="4"/>
                  </a:lnTo>
                  <a:lnTo>
                    <a:pt x="944" y="2"/>
                  </a:lnTo>
                  <a:lnTo>
                    <a:pt x="898" y="0"/>
                  </a:lnTo>
                  <a:lnTo>
                    <a:pt x="89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80" name="Group 4"/>
          <p:cNvGrpSpPr>
            <a:grpSpLocks noChangeAspect="1"/>
          </p:cNvGrpSpPr>
          <p:nvPr/>
        </p:nvGrpSpPr>
        <p:grpSpPr bwMode="auto">
          <a:xfrm>
            <a:off x="11092587" y="5789586"/>
            <a:ext cx="399324" cy="399065"/>
            <a:chOff x="2143" y="2385"/>
            <a:chExt cx="1544" cy="1543"/>
          </a:xfrm>
        </p:grpSpPr>
        <p:sp>
          <p:nvSpPr>
            <p:cNvPr id="881" name="Line 5"/>
            <p:cNvSpPr>
              <a:spLocks noChangeShapeType="1"/>
            </p:cNvSpPr>
            <p:nvPr/>
          </p:nvSpPr>
          <p:spPr bwMode="auto">
            <a:xfrm flipV="1">
              <a:off x="2729" y="2545"/>
              <a:ext cx="798" cy="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2" name="Freeform 6"/>
            <p:cNvSpPr>
              <a:spLocks/>
            </p:cNvSpPr>
            <p:nvPr/>
          </p:nvSpPr>
          <p:spPr bwMode="auto">
            <a:xfrm>
              <a:off x="3163" y="2385"/>
              <a:ext cx="524" cy="526"/>
            </a:xfrm>
            <a:custGeom>
              <a:avLst/>
              <a:gdLst>
                <a:gd name="T0" fmla="*/ 364 w 524"/>
                <a:gd name="T1" fmla="*/ 160 h 526"/>
                <a:gd name="T2" fmla="*/ 524 w 524"/>
                <a:gd name="T3" fmla="*/ 160 h 526"/>
                <a:gd name="T4" fmla="*/ 524 w 524"/>
                <a:gd name="T5" fmla="*/ 160 h 526"/>
                <a:gd name="T6" fmla="*/ 516 w 524"/>
                <a:gd name="T7" fmla="*/ 184 h 526"/>
                <a:gd name="T8" fmla="*/ 492 w 524"/>
                <a:gd name="T9" fmla="*/ 244 h 526"/>
                <a:gd name="T10" fmla="*/ 474 w 524"/>
                <a:gd name="T11" fmla="*/ 282 h 526"/>
                <a:gd name="T12" fmla="*/ 452 w 524"/>
                <a:gd name="T13" fmla="*/ 324 h 526"/>
                <a:gd name="T14" fmla="*/ 426 w 524"/>
                <a:gd name="T15" fmla="*/ 366 h 526"/>
                <a:gd name="T16" fmla="*/ 398 w 524"/>
                <a:gd name="T17" fmla="*/ 408 h 526"/>
                <a:gd name="T18" fmla="*/ 384 w 524"/>
                <a:gd name="T19" fmla="*/ 428 h 526"/>
                <a:gd name="T20" fmla="*/ 368 w 524"/>
                <a:gd name="T21" fmla="*/ 446 h 526"/>
                <a:gd name="T22" fmla="*/ 350 w 524"/>
                <a:gd name="T23" fmla="*/ 462 h 526"/>
                <a:gd name="T24" fmla="*/ 332 w 524"/>
                <a:gd name="T25" fmla="*/ 478 h 526"/>
                <a:gd name="T26" fmla="*/ 314 w 524"/>
                <a:gd name="T27" fmla="*/ 492 h 526"/>
                <a:gd name="T28" fmla="*/ 296 w 524"/>
                <a:gd name="T29" fmla="*/ 504 h 526"/>
                <a:gd name="T30" fmla="*/ 276 w 524"/>
                <a:gd name="T31" fmla="*/ 514 h 526"/>
                <a:gd name="T32" fmla="*/ 256 w 524"/>
                <a:gd name="T33" fmla="*/ 520 h 526"/>
                <a:gd name="T34" fmla="*/ 234 w 524"/>
                <a:gd name="T35" fmla="*/ 524 h 526"/>
                <a:gd name="T36" fmla="*/ 214 w 524"/>
                <a:gd name="T37" fmla="*/ 526 h 526"/>
                <a:gd name="T38" fmla="*/ 192 w 524"/>
                <a:gd name="T39" fmla="*/ 524 h 526"/>
                <a:gd name="T40" fmla="*/ 168 w 524"/>
                <a:gd name="T41" fmla="*/ 518 h 526"/>
                <a:gd name="T42" fmla="*/ 146 w 524"/>
                <a:gd name="T43" fmla="*/ 508 h 526"/>
                <a:gd name="T44" fmla="*/ 122 w 524"/>
                <a:gd name="T45" fmla="*/ 494 h 526"/>
                <a:gd name="T46" fmla="*/ 96 w 524"/>
                <a:gd name="T47" fmla="*/ 476 h 526"/>
                <a:gd name="T48" fmla="*/ 72 w 524"/>
                <a:gd name="T49" fmla="*/ 454 h 526"/>
                <a:gd name="T50" fmla="*/ 72 w 524"/>
                <a:gd name="T51" fmla="*/ 454 h 526"/>
                <a:gd name="T52" fmla="*/ 50 w 524"/>
                <a:gd name="T53" fmla="*/ 428 h 526"/>
                <a:gd name="T54" fmla="*/ 30 w 524"/>
                <a:gd name="T55" fmla="*/ 404 h 526"/>
                <a:gd name="T56" fmla="*/ 18 w 524"/>
                <a:gd name="T57" fmla="*/ 380 h 526"/>
                <a:gd name="T58" fmla="*/ 8 w 524"/>
                <a:gd name="T59" fmla="*/ 356 h 526"/>
                <a:gd name="T60" fmla="*/ 2 w 524"/>
                <a:gd name="T61" fmla="*/ 334 h 526"/>
                <a:gd name="T62" fmla="*/ 0 w 524"/>
                <a:gd name="T63" fmla="*/ 312 h 526"/>
                <a:gd name="T64" fmla="*/ 0 w 524"/>
                <a:gd name="T65" fmla="*/ 290 h 526"/>
                <a:gd name="T66" fmla="*/ 4 w 524"/>
                <a:gd name="T67" fmla="*/ 270 h 526"/>
                <a:gd name="T68" fmla="*/ 12 w 524"/>
                <a:gd name="T69" fmla="*/ 250 h 526"/>
                <a:gd name="T70" fmla="*/ 20 w 524"/>
                <a:gd name="T71" fmla="*/ 230 h 526"/>
                <a:gd name="T72" fmla="*/ 32 w 524"/>
                <a:gd name="T73" fmla="*/ 210 h 526"/>
                <a:gd name="T74" fmla="*/ 46 w 524"/>
                <a:gd name="T75" fmla="*/ 192 h 526"/>
                <a:gd name="T76" fmla="*/ 62 w 524"/>
                <a:gd name="T77" fmla="*/ 174 h 526"/>
                <a:gd name="T78" fmla="*/ 80 w 524"/>
                <a:gd name="T79" fmla="*/ 158 h 526"/>
                <a:gd name="T80" fmla="*/ 98 w 524"/>
                <a:gd name="T81" fmla="*/ 142 h 526"/>
                <a:gd name="T82" fmla="*/ 118 w 524"/>
                <a:gd name="T83" fmla="*/ 126 h 526"/>
                <a:gd name="T84" fmla="*/ 158 w 524"/>
                <a:gd name="T85" fmla="*/ 98 h 526"/>
                <a:gd name="T86" fmla="*/ 202 w 524"/>
                <a:gd name="T87" fmla="*/ 74 h 526"/>
                <a:gd name="T88" fmla="*/ 242 w 524"/>
                <a:gd name="T89" fmla="*/ 52 h 526"/>
                <a:gd name="T90" fmla="*/ 282 w 524"/>
                <a:gd name="T91" fmla="*/ 34 h 526"/>
                <a:gd name="T92" fmla="*/ 342 w 524"/>
                <a:gd name="T93" fmla="*/ 10 h 526"/>
                <a:gd name="T94" fmla="*/ 364 w 524"/>
                <a:gd name="T95" fmla="*/ 0 h 526"/>
                <a:gd name="T96" fmla="*/ 364 w 524"/>
                <a:gd name="T97" fmla="*/ 16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4" h="526">
                  <a:moveTo>
                    <a:pt x="364" y="160"/>
                  </a:moveTo>
                  <a:lnTo>
                    <a:pt x="524" y="160"/>
                  </a:lnTo>
                  <a:lnTo>
                    <a:pt x="524" y="160"/>
                  </a:lnTo>
                  <a:lnTo>
                    <a:pt x="516" y="184"/>
                  </a:lnTo>
                  <a:lnTo>
                    <a:pt x="492" y="244"/>
                  </a:lnTo>
                  <a:lnTo>
                    <a:pt x="474" y="282"/>
                  </a:lnTo>
                  <a:lnTo>
                    <a:pt x="452" y="324"/>
                  </a:lnTo>
                  <a:lnTo>
                    <a:pt x="426" y="366"/>
                  </a:lnTo>
                  <a:lnTo>
                    <a:pt x="398" y="408"/>
                  </a:lnTo>
                  <a:lnTo>
                    <a:pt x="384" y="428"/>
                  </a:lnTo>
                  <a:lnTo>
                    <a:pt x="368" y="446"/>
                  </a:lnTo>
                  <a:lnTo>
                    <a:pt x="350" y="462"/>
                  </a:lnTo>
                  <a:lnTo>
                    <a:pt x="332" y="478"/>
                  </a:lnTo>
                  <a:lnTo>
                    <a:pt x="314" y="492"/>
                  </a:lnTo>
                  <a:lnTo>
                    <a:pt x="296" y="504"/>
                  </a:lnTo>
                  <a:lnTo>
                    <a:pt x="276" y="514"/>
                  </a:lnTo>
                  <a:lnTo>
                    <a:pt x="256" y="520"/>
                  </a:lnTo>
                  <a:lnTo>
                    <a:pt x="234" y="524"/>
                  </a:lnTo>
                  <a:lnTo>
                    <a:pt x="214" y="526"/>
                  </a:lnTo>
                  <a:lnTo>
                    <a:pt x="192" y="524"/>
                  </a:lnTo>
                  <a:lnTo>
                    <a:pt x="168" y="518"/>
                  </a:lnTo>
                  <a:lnTo>
                    <a:pt x="146" y="508"/>
                  </a:lnTo>
                  <a:lnTo>
                    <a:pt x="122" y="494"/>
                  </a:lnTo>
                  <a:lnTo>
                    <a:pt x="96" y="476"/>
                  </a:lnTo>
                  <a:lnTo>
                    <a:pt x="72" y="454"/>
                  </a:lnTo>
                  <a:lnTo>
                    <a:pt x="72" y="454"/>
                  </a:lnTo>
                  <a:lnTo>
                    <a:pt x="50" y="428"/>
                  </a:lnTo>
                  <a:lnTo>
                    <a:pt x="30" y="404"/>
                  </a:lnTo>
                  <a:lnTo>
                    <a:pt x="18" y="380"/>
                  </a:lnTo>
                  <a:lnTo>
                    <a:pt x="8" y="356"/>
                  </a:lnTo>
                  <a:lnTo>
                    <a:pt x="2" y="334"/>
                  </a:lnTo>
                  <a:lnTo>
                    <a:pt x="0" y="312"/>
                  </a:lnTo>
                  <a:lnTo>
                    <a:pt x="0" y="290"/>
                  </a:lnTo>
                  <a:lnTo>
                    <a:pt x="4" y="270"/>
                  </a:lnTo>
                  <a:lnTo>
                    <a:pt x="12" y="250"/>
                  </a:lnTo>
                  <a:lnTo>
                    <a:pt x="20" y="230"/>
                  </a:lnTo>
                  <a:lnTo>
                    <a:pt x="32" y="210"/>
                  </a:lnTo>
                  <a:lnTo>
                    <a:pt x="46" y="192"/>
                  </a:lnTo>
                  <a:lnTo>
                    <a:pt x="62" y="174"/>
                  </a:lnTo>
                  <a:lnTo>
                    <a:pt x="80" y="158"/>
                  </a:lnTo>
                  <a:lnTo>
                    <a:pt x="98" y="142"/>
                  </a:lnTo>
                  <a:lnTo>
                    <a:pt x="118" y="126"/>
                  </a:lnTo>
                  <a:lnTo>
                    <a:pt x="158" y="98"/>
                  </a:lnTo>
                  <a:lnTo>
                    <a:pt x="202" y="74"/>
                  </a:lnTo>
                  <a:lnTo>
                    <a:pt x="242" y="52"/>
                  </a:lnTo>
                  <a:lnTo>
                    <a:pt x="282" y="34"/>
                  </a:lnTo>
                  <a:lnTo>
                    <a:pt x="342" y="10"/>
                  </a:lnTo>
                  <a:lnTo>
                    <a:pt x="364" y="0"/>
                  </a:lnTo>
                  <a:lnTo>
                    <a:pt x="364" y="1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3" name="Line 7"/>
            <p:cNvSpPr>
              <a:spLocks noChangeShapeType="1"/>
            </p:cNvSpPr>
            <p:nvPr/>
          </p:nvSpPr>
          <p:spPr bwMode="auto">
            <a:xfrm flipV="1">
              <a:off x="3367" y="2457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4" name="Line 8"/>
            <p:cNvSpPr>
              <a:spLocks noChangeShapeType="1"/>
            </p:cNvSpPr>
            <p:nvPr/>
          </p:nvSpPr>
          <p:spPr bwMode="auto">
            <a:xfrm flipV="1">
              <a:off x="2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5" name="Line 9"/>
            <p:cNvSpPr>
              <a:spLocks noChangeShapeType="1"/>
            </p:cNvSpPr>
            <p:nvPr/>
          </p:nvSpPr>
          <p:spPr bwMode="auto">
            <a:xfrm>
              <a:off x="3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6" name="Freeform 10"/>
            <p:cNvSpPr>
              <a:spLocks/>
            </p:cNvSpPr>
            <p:nvPr/>
          </p:nvSpPr>
          <p:spPr bwMode="auto">
            <a:xfrm>
              <a:off x="2143" y="2759"/>
              <a:ext cx="1172" cy="1169"/>
            </a:xfrm>
            <a:custGeom>
              <a:avLst/>
              <a:gdLst>
                <a:gd name="T0" fmla="*/ 1170 w 1172"/>
                <a:gd name="T1" fmla="*/ 615 h 1169"/>
                <a:gd name="T2" fmla="*/ 1160 w 1172"/>
                <a:gd name="T3" fmla="*/ 701 h 1169"/>
                <a:gd name="T4" fmla="*/ 1136 w 1172"/>
                <a:gd name="T5" fmla="*/ 785 h 1169"/>
                <a:gd name="T6" fmla="*/ 1102 w 1172"/>
                <a:gd name="T7" fmla="*/ 863 h 1169"/>
                <a:gd name="T8" fmla="*/ 1056 w 1172"/>
                <a:gd name="T9" fmla="*/ 935 h 1169"/>
                <a:gd name="T10" fmla="*/ 1000 w 1172"/>
                <a:gd name="T11" fmla="*/ 997 h 1169"/>
                <a:gd name="T12" fmla="*/ 936 w 1172"/>
                <a:gd name="T13" fmla="*/ 1053 h 1169"/>
                <a:gd name="T14" fmla="*/ 866 w 1172"/>
                <a:gd name="T15" fmla="*/ 1099 h 1169"/>
                <a:gd name="T16" fmla="*/ 788 w 1172"/>
                <a:gd name="T17" fmla="*/ 1133 h 1169"/>
                <a:gd name="T18" fmla="*/ 704 w 1172"/>
                <a:gd name="T19" fmla="*/ 1157 h 1169"/>
                <a:gd name="T20" fmla="*/ 616 w 1172"/>
                <a:gd name="T21" fmla="*/ 1169 h 1169"/>
                <a:gd name="T22" fmla="*/ 556 w 1172"/>
                <a:gd name="T23" fmla="*/ 1169 h 1169"/>
                <a:gd name="T24" fmla="*/ 468 w 1172"/>
                <a:gd name="T25" fmla="*/ 1157 h 1169"/>
                <a:gd name="T26" fmla="*/ 386 w 1172"/>
                <a:gd name="T27" fmla="*/ 1133 h 1169"/>
                <a:gd name="T28" fmla="*/ 308 w 1172"/>
                <a:gd name="T29" fmla="*/ 1099 h 1169"/>
                <a:gd name="T30" fmla="*/ 236 w 1172"/>
                <a:gd name="T31" fmla="*/ 1053 h 1169"/>
                <a:gd name="T32" fmla="*/ 172 w 1172"/>
                <a:gd name="T33" fmla="*/ 997 h 1169"/>
                <a:gd name="T34" fmla="*/ 118 w 1172"/>
                <a:gd name="T35" fmla="*/ 935 h 1169"/>
                <a:gd name="T36" fmla="*/ 72 w 1172"/>
                <a:gd name="T37" fmla="*/ 863 h 1169"/>
                <a:gd name="T38" fmla="*/ 36 w 1172"/>
                <a:gd name="T39" fmla="*/ 785 h 1169"/>
                <a:gd name="T40" fmla="*/ 12 w 1172"/>
                <a:gd name="T41" fmla="*/ 701 h 1169"/>
                <a:gd name="T42" fmla="*/ 2 w 1172"/>
                <a:gd name="T43" fmla="*/ 615 h 1169"/>
                <a:gd name="T44" fmla="*/ 2 w 1172"/>
                <a:gd name="T45" fmla="*/ 553 h 1169"/>
                <a:gd name="T46" fmla="*/ 12 w 1172"/>
                <a:gd name="T47" fmla="*/ 465 h 1169"/>
                <a:gd name="T48" fmla="*/ 36 w 1172"/>
                <a:gd name="T49" fmla="*/ 384 h 1169"/>
                <a:gd name="T50" fmla="*/ 72 w 1172"/>
                <a:gd name="T51" fmla="*/ 306 h 1169"/>
                <a:gd name="T52" fmla="*/ 118 w 1172"/>
                <a:gd name="T53" fmla="*/ 234 h 1169"/>
                <a:gd name="T54" fmla="*/ 172 w 1172"/>
                <a:gd name="T55" fmla="*/ 170 h 1169"/>
                <a:gd name="T56" fmla="*/ 236 w 1172"/>
                <a:gd name="T57" fmla="*/ 116 h 1169"/>
                <a:gd name="T58" fmla="*/ 308 w 1172"/>
                <a:gd name="T59" fmla="*/ 70 h 1169"/>
                <a:gd name="T60" fmla="*/ 386 w 1172"/>
                <a:gd name="T61" fmla="*/ 36 h 1169"/>
                <a:gd name="T62" fmla="*/ 468 w 1172"/>
                <a:gd name="T63" fmla="*/ 12 h 1169"/>
                <a:gd name="T64" fmla="*/ 556 w 1172"/>
                <a:gd name="T65" fmla="*/ 0 h 1169"/>
                <a:gd name="T66" fmla="*/ 616 w 1172"/>
                <a:gd name="T67" fmla="*/ 0 h 1169"/>
                <a:gd name="T68" fmla="*/ 704 w 1172"/>
                <a:gd name="T69" fmla="*/ 12 h 1169"/>
                <a:gd name="T70" fmla="*/ 788 w 1172"/>
                <a:gd name="T71" fmla="*/ 36 h 1169"/>
                <a:gd name="T72" fmla="*/ 866 w 1172"/>
                <a:gd name="T73" fmla="*/ 70 h 1169"/>
                <a:gd name="T74" fmla="*/ 936 w 1172"/>
                <a:gd name="T75" fmla="*/ 116 h 1169"/>
                <a:gd name="T76" fmla="*/ 1000 w 1172"/>
                <a:gd name="T77" fmla="*/ 170 h 1169"/>
                <a:gd name="T78" fmla="*/ 1056 w 1172"/>
                <a:gd name="T79" fmla="*/ 234 h 1169"/>
                <a:gd name="T80" fmla="*/ 1102 w 1172"/>
                <a:gd name="T81" fmla="*/ 306 h 1169"/>
                <a:gd name="T82" fmla="*/ 1136 w 1172"/>
                <a:gd name="T83" fmla="*/ 384 h 1169"/>
                <a:gd name="T84" fmla="*/ 1160 w 1172"/>
                <a:gd name="T85" fmla="*/ 465 h 1169"/>
                <a:gd name="T86" fmla="*/ 1170 w 1172"/>
                <a:gd name="T87" fmla="*/ 553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72" h="1169">
                  <a:moveTo>
                    <a:pt x="1172" y="583"/>
                  </a:moveTo>
                  <a:lnTo>
                    <a:pt x="1172" y="583"/>
                  </a:lnTo>
                  <a:lnTo>
                    <a:pt x="1170" y="615"/>
                  </a:lnTo>
                  <a:lnTo>
                    <a:pt x="1168" y="643"/>
                  </a:lnTo>
                  <a:lnTo>
                    <a:pt x="1164" y="673"/>
                  </a:lnTo>
                  <a:lnTo>
                    <a:pt x="1160" y="701"/>
                  </a:lnTo>
                  <a:lnTo>
                    <a:pt x="1154" y="731"/>
                  </a:lnTo>
                  <a:lnTo>
                    <a:pt x="1146" y="757"/>
                  </a:lnTo>
                  <a:lnTo>
                    <a:pt x="1136" y="785"/>
                  </a:lnTo>
                  <a:lnTo>
                    <a:pt x="1126" y="811"/>
                  </a:lnTo>
                  <a:lnTo>
                    <a:pt x="1114" y="837"/>
                  </a:lnTo>
                  <a:lnTo>
                    <a:pt x="1102" y="863"/>
                  </a:lnTo>
                  <a:lnTo>
                    <a:pt x="1086" y="887"/>
                  </a:lnTo>
                  <a:lnTo>
                    <a:pt x="1072" y="911"/>
                  </a:lnTo>
                  <a:lnTo>
                    <a:pt x="1056" y="935"/>
                  </a:lnTo>
                  <a:lnTo>
                    <a:pt x="1038" y="957"/>
                  </a:lnTo>
                  <a:lnTo>
                    <a:pt x="1020" y="977"/>
                  </a:lnTo>
                  <a:lnTo>
                    <a:pt x="1000" y="997"/>
                  </a:lnTo>
                  <a:lnTo>
                    <a:pt x="980" y="1017"/>
                  </a:lnTo>
                  <a:lnTo>
                    <a:pt x="958" y="1035"/>
                  </a:lnTo>
                  <a:lnTo>
                    <a:pt x="936" y="1053"/>
                  </a:lnTo>
                  <a:lnTo>
                    <a:pt x="914" y="1069"/>
                  </a:lnTo>
                  <a:lnTo>
                    <a:pt x="890" y="1085"/>
                  </a:lnTo>
                  <a:lnTo>
                    <a:pt x="866" y="1099"/>
                  </a:lnTo>
                  <a:lnTo>
                    <a:pt x="840" y="1111"/>
                  </a:lnTo>
                  <a:lnTo>
                    <a:pt x="814" y="1123"/>
                  </a:lnTo>
                  <a:lnTo>
                    <a:pt x="788" y="1133"/>
                  </a:lnTo>
                  <a:lnTo>
                    <a:pt x="760" y="1143"/>
                  </a:lnTo>
                  <a:lnTo>
                    <a:pt x="732" y="1151"/>
                  </a:lnTo>
                  <a:lnTo>
                    <a:pt x="704" y="1157"/>
                  </a:lnTo>
                  <a:lnTo>
                    <a:pt x="676" y="1163"/>
                  </a:lnTo>
                  <a:lnTo>
                    <a:pt x="646" y="1167"/>
                  </a:lnTo>
                  <a:lnTo>
                    <a:pt x="616" y="1169"/>
                  </a:lnTo>
                  <a:lnTo>
                    <a:pt x="586" y="1169"/>
                  </a:lnTo>
                  <a:lnTo>
                    <a:pt x="586" y="1169"/>
                  </a:lnTo>
                  <a:lnTo>
                    <a:pt x="556" y="1169"/>
                  </a:lnTo>
                  <a:lnTo>
                    <a:pt x="526" y="1167"/>
                  </a:lnTo>
                  <a:lnTo>
                    <a:pt x="498" y="1163"/>
                  </a:lnTo>
                  <a:lnTo>
                    <a:pt x="468" y="1157"/>
                  </a:lnTo>
                  <a:lnTo>
                    <a:pt x="440" y="1151"/>
                  </a:lnTo>
                  <a:lnTo>
                    <a:pt x="412" y="1143"/>
                  </a:lnTo>
                  <a:lnTo>
                    <a:pt x="386" y="1133"/>
                  </a:lnTo>
                  <a:lnTo>
                    <a:pt x="358" y="1123"/>
                  </a:lnTo>
                  <a:lnTo>
                    <a:pt x="332" y="1111"/>
                  </a:lnTo>
                  <a:lnTo>
                    <a:pt x="308" y="1099"/>
                  </a:lnTo>
                  <a:lnTo>
                    <a:pt x="282" y="1085"/>
                  </a:lnTo>
                  <a:lnTo>
                    <a:pt x="260" y="1069"/>
                  </a:lnTo>
                  <a:lnTo>
                    <a:pt x="236" y="1053"/>
                  </a:lnTo>
                  <a:lnTo>
                    <a:pt x="214" y="1035"/>
                  </a:lnTo>
                  <a:lnTo>
                    <a:pt x="192" y="1017"/>
                  </a:lnTo>
                  <a:lnTo>
                    <a:pt x="172" y="997"/>
                  </a:lnTo>
                  <a:lnTo>
                    <a:pt x="154" y="977"/>
                  </a:lnTo>
                  <a:lnTo>
                    <a:pt x="134" y="957"/>
                  </a:lnTo>
                  <a:lnTo>
                    <a:pt x="118" y="935"/>
                  </a:lnTo>
                  <a:lnTo>
                    <a:pt x="100" y="911"/>
                  </a:lnTo>
                  <a:lnTo>
                    <a:pt x="86" y="887"/>
                  </a:lnTo>
                  <a:lnTo>
                    <a:pt x="72" y="863"/>
                  </a:lnTo>
                  <a:lnTo>
                    <a:pt x="58" y="837"/>
                  </a:lnTo>
                  <a:lnTo>
                    <a:pt x="46" y="811"/>
                  </a:lnTo>
                  <a:lnTo>
                    <a:pt x="36" y="785"/>
                  </a:lnTo>
                  <a:lnTo>
                    <a:pt x="28" y="757"/>
                  </a:lnTo>
                  <a:lnTo>
                    <a:pt x="20" y="731"/>
                  </a:lnTo>
                  <a:lnTo>
                    <a:pt x="12" y="701"/>
                  </a:lnTo>
                  <a:lnTo>
                    <a:pt x="8" y="673"/>
                  </a:lnTo>
                  <a:lnTo>
                    <a:pt x="4" y="643"/>
                  </a:lnTo>
                  <a:lnTo>
                    <a:pt x="2" y="615"/>
                  </a:lnTo>
                  <a:lnTo>
                    <a:pt x="0" y="583"/>
                  </a:lnTo>
                  <a:lnTo>
                    <a:pt x="0" y="583"/>
                  </a:lnTo>
                  <a:lnTo>
                    <a:pt x="2" y="553"/>
                  </a:lnTo>
                  <a:lnTo>
                    <a:pt x="4" y="525"/>
                  </a:lnTo>
                  <a:lnTo>
                    <a:pt x="8" y="495"/>
                  </a:lnTo>
                  <a:lnTo>
                    <a:pt x="12" y="465"/>
                  </a:lnTo>
                  <a:lnTo>
                    <a:pt x="20" y="437"/>
                  </a:lnTo>
                  <a:lnTo>
                    <a:pt x="28" y="409"/>
                  </a:lnTo>
                  <a:lnTo>
                    <a:pt x="36" y="384"/>
                  </a:lnTo>
                  <a:lnTo>
                    <a:pt x="46" y="358"/>
                  </a:lnTo>
                  <a:lnTo>
                    <a:pt x="58" y="332"/>
                  </a:lnTo>
                  <a:lnTo>
                    <a:pt x="72" y="306"/>
                  </a:lnTo>
                  <a:lnTo>
                    <a:pt x="86" y="282"/>
                  </a:lnTo>
                  <a:lnTo>
                    <a:pt x="100" y="258"/>
                  </a:lnTo>
                  <a:lnTo>
                    <a:pt x="118" y="234"/>
                  </a:lnTo>
                  <a:lnTo>
                    <a:pt x="134" y="212"/>
                  </a:lnTo>
                  <a:lnTo>
                    <a:pt x="154" y="192"/>
                  </a:lnTo>
                  <a:lnTo>
                    <a:pt x="172" y="170"/>
                  </a:lnTo>
                  <a:lnTo>
                    <a:pt x="192" y="152"/>
                  </a:lnTo>
                  <a:lnTo>
                    <a:pt x="214" y="134"/>
                  </a:lnTo>
                  <a:lnTo>
                    <a:pt x="236" y="116"/>
                  </a:lnTo>
                  <a:lnTo>
                    <a:pt x="260" y="100"/>
                  </a:lnTo>
                  <a:lnTo>
                    <a:pt x="282" y="84"/>
                  </a:lnTo>
                  <a:lnTo>
                    <a:pt x="308" y="70"/>
                  </a:lnTo>
                  <a:lnTo>
                    <a:pt x="332" y="58"/>
                  </a:lnTo>
                  <a:lnTo>
                    <a:pt x="358" y="46"/>
                  </a:lnTo>
                  <a:lnTo>
                    <a:pt x="386" y="36"/>
                  </a:lnTo>
                  <a:lnTo>
                    <a:pt x="412" y="26"/>
                  </a:lnTo>
                  <a:lnTo>
                    <a:pt x="440" y="18"/>
                  </a:lnTo>
                  <a:lnTo>
                    <a:pt x="468" y="12"/>
                  </a:lnTo>
                  <a:lnTo>
                    <a:pt x="498" y="6"/>
                  </a:lnTo>
                  <a:lnTo>
                    <a:pt x="526" y="2"/>
                  </a:lnTo>
                  <a:lnTo>
                    <a:pt x="556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616" y="0"/>
                  </a:lnTo>
                  <a:lnTo>
                    <a:pt x="646" y="2"/>
                  </a:lnTo>
                  <a:lnTo>
                    <a:pt x="676" y="6"/>
                  </a:lnTo>
                  <a:lnTo>
                    <a:pt x="704" y="12"/>
                  </a:lnTo>
                  <a:lnTo>
                    <a:pt x="732" y="18"/>
                  </a:lnTo>
                  <a:lnTo>
                    <a:pt x="760" y="26"/>
                  </a:lnTo>
                  <a:lnTo>
                    <a:pt x="788" y="36"/>
                  </a:lnTo>
                  <a:lnTo>
                    <a:pt x="814" y="46"/>
                  </a:lnTo>
                  <a:lnTo>
                    <a:pt x="840" y="58"/>
                  </a:lnTo>
                  <a:lnTo>
                    <a:pt x="866" y="70"/>
                  </a:lnTo>
                  <a:lnTo>
                    <a:pt x="890" y="84"/>
                  </a:lnTo>
                  <a:lnTo>
                    <a:pt x="914" y="100"/>
                  </a:lnTo>
                  <a:lnTo>
                    <a:pt x="936" y="116"/>
                  </a:lnTo>
                  <a:lnTo>
                    <a:pt x="958" y="134"/>
                  </a:lnTo>
                  <a:lnTo>
                    <a:pt x="980" y="152"/>
                  </a:lnTo>
                  <a:lnTo>
                    <a:pt x="1000" y="170"/>
                  </a:lnTo>
                  <a:lnTo>
                    <a:pt x="1020" y="192"/>
                  </a:lnTo>
                  <a:lnTo>
                    <a:pt x="1038" y="212"/>
                  </a:lnTo>
                  <a:lnTo>
                    <a:pt x="1056" y="234"/>
                  </a:lnTo>
                  <a:lnTo>
                    <a:pt x="1072" y="258"/>
                  </a:lnTo>
                  <a:lnTo>
                    <a:pt x="1086" y="282"/>
                  </a:lnTo>
                  <a:lnTo>
                    <a:pt x="1102" y="306"/>
                  </a:lnTo>
                  <a:lnTo>
                    <a:pt x="1114" y="332"/>
                  </a:lnTo>
                  <a:lnTo>
                    <a:pt x="1126" y="358"/>
                  </a:lnTo>
                  <a:lnTo>
                    <a:pt x="1136" y="384"/>
                  </a:lnTo>
                  <a:lnTo>
                    <a:pt x="1146" y="409"/>
                  </a:lnTo>
                  <a:lnTo>
                    <a:pt x="1154" y="437"/>
                  </a:lnTo>
                  <a:lnTo>
                    <a:pt x="1160" y="465"/>
                  </a:lnTo>
                  <a:lnTo>
                    <a:pt x="1164" y="495"/>
                  </a:lnTo>
                  <a:lnTo>
                    <a:pt x="1168" y="525"/>
                  </a:lnTo>
                  <a:lnTo>
                    <a:pt x="1170" y="553"/>
                  </a:lnTo>
                  <a:lnTo>
                    <a:pt x="1172" y="583"/>
                  </a:lnTo>
                  <a:lnTo>
                    <a:pt x="1172" y="5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7" name="Freeform 11"/>
            <p:cNvSpPr>
              <a:spLocks/>
            </p:cNvSpPr>
            <p:nvPr/>
          </p:nvSpPr>
          <p:spPr bwMode="auto">
            <a:xfrm>
              <a:off x="2357" y="2971"/>
              <a:ext cx="744" cy="745"/>
            </a:xfrm>
            <a:custGeom>
              <a:avLst/>
              <a:gdLst>
                <a:gd name="T0" fmla="*/ 744 w 744"/>
                <a:gd name="T1" fmla="*/ 371 h 745"/>
                <a:gd name="T2" fmla="*/ 738 w 744"/>
                <a:gd name="T3" fmla="*/ 447 h 745"/>
                <a:gd name="T4" fmla="*/ 716 w 744"/>
                <a:gd name="T5" fmla="*/ 517 h 745"/>
                <a:gd name="T6" fmla="*/ 682 w 744"/>
                <a:gd name="T7" fmla="*/ 581 h 745"/>
                <a:gd name="T8" fmla="*/ 636 w 744"/>
                <a:gd name="T9" fmla="*/ 635 h 745"/>
                <a:gd name="T10" fmla="*/ 580 w 744"/>
                <a:gd name="T11" fmla="*/ 681 h 745"/>
                <a:gd name="T12" fmla="*/ 518 w 744"/>
                <a:gd name="T13" fmla="*/ 715 h 745"/>
                <a:gd name="T14" fmla="*/ 448 w 744"/>
                <a:gd name="T15" fmla="*/ 737 h 745"/>
                <a:gd name="T16" fmla="*/ 372 w 744"/>
                <a:gd name="T17" fmla="*/ 745 h 745"/>
                <a:gd name="T18" fmla="*/ 334 w 744"/>
                <a:gd name="T19" fmla="*/ 743 h 745"/>
                <a:gd name="T20" fmla="*/ 262 w 744"/>
                <a:gd name="T21" fmla="*/ 727 h 745"/>
                <a:gd name="T22" fmla="*/ 194 w 744"/>
                <a:gd name="T23" fmla="*/ 699 h 745"/>
                <a:gd name="T24" fmla="*/ 136 w 744"/>
                <a:gd name="T25" fmla="*/ 659 h 745"/>
                <a:gd name="T26" fmla="*/ 84 w 744"/>
                <a:gd name="T27" fmla="*/ 609 h 745"/>
                <a:gd name="T28" fmla="*/ 44 w 744"/>
                <a:gd name="T29" fmla="*/ 549 h 745"/>
                <a:gd name="T30" fmla="*/ 16 w 744"/>
                <a:gd name="T31" fmla="*/ 483 h 745"/>
                <a:gd name="T32" fmla="*/ 2 w 744"/>
                <a:gd name="T33" fmla="*/ 409 h 745"/>
                <a:gd name="T34" fmla="*/ 0 w 744"/>
                <a:gd name="T35" fmla="*/ 371 h 745"/>
                <a:gd name="T36" fmla="*/ 8 w 744"/>
                <a:gd name="T37" fmla="*/ 297 h 745"/>
                <a:gd name="T38" fmla="*/ 30 w 744"/>
                <a:gd name="T39" fmla="*/ 227 h 745"/>
                <a:gd name="T40" fmla="*/ 64 w 744"/>
                <a:gd name="T41" fmla="*/ 164 h 745"/>
                <a:gd name="T42" fmla="*/ 108 w 744"/>
                <a:gd name="T43" fmla="*/ 110 h 745"/>
                <a:gd name="T44" fmla="*/ 164 w 744"/>
                <a:gd name="T45" fmla="*/ 64 h 745"/>
                <a:gd name="T46" fmla="*/ 228 w 744"/>
                <a:gd name="T47" fmla="*/ 30 h 745"/>
                <a:gd name="T48" fmla="*/ 298 w 744"/>
                <a:gd name="T49" fmla="*/ 8 h 745"/>
                <a:gd name="T50" fmla="*/ 372 w 744"/>
                <a:gd name="T51" fmla="*/ 0 h 745"/>
                <a:gd name="T52" fmla="*/ 410 w 744"/>
                <a:gd name="T53" fmla="*/ 2 h 745"/>
                <a:gd name="T54" fmla="*/ 484 w 744"/>
                <a:gd name="T55" fmla="*/ 18 h 745"/>
                <a:gd name="T56" fmla="*/ 550 w 744"/>
                <a:gd name="T57" fmla="*/ 46 h 745"/>
                <a:gd name="T58" fmla="*/ 610 w 744"/>
                <a:gd name="T59" fmla="*/ 86 h 745"/>
                <a:gd name="T60" fmla="*/ 660 w 744"/>
                <a:gd name="T61" fmla="*/ 136 h 745"/>
                <a:gd name="T62" fmla="*/ 700 w 744"/>
                <a:gd name="T63" fmla="*/ 195 h 745"/>
                <a:gd name="T64" fmla="*/ 728 w 744"/>
                <a:gd name="T65" fmla="*/ 261 h 745"/>
                <a:gd name="T66" fmla="*/ 742 w 744"/>
                <a:gd name="T67" fmla="*/ 333 h 745"/>
                <a:gd name="T68" fmla="*/ 744 w 744"/>
                <a:gd name="T69" fmla="*/ 37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44" h="745">
                  <a:moveTo>
                    <a:pt x="744" y="371"/>
                  </a:moveTo>
                  <a:lnTo>
                    <a:pt x="744" y="371"/>
                  </a:lnTo>
                  <a:lnTo>
                    <a:pt x="742" y="409"/>
                  </a:lnTo>
                  <a:lnTo>
                    <a:pt x="738" y="447"/>
                  </a:lnTo>
                  <a:lnTo>
                    <a:pt x="728" y="483"/>
                  </a:lnTo>
                  <a:lnTo>
                    <a:pt x="716" y="517"/>
                  </a:lnTo>
                  <a:lnTo>
                    <a:pt x="700" y="549"/>
                  </a:lnTo>
                  <a:lnTo>
                    <a:pt x="682" y="581"/>
                  </a:lnTo>
                  <a:lnTo>
                    <a:pt x="660" y="609"/>
                  </a:lnTo>
                  <a:lnTo>
                    <a:pt x="636" y="635"/>
                  </a:lnTo>
                  <a:lnTo>
                    <a:pt x="610" y="659"/>
                  </a:lnTo>
                  <a:lnTo>
                    <a:pt x="580" y="681"/>
                  </a:lnTo>
                  <a:lnTo>
                    <a:pt x="550" y="699"/>
                  </a:lnTo>
                  <a:lnTo>
                    <a:pt x="518" y="715"/>
                  </a:lnTo>
                  <a:lnTo>
                    <a:pt x="484" y="727"/>
                  </a:lnTo>
                  <a:lnTo>
                    <a:pt x="448" y="737"/>
                  </a:lnTo>
                  <a:lnTo>
                    <a:pt x="410" y="743"/>
                  </a:lnTo>
                  <a:lnTo>
                    <a:pt x="372" y="745"/>
                  </a:lnTo>
                  <a:lnTo>
                    <a:pt x="372" y="745"/>
                  </a:lnTo>
                  <a:lnTo>
                    <a:pt x="334" y="743"/>
                  </a:lnTo>
                  <a:lnTo>
                    <a:pt x="298" y="737"/>
                  </a:lnTo>
                  <a:lnTo>
                    <a:pt x="262" y="727"/>
                  </a:lnTo>
                  <a:lnTo>
                    <a:pt x="228" y="715"/>
                  </a:lnTo>
                  <a:lnTo>
                    <a:pt x="194" y="699"/>
                  </a:lnTo>
                  <a:lnTo>
                    <a:pt x="164" y="681"/>
                  </a:lnTo>
                  <a:lnTo>
                    <a:pt x="136" y="659"/>
                  </a:lnTo>
                  <a:lnTo>
                    <a:pt x="108" y="635"/>
                  </a:lnTo>
                  <a:lnTo>
                    <a:pt x="84" y="609"/>
                  </a:lnTo>
                  <a:lnTo>
                    <a:pt x="64" y="581"/>
                  </a:lnTo>
                  <a:lnTo>
                    <a:pt x="44" y="549"/>
                  </a:lnTo>
                  <a:lnTo>
                    <a:pt x="30" y="517"/>
                  </a:lnTo>
                  <a:lnTo>
                    <a:pt x="16" y="483"/>
                  </a:lnTo>
                  <a:lnTo>
                    <a:pt x="8" y="447"/>
                  </a:lnTo>
                  <a:lnTo>
                    <a:pt x="2" y="409"/>
                  </a:lnTo>
                  <a:lnTo>
                    <a:pt x="0" y="371"/>
                  </a:lnTo>
                  <a:lnTo>
                    <a:pt x="0" y="371"/>
                  </a:lnTo>
                  <a:lnTo>
                    <a:pt x="2" y="333"/>
                  </a:lnTo>
                  <a:lnTo>
                    <a:pt x="8" y="297"/>
                  </a:lnTo>
                  <a:lnTo>
                    <a:pt x="16" y="261"/>
                  </a:lnTo>
                  <a:lnTo>
                    <a:pt x="30" y="227"/>
                  </a:lnTo>
                  <a:lnTo>
                    <a:pt x="44" y="195"/>
                  </a:lnTo>
                  <a:lnTo>
                    <a:pt x="64" y="164"/>
                  </a:lnTo>
                  <a:lnTo>
                    <a:pt x="84" y="136"/>
                  </a:lnTo>
                  <a:lnTo>
                    <a:pt x="108" y="110"/>
                  </a:lnTo>
                  <a:lnTo>
                    <a:pt x="136" y="86"/>
                  </a:lnTo>
                  <a:lnTo>
                    <a:pt x="164" y="64"/>
                  </a:lnTo>
                  <a:lnTo>
                    <a:pt x="194" y="46"/>
                  </a:lnTo>
                  <a:lnTo>
                    <a:pt x="228" y="30"/>
                  </a:lnTo>
                  <a:lnTo>
                    <a:pt x="262" y="18"/>
                  </a:lnTo>
                  <a:lnTo>
                    <a:pt x="298" y="8"/>
                  </a:lnTo>
                  <a:lnTo>
                    <a:pt x="334" y="2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410" y="2"/>
                  </a:lnTo>
                  <a:lnTo>
                    <a:pt x="448" y="8"/>
                  </a:lnTo>
                  <a:lnTo>
                    <a:pt x="484" y="18"/>
                  </a:lnTo>
                  <a:lnTo>
                    <a:pt x="518" y="30"/>
                  </a:lnTo>
                  <a:lnTo>
                    <a:pt x="550" y="46"/>
                  </a:lnTo>
                  <a:lnTo>
                    <a:pt x="580" y="64"/>
                  </a:lnTo>
                  <a:lnTo>
                    <a:pt x="610" y="86"/>
                  </a:lnTo>
                  <a:lnTo>
                    <a:pt x="636" y="110"/>
                  </a:lnTo>
                  <a:lnTo>
                    <a:pt x="660" y="136"/>
                  </a:lnTo>
                  <a:lnTo>
                    <a:pt x="682" y="164"/>
                  </a:lnTo>
                  <a:lnTo>
                    <a:pt x="700" y="195"/>
                  </a:lnTo>
                  <a:lnTo>
                    <a:pt x="716" y="227"/>
                  </a:lnTo>
                  <a:lnTo>
                    <a:pt x="728" y="261"/>
                  </a:lnTo>
                  <a:lnTo>
                    <a:pt x="738" y="297"/>
                  </a:lnTo>
                  <a:lnTo>
                    <a:pt x="742" y="333"/>
                  </a:lnTo>
                  <a:lnTo>
                    <a:pt x="744" y="371"/>
                  </a:lnTo>
                  <a:lnTo>
                    <a:pt x="744" y="3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8" name="Freeform 12"/>
            <p:cNvSpPr>
              <a:spLocks/>
            </p:cNvSpPr>
            <p:nvPr/>
          </p:nvSpPr>
          <p:spPr bwMode="auto">
            <a:xfrm>
              <a:off x="2569" y="3184"/>
              <a:ext cx="320" cy="318"/>
            </a:xfrm>
            <a:custGeom>
              <a:avLst/>
              <a:gdLst>
                <a:gd name="T0" fmla="*/ 320 w 320"/>
                <a:gd name="T1" fmla="*/ 158 h 318"/>
                <a:gd name="T2" fmla="*/ 316 w 320"/>
                <a:gd name="T3" fmla="*/ 192 h 318"/>
                <a:gd name="T4" fmla="*/ 308 w 320"/>
                <a:gd name="T5" fmla="*/ 222 h 318"/>
                <a:gd name="T6" fmla="*/ 292 w 320"/>
                <a:gd name="T7" fmla="*/ 248 h 318"/>
                <a:gd name="T8" fmla="*/ 274 w 320"/>
                <a:gd name="T9" fmla="*/ 272 h 318"/>
                <a:gd name="T10" fmla="*/ 250 w 320"/>
                <a:gd name="T11" fmla="*/ 292 h 318"/>
                <a:gd name="T12" fmla="*/ 222 w 320"/>
                <a:gd name="T13" fmla="*/ 306 h 318"/>
                <a:gd name="T14" fmla="*/ 192 w 320"/>
                <a:gd name="T15" fmla="*/ 316 h 318"/>
                <a:gd name="T16" fmla="*/ 160 w 320"/>
                <a:gd name="T17" fmla="*/ 318 h 318"/>
                <a:gd name="T18" fmla="*/ 144 w 320"/>
                <a:gd name="T19" fmla="*/ 318 h 318"/>
                <a:gd name="T20" fmla="*/ 112 w 320"/>
                <a:gd name="T21" fmla="*/ 312 h 318"/>
                <a:gd name="T22" fmla="*/ 84 w 320"/>
                <a:gd name="T23" fmla="*/ 300 h 318"/>
                <a:gd name="T24" fmla="*/ 58 w 320"/>
                <a:gd name="T25" fmla="*/ 282 h 318"/>
                <a:gd name="T26" fmla="*/ 38 w 320"/>
                <a:gd name="T27" fmla="*/ 260 h 318"/>
                <a:gd name="T28" fmla="*/ 20 w 320"/>
                <a:gd name="T29" fmla="*/ 234 h 318"/>
                <a:gd name="T30" fmla="*/ 8 w 320"/>
                <a:gd name="T31" fmla="*/ 206 h 318"/>
                <a:gd name="T32" fmla="*/ 2 w 320"/>
                <a:gd name="T33" fmla="*/ 176 h 318"/>
                <a:gd name="T34" fmla="*/ 0 w 320"/>
                <a:gd name="T35" fmla="*/ 158 h 318"/>
                <a:gd name="T36" fmla="*/ 4 w 320"/>
                <a:gd name="T37" fmla="*/ 126 h 318"/>
                <a:gd name="T38" fmla="*/ 14 w 320"/>
                <a:gd name="T39" fmla="*/ 96 h 318"/>
                <a:gd name="T40" fmla="*/ 28 w 320"/>
                <a:gd name="T41" fmla="*/ 70 h 318"/>
                <a:gd name="T42" fmla="*/ 48 w 320"/>
                <a:gd name="T43" fmla="*/ 46 h 318"/>
                <a:gd name="T44" fmla="*/ 72 w 320"/>
                <a:gd name="T45" fmla="*/ 26 h 318"/>
                <a:gd name="T46" fmla="*/ 98 w 320"/>
                <a:gd name="T47" fmla="*/ 12 h 318"/>
                <a:gd name="T48" fmla="*/ 128 w 320"/>
                <a:gd name="T49" fmla="*/ 2 h 318"/>
                <a:gd name="T50" fmla="*/ 160 w 320"/>
                <a:gd name="T51" fmla="*/ 0 h 318"/>
                <a:gd name="T52" fmla="*/ 176 w 320"/>
                <a:gd name="T53" fmla="*/ 0 h 318"/>
                <a:gd name="T54" fmla="*/ 208 w 320"/>
                <a:gd name="T55" fmla="*/ 6 h 318"/>
                <a:gd name="T56" fmla="*/ 236 w 320"/>
                <a:gd name="T57" fmla="*/ 18 h 318"/>
                <a:gd name="T58" fmla="*/ 262 w 320"/>
                <a:gd name="T59" fmla="*/ 36 h 318"/>
                <a:gd name="T60" fmla="*/ 284 w 320"/>
                <a:gd name="T61" fmla="*/ 58 h 318"/>
                <a:gd name="T62" fmla="*/ 300 w 320"/>
                <a:gd name="T63" fmla="*/ 82 h 318"/>
                <a:gd name="T64" fmla="*/ 312 w 320"/>
                <a:gd name="T65" fmla="*/ 112 h 318"/>
                <a:gd name="T66" fmla="*/ 320 w 320"/>
                <a:gd name="T67" fmla="*/ 142 h 318"/>
                <a:gd name="T68" fmla="*/ 320 w 320"/>
                <a:gd name="T69" fmla="*/ 15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0" h="318">
                  <a:moveTo>
                    <a:pt x="320" y="158"/>
                  </a:moveTo>
                  <a:lnTo>
                    <a:pt x="320" y="158"/>
                  </a:lnTo>
                  <a:lnTo>
                    <a:pt x="320" y="176"/>
                  </a:lnTo>
                  <a:lnTo>
                    <a:pt x="316" y="192"/>
                  </a:lnTo>
                  <a:lnTo>
                    <a:pt x="312" y="206"/>
                  </a:lnTo>
                  <a:lnTo>
                    <a:pt x="308" y="222"/>
                  </a:lnTo>
                  <a:lnTo>
                    <a:pt x="300" y="234"/>
                  </a:lnTo>
                  <a:lnTo>
                    <a:pt x="292" y="248"/>
                  </a:lnTo>
                  <a:lnTo>
                    <a:pt x="284" y="260"/>
                  </a:lnTo>
                  <a:lnTo>
                    <a:pt x="274" y="272"/>
                  </a:lnTo>
                  <a:lnTo>
                    <a:pt x="262" y="282"/>
                  </a:lnTo>
                  <a:lnTo>
                    <a:pt x="250" y="292"/>
                  </a:lnTo>
                  <a:lnTo>
                    <a:pt x="236" y="300"/>
                  </a:lnTo>
                  <a:lnTo>
                    <a:pt x="222" y="306"/>
                  </a:lnTo>
                  <a:lnTo>
                    <a:pt x="208" y="312"/>
                  </a:lnTo>
                  <a:lnTo>
                    <a:pt x="192" y="316"/>
                  </a:lnTo>
                  <a:lnTo>
                    <a:pt x="176" y="318"/>
                  </a:lnTo>
                  <a:lnTo>
                    <a:pt x="160" y="318"/>
                  </a:lnTo>
                  <a:lnTo>
                    <a:pt x="160" y="318"/>
                  </a:lnTo>
                  <a:lnTo>
                    <a:pt x="144" y="318"/>
                  </a:lnTo>
                  <a:lnTo>
                    <a:pt x="128" y="316"/>
                  </a:lnTo>
                  <a:lnTo>
                    <a:pt x="112" y="312"/>
                  </a:lnTo>
                  <a:lnTo>
                    <a:pt x="98" y="306"/>
                  </a:lnTo>
                  <a:lnTo>
                    <a:pt x="84" y="300"/>
                  </a:lnTo>
                  <a:lnTo>
                    <a:pt x="72" y="292"/>
                  </a:lnTo>
                  <a:lnTo>
                    <a:pt x="58" y="282"/>
                  </a:lnTo>
                  <a:lnTo>
                    <a:pt x="48" y="272"/>
                  </a:lnTo>
                  <a:lnTo>
                    <a:pt x="38" y="260"/>
                  </a:lnTo>
                  <a:lnTo>
                    <a:pt x="28" y="248"/>
                  </a:lnTo>
                  <a:lnTo>
                    <a:pt x="20" y="234"/>
                  </a:lnTo>
                  <a:lnTo>
                    <a:pt x="14" y="222"/>
                  </a:lnTo>
                  <a:lnTo>
                    <a:pt x="8" y="206"/>
                  </a:lnTo>
                  <a:lnTo>
                    <a:pt x="4" y="192"/>
                  </a:lnTo>
                  <a:lnTo>
                    <a:pt x="2" y="17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4" y="126"/>
                  </a:lnTo>
                  <a:lnTo>
                    <a:pt x="8" y="112"/>
                  </a:lnTo>
                  <a:lnTo>
                    <a:pt x="14" y="96"/>
                  </a:lnTo>
                  <a:lnTo>
                    <a:pt x="20" y="82"/>
                  </a:lnTo>
                  <a:lnTo>
                    <a:pt x="28" y="70"/>
                  </a:lnTo>
                  <a:lnTo>
                    <a:pt x="38" y="58"/>
                  </a:lnTo>
                  <a:lnTo>
                    <a:pt x="48" y="46"/>
                  </a:lnTo>
                  <a:lnTo>
                    <a:pt x="58" y="36"/>
                  </a:lnTo>
                  <a:lnTo>
                    <a:pt x="72" y="26"/>
                  </a:lnTo>
                  <a:lnTo>
                    <a:pt x="84" y="18"/>
                  </a:lnTo>
                  <a:lnTo>
                    <a:pt x="98" y="12"/>
                  </a:lnTo>
                  <a:lnTo>
                    <a:pt x="112" y="6"/>
                  </a:lnTo>
                  <a:lnTo>
                    <a:pt x="128" y="2"/>
                  </a:lnTo>
                  <a:lnTo>
                    <a:pt x="144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76" y="0"/>
                  </a:lnTo>
                  <a:lnTo>
                    <a:pt x="192" y="2"/>
                  </a:lnTo>
                  <a:lnTo>
                    <a:pt x="208" y="6"/>
                  </a:lnTo>
                  <a:lnTo>
                    <a:pt x="222" y="12"/>
                  </a:lnTo>
                  <a:lnTo>
                    <a:pt x="236" y="18"/>
                  </a:lnTo>
                  <a:lnTo>
                    <a:pt x="250" y="26"/>
                  </a:lnTo>
                  <a:lnTo>
                    <a:pt x="262" y="36"/>
                  </a:lnTo>
                  <a:lnTo>
                    <a:pt x="274" y="46"/>
                  </a:lnTo>
                  <a:lnTo>
                    <a:pt x="284" y="58"/>
                  </a:lnTo>
                  <a:lnTo>
                    <a:pt x="292" y="70"/>
                  </a:lnTo>
                  <a:lnTo>
                    <a:pt x="300" y="82"/>
                  </a:lnTo>
                  <a:lnTo>
                    <a:pt x="308" y="96"/>
                  </a:lnTo>
                  <a:lnTo>
                    <a:pt x="312" y="112"/>
                  </a:lnTo>
                  <a:lnTo>
                    <a:pt x="316" y="126"/>
                  </a:lnTo>
                  <a:lnTo>
                    <a:pt x="320" y="142"/>
                  </a:lnTo>
                  <a:lnTo>
                    <a:pt x="320" y="158"/>
                  </a:lnTo>
                  <a:lnTo>
                    <a:pt x="320" y="1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9" name="Freeform 13"/>
            <p:cNvSpPr>
              <a:spLocks/>
            </p:cNvSpPr>
            <p:nvPr/>
          </p:nvSpPr>
          <p:spPr bwMode="auto">
            <a:xfrm>
              <a:off x="2703" y="3316"/>
              <a:ext cx="52" cy="54"/>
            </a:xfrm>
            <a:custGeom>
              <a:avLst/>
              <a:gdLst>
                <a:gd name="T0" fmla="*/ 52 w 52"/>
                <a:gd name="T1" fmla="*/ 26 h 54"/>
                <a:gd name="T2" fmla="*/ 52 w 52"/>
                <a:gd name="T3" fmla="*/ 26 h 54"/>
                <a:gd name="T4" fmla="*/ 50 w 52"/>
                <a:gd name="T5" fmla="*/ 38 h 54"/>
                <a:gd name="T6" fmla="*/ 46 w 52"/>
                <a:gd name="T7" fmla="*/ 46 h 54"/>
                <a:gd name="T8" fmla="*/ 36 w 52"/>
                <a:gd name="T9" fmla="*/ 52 h 54"/>
                <a:gd name="T10" fmla="*/ 26 w 52"/>
                <a:gd name="T11" fmla="*/ 54 h 54"/>
                <a:gd name="T12" fmla="*/ 26 w 52"/>
                <a:gd name="T13" fmla="*/ 54 h 54"/>
                <a:gd name="T14" fmla="*/ 16 w 52"/>
                <a:gd name="T15" fmla="*/ 52 h 54"/>
                <a:gd name="T16" fmla="*/ 8 w 52"/>
                <a:gd name="T17" fmla="*/ 46 h 54"/>
                <a:gd name="T18" fmla="*/ 2 w 52"/>
                <a:gd name="T19" fmla="*/ 38 h 54"/>
                <a:gd name="T20" fmla="*/ 0 w 52"/>
                <a:gd name="T21" fmla="*/ 26 h 54"/>
                <a:gd name="T22" fmla="*/ 0 w 52"/>
                <a:gd name="T23" fmla="*/ 26 h 54"/>
                <a:gd name="T24" fmla="*/ 2 w 52"/>
                <a:gd name="T25" fmla="*/ 16 h 54"/>
                <a:gd name="T26" fmla="*/ 8 w 52"/>
                <a:gd name="T27" fmla="*/ 8 h 54"/>
                <a:gd name="T28" fmla="*/ 16 w 52"/>
                <a:gd name="T29" fmla="*/ 2 h 54"/>
                <a:gd name="T30" fmla="*/ 26 w 52"/>
                <a:gd name="T31" fmla="*/ 0 h 54"/>
                <a:gd name="T32" fmla="*/ 26 w 52"/>
                <a:gd name="T33" fmla="*/ 0 h 54"/>
                <a:gd name="T34" fmla="*/ 36 w 52"/>
                <a:gd name="T35" fmla="*/ 2 h 54"/>
                <a:gd name="T36" fmla="*/ 46 w 52"/>
                <a:gd name="T37" fmla="*/ 8 h 54"/>
                <a:gd name="T38" fmla="*/ 50 w 52"/>
                <a:gd name="T39" fmla="*/ 16 h 54"/>
                <a:gd name="T40" fmla="*/ 52 w 52"/>
                <a:gd name="T41" fmla="*/ 26 h 54"/>
                <a:gd name="T42" fmla="*/ 52 w 52"/>
                <a:gd name="T43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2" h="54">
                  <a:moveTo>
                    <a:pt x="52" y="26"/>
                  </a:moveTo>
                  <a:lnTo>
                    <a:pt x="52" y="26"/>
                  </a:lnTo>
                  <a:lnTo>
                    <a:pt x="50" y="38"/>
                  </a:lnTo>
                  <a:lnTo>
                    <a:pt x="46" y="46"/>
                  </a:lnTo>
                  <a:lnTo>
                    <a:pt x="3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16" y="52"/>
                  </a:lnTo>
                  <a:lnTo>
                    <a:pt x="8" y="46"/>
                  </a:lnTo>
                  <a:lnTo>
                    <a:pt x="2" y="3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6" y="2"/>
                  </a:lnTo>
                  <a:lnTo>
                    <a:pt x="46" y="8"/>
                  </a:lnTo>
                  <a:lnTo>
                    <a:pt x="50" y="16"/>
                  </a:lnTo>
                  <a:lnTo>
                    <a:pt x="52" y="26"/>
                  </a:lnTo>
                  <a:lnTo>
                    <a:pt x="52" y="2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0" name="Group 54"/>
          <p:cNvGrpSpPr>
            <a:grpSpLocks noChangeAspect="1"/>
          </p:cNvGrpSpPr>
          <p:nvPr/>
        </p:nvGrpSpPr>
        <p:grpSpPr bwMode="auto">
          <a:xfrm>
            <a:off x="9000507" y="3970645"/>
            <a:ext cx="289348" cy="318555"/>
            <a:chOff x="3687" y="2640"/>
            <a:chExt cx="1278" cy="1407"/>
          </a:xfrm>
        </p:grpSpPr>
        <p:sp>
          <p:nvSpPr>
            <p:cNvPr id="891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2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3" name="Group 88"/>
          <p:cNvGrpSpPr>
            <a:grpSpLocks noChangeAspect="1"/>
          </p:cNvGrpSpPr>
          <p:nvPr/>
        </p:nvGrpSpPr>
        <p:grpSpPr bwMode="auto">
          <a:xfrm>
            <a:off x="9463173" y="3947863"/>
            <a:ext cx="226298" cy="364118"/>
            <a:chOff x="4168" y="2422"/>
            <a:chExt cx="954" cy="1535"/>
          </a:xfrm>
        </p:grpSpPr>
        <p:sp>
          <p:nvSpPr>
            <p:cNvPr id="894" name="Freeform 89"/>
            <p:cNvSpPr>
              <a:spLocks/>
            </p:cNvSpPr>
            <p:nvPr/>
          </p:nvSpPr>
          <p:spPr bwMode="auto">
            <a:xfrm>
              <a:off x="4168" y="2422"/>
              <a:ext cx="954" cy="1217"/>
            </a:xfrm>
            <a:custGeom>
              <a:avLst/>
              <a:gdLst>
                <a:gd name="T0" fmla="*/ 954 w 954"/>
                <a:gd name="T1" fmla="*/ 476 h 1217"/>
                <a:gd name="T2" fmla="*/ 952 w 954"/>
                <a:gd name="T3" fmla="*/ 428 h 1217"/>
                <a:gd name="T4" fmla="*/ 944 w 954"/>
                <a:gd name="T5" fmla="*/ 380 h 1217"/>
                <a:gd name="T6" fmla="*/ 916 w 954"/>
                <a:gd name="T7" fmla="*/ 290 h 1217"/>
                <a:gd name="T8" fmla="*/ 872 w 954"/>
                <a:gd name="T9" fmla="*/ 210 h 1217"/>
                <a:gd name="T10" fmla="*/ 814 w 954"/>
                <a:gd name="T11" fmla="*/ 140 h 1217"/>
                <a:gd name="T12" fmla="*/ 744 w 954"/>
                <a:gd name="T13" fmla="*/ 82 h 1217"/>
                <a:gd name="T14" fmla="*/ 661 w 954"/>
                <a:gd name="T15" fmla="*/ 38 h 1217"/>
                <a:gd name="T16" fmla="*/ 573 w 954"/>
                <a:gd name="T17" fmla="*/ 10 h 1217"/>
                <a:gd name="T18" fmla="*/ 525 w 954"/>
                <a:gd name="T19" fmla="*/ 2 h 1217"/>
                <a:gd name="T20" fmla="*/ 477 w 954"/>
                <a:gd name="T21" fmla="*/ 0 h 1217"/>
                <a:gd name="T22" fmla="*/ 451 w 954"/>
                <a:gd name="T23" fmla="*/ 0 h 1217"/>
                <a:gd name="T24" fmla="*/ 403 w 954"/>
                <a:gd name="T25" fmla="*/ 6 h 1217"/>
                <a:gd name="T26" fmla="*/ 335 w 954"/>
                <a:gd name="T27" fmla="*/ 22 h 1217"/>
                <a:gd name="T28" fmla="*/ 249 w 954"/>
                <a:gd name="T29" fmla="*/ 58 h 1217"/>
                <a:gd name="T30" fmla="*/ 172 w 954"/>
                <a:gd name="T31" fmla="*/ 108 h 1217"/>
                <a:gd name="T32" fmla="*/ 108 w 954"/>
                <a:gd name="T33" fmla="*/ 174 h 1217"/>
                <a:gd name="T34" fmla="*/ 56 w 954"/>
                <a:gd name="T35" fmla="*/ 250 h 1217"/>
                <a:gd name="T36" fmla="*/ 20 w 954"/>
                <a:gd name="T37" fmla="*/ 334 h 1217"/>
                <a:gd name="T38" fmla="*/ 4 w 954"/>
                <a:gd name="T39" fmla="*/ 404 h 1217"/>
                <a:gd name="T40" fmla="*/ 0 w 954"/>
                <a:gd name="T41" fmla="*/ 452 h 1217"/>
                <a:gd name="T42" fmla="*/ 0 w 954"/>
                <a:gd name="T43" fmla="*/ 476 h 1217"/>
                <a:gd name="T44" fmla="*/ 2 w 954"/>
                <a:gd name="T45" fmla="*/ 530 h 1217"/>
                <a:gd name="T46" fmla="*/ 14 w 954"/>
                <a:gd name="T47" fmla="*/ 580 h 1217"/>
                <a:gd name="T48" fmla="*/ 30 w 954"/>
                <a:gd name="T49" fmla="*/ 630 h 1217"/>
                <a:gd name="T50" fmla="*/ 50 w 954"/>
                <a:gd name="T51" fmla="*/ 676 h 1217"/>
                <a:gd name="T52" fmla="*/ 106 w 954"/>
                <a:gd name="T53" fmla="*/ 762 h 1217"/>
                <a:gd name="T54" fmla="*/ 174 w 954"/>
                <a:gd name="T55" fmla="*/ 841 h 1217"/>
                <a:gd name="T56" fmla="*/ 247 w 954"/>
                <a:gd name="T57" fmla="*/ 909 h 1217"/>
                <a:gd name="T58" fmla="*/ 319 w 954"/>
                <a:gd name="T59" fmla="*/ 967 h 1217"/>
                <a:gd name="T60" fmla="*/ 435 w 954"/>
                <a:gd name="T61" fmla="*/ 1055 h 1217"/>
                <a:gd name="T62" fmla="*/ 609 w 954"/>
                <a:gd name="T63" fmla="*/ 1217 h 1217"/>
                <a:gd name="T64" fmla="*/ 517 w 954"/>
                <a:gd name="T65" fmla="*/ 1055 h 1217"/>
                <a:gd name="T66" fmla="*/ 635 w 954"/>
                <a:gd name="T67" fmla="*/ 967 h 1217"/>
                <a:gd name="T68" fmla="*/ 707 w 954"/>
                <a:gd name="T69" fmla="*/ 909 h 1217"/>
                <a:gd name="T70" fmla="*/ 780 w 954"/>
                <a:gd name="T71" fmla="*/ 841 h 1217"/>
                <a:gd name="T72" fmla="*/ 846 w 954"/>
                <a:gd name="T73" fmla="*/ 762 h 1217"/>
                <a:gd name="T74" fmla="*/ 902 w 954"/>
                <a:gd name="T75" fmla="*/ 676 h 1217"/>
                <a:gd name="T76" fmla="*/ 924 w 954"/>
                <a:gd name="T77" fmla="*/ 630 h 1217"/>
                <a:gd name="T78" fmla="*/ 940 w 954"/>
                <a:gd name="T79" fmla="*/ 580 h 1217"/>
                <a:gd name="T80" fmla="*/ 950 w 954"/>
                <a:gd name="T81" fmla="*/ 530 h 1217"/>
                <a:gd name="T82" fmla="*/ 954 w 954"/>
                <a:gd name="T83" fmla="*/ 476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54" h="1217">
                  <a:moveTo>
                    <a:pt x="954" y="476"/>
                  </a:moveTo>
                  <a:lnTo>
                    <a:pt x="954" y="476"/>
                  </a:lnTo>
                  <a:lnTo>
                    <a:pt x="952" y="452"/>
                  </a:lnTo>
                  <a:lnTo>
                    <a:pt x="952" y="428"/>
                  </a:lnTo>
                  <a:lnTo>
                    <a:pt x="948" y="404"/>
                  </a:lnTo>
                  <a:lnTo>
                    <a:pt x="944" y="380"/>
                  </a:lnTo>
                  <a:lnTo>
                    <a:pt x="932" y="334"/>
                  </a:lnTo>
                  <a:lnTo>
                    <a:pt x="916" y="290"/>
                  </a:lnTo>
                  <a:lnTo>
                    <a:pt x="896" y="250"/>
                  </a:lnTo>
                  <a:lnTo>
                    <a:pt x="872" y="210"/>
                  </a:lnTo>
                  <a:lnTo>
                    <a:pt x="844" y="174"/>
                  </a:lnTo>
                  <a:lnTo>
                    <a:pt x="814" y="140"/>
                  </a:lnTo>
                  <a:lnTo>
                    <a:pt x="780" y="108"/>
                  </a:lnTo>
                  <a:lnTo>
                    <a:pt x="744" y="82"/>
                  </a:lnTo>
                  <a:lnTo>
                    <a:pt x="703" y="58"/>
                  </a:lnTo>
                  <a:lnTo>
                    <a:pt x="661" y="38"/>
                  </a:lnTo>
                  <a:lnTo>
                    <a:pt x="617" y="22"/>
                  </a:lnTo>
                  <a:lnTo>
                    <a:pt x="573" y="10"/>
                  </a:lnTo>
                  <a:lnTo>
                    <a:pt x="549" y="6"/>
                  </a:lnTo>
                  <a:lnTo>
                    <a:pt x="525" y="2"/>
                  </a:lnTo>
                  <a:lnTo>
                    <a:pt x="501" y="0"/>
                  </a:lnTo>
                  <a:lnTo>
                    <a:pt x="477" y="0"/>
                  </a:lnTo>
                  <a:lnTo>
                    <a:pt x="477" y="0"/>
                  </a:lnTo>
                  <a:lnTo>
                    <a:pt x="451" y="0"/>
                  </a:lnTo>
                  <a:lnTo>
                    <a:pt x="427" y="2"/>
                  </a:lnTo>
                  <a:lnTo>
                    <a:pt x="403" y="6"/>
                  </a:lnTo>
                  <a:lnTo>
                    <a:pt x="381" y="10"/>
                  </a:lnTo>
                  <a:lnTo>
                    <a:pt x="335" y="22"/>
                  </a:lnTo>
                  <a:lnTo>
                    <a:pt x="291" y="38"/>
                  </a:lnTo>
                  <a:lnTo>
                    <a:pt x="249" y="58"/>
                  </a:lnTo>
                  <a:lnTo>
                    <a:pt x="210" y="82"/>
                  </a:lnTo>
                  <a:lnTo>
                    <a:pt x="172" y="108"/>
                  </a:lnTo>
                  <a:lnTo>
                    <a:pt x="138" y="140"/>
                  </a:lnTo>
                  <a:lnTo>
                    <a:pt x="108" y="174"/>
                  </a:lnTo>
                  <a:lnTo>
                    <a:pt x="80" y="210"/>
                  </a:lnTo>
                  <a:lnTo>
                    <a:pt x="56" y="250"/>
                  </a:lnTo>
                  <a:lnTo>
                    <a:pt x="36" y="290"/>
                  </a:lnTo>
                  <a:lnTo>
                    <a:pt x="20" y="334"/>
                  </a:lnTo>
                  <a:lnTo>
                    <a:pt x="8" y="380"/>
                  </a:lnTo>
                  <a:lnTo>
                    <a:pt x="4" y="404"/>
                  </a:lnTo>
                  <a:lnTo>
                    <a:pt x="2" y="428"/>
                  </a:lnTo>
                  <a:lnTo>
                    <a:pt x="0" y="452"/>
                  </a:lnTo>
                  <a:lnTo>
                    <a:pt x="0" y="476"/>
                  </a:lnTo>
                  <a:lnTo>
                    <a:pt x="0" y="476"/>
                  </a:lnTo>
                  <a:lnTo>
                    <a:pt x="0" y="504"/>
                  </a:lnTo>
                  <a:lnTo>
                    <a:pt x="2" y="530"/>
                  </a:lnTo>
                  <a:lnTo>
                    <a:pt x="8" y="556"/>
                  </a:lnTo>
                  <a:lnTo>
                    <a:pt x="14" y="580"/>
                  </a:lnTo>
                  <a:lnTo>
                    <a:pt x="20" y="606"/>
                  </a:lnTo>
                  <a:lnTo>
                    <a:pt x="30" y="630"/>
                  </a:lnTo>
                  <a:lnTo>
                    <a:pt x="40" y="654"/>
                  </a:lnTo>
                  <a:lnTo>
                    <a:pt x="50" y="676"/>
                  </a:lnTo>
                  <a:lnTo>
                    <a:pt x="76" y="720"/>
                  </a:lnTo>
                  <a:lnTo>
                    <a:pt x="106" y="762"/>
                  </a:lnTo>
                  <a:lnTo>
                    <a:pt x="138" y="803"/>
                  </a:lnTo>
                  <a:lnTo>
                    <a:pt x="174" y="841"/>
                  </a:lnTo>
                  <a:lnTo>
                    <a:pt x="210" y="875"/>
                  </a:lnTo>
                  <a:lnTo>
                    <a:pt x="247" y="909"/>
                  </a:lnTo>
                  <a:lnTo>
                    <a:pt x="283" y="939"/>
                  </a:lnTo>
                  <a:lnTo>
                    <a:pt x="319" y="967"/>
                  </a:lnTo>
                  <a:lnTo>
                    <a:pt x="383" y="1015"/>
                  </a:lnTo>
                  <a:lnTo>
                    <a:pt x="435" y="1055"/>
                  </a:lnTo>
                  <a:lnTo>
                    <a:pt x="345" y="1217"/>
                  </a:lnTo>
                  <a:lnTo>
                    <a:pt x="609" y="1217"/>
                  </a:lnTo>
                  <a:lnTo>
                    <a:pt x="517" y="1055"/>
                  </a:lnTo>
                  <a:lnTo>
                    <a:pt x="517" y="1055"/>
                  </a:lnTo>
                  <a:lnTo>
                    <a:pt x="569" y="1015"/>
                  </a:lnTo>
                  <a:lnTo>
                    <a:pt x="635" y="967"/>
                  </a:lnTo>
                  <a:lnTo>
                    <a:pt x="669" y="939"/>
                  </a:lnTo>
                  <a:lnTo>
                    <a:pt x="707" y="909"/>
                  </a:lnTo>
                  <a:lnTo>
                    <a:pt x="744" y="875"/>
                  </a:lnTo>
                  <a:lnTo>
                    <a:pt x="780" y="841"/>
                  </a:lnTo>
                  <a:lnTo>
                    <a:pt x="814" y="803"/>
                  </a:lnTo>
                  <a:lnTo>
                    <a:pt x="846" y="762"/>
                  </a:lnTo>
                  <a:lnTo>
                    <a:pt x="876" y="720"/>
                  </a:lnTo>
                  <a:lnTo>
                    <a:pt x="902" y="676"/>
                  </a:lnTo>
                  <a:lnTo>
                    <a:pt x="914" y="654"/>
                  </a:lnTo>
                  <a:lnTo>
                    <a:pt x="924" y="630"/>
                  </a:lnTo>
                  <a:lnTo>
                    <a:pt x="932" y="606"/>
                  </a:lnTo>
                  <a:lnTo>
                    <a:pt x="940" y="580"/>
                  </a:lnTo>
                  <a:lnTo>
                    <a:pt x="946" y="556"/>
                  </a:lnTo>
                  <a:lnTo>
                    <a:pt x="950" y="530"/>
                  </a:lnTo>
                  <a:lnTo>
                    <a:pt x="952" y="504"/>
                  </a:lnTo>
                  <a:lnTo>
                    <a:pt x="954" y="476"/>
                  </a:lnTo>
                  <a:lnTo>
                    <a:pt x="954" y="47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5" name="Freeform 90"/>
            <p:cNvSpPr>
              <a:spLocks/>
            </p:cNvSpPr>
            <p:nvPr/>
          </p:nvSpPr>
          <p:spPr bwMode="auto">
            <a:xfrm>
              <a:off x="4645" y="3639"/>
              <a:ext cx="317" cy="318"/>
            </a:xfrm>
            <a:custGeom>
              <a:avLst/>
              <a:gdLst>
                <a:gd name="T0" fmla="*/ 0 w 317"/>
                <a:gd name="T1" fmla="*/ 0 h 318"/>
                <a:gd name="T2" fmla="*/ 0 w 317"/>
                <a:gd name="T3" fmla="*/ 186 h 318"/>
                <a:gd name="T4" fmla="*/ 0 w 317"/>
                <a:gd name="T5" fmla="*/ 186 h 318"/>
                <a:gd name="T6" fmla="*/ 0 w 317"/>
                <a:gd name="T7" fmla="*/ 202 h 318"/>
                <a:gd name="T8" fmla="*/ 6 w 317"/>
                <a:gd name="T9" fmla="*/ 216 h 318"/>
                <a:gd name="T10" fmla="*/ 12 w 317"/>
                <a:gd name="T11" fmla="*/ 230 h 318"/>
                <a:gd name="T12" fmla="*/ 22 w 317"/>
                <a:gd name="T13" fmla="*/ 242 h 318"/>
                <a:gd name="T14" fmla="*/ 34 w 317"/>
                <a:gd name="T15" fmla="*/ 252 h 318"/>
                <a:gd name="T16" fmla="*/ 48 w 317"/>
                <a:gd name="T17" fmla="*/ 260 h 318"/>
                <a:gd name="T18" fmla="*/ 62 w 317"/>
                <a:gd name="T19" fmla="*/ 264 h 318"/>
                <a:gd name="T20" fmla="*/ 78 w 317"/>
                <a:gd name="T21" fmla="*/ 266 h 318"/>
                <a:gd name="T22" fmla="*/ 78 w 317"/>
                <a:gd name="T23" fmla="*/ 266 h 318"/>
                <a:gd name="T24" fmla="*/ 94 w 317"/>
                <a:gd name="T25" fmla="*/ 264 h 318"/>
                <a:gd name="T26" fmla="*/ 110 w 317"/>
                <a:gd name="T27" fmla="*/ 260 h 318"/>
                <a:gd name="T28" fmla="*/ 124 w 317"/>
                <a:gd name="T29" fmla="*/ 252 h 318"/>
                <a:gd name="T30" fmla="*/ 134 w 317"/>
                <a:gd name="T31" fmla="*/ 242 h 318"/>
                <a:gd name="T32" fmla="*/ 144 w 317"/>
                <a:gd name="T33" fmla="*/ 230 h 318"/>
                <a:gd name="T34" fmla="*/ 152 w 317"/>
                <a:gd name="T35" fmla="*/ 216 h 318"/>
                <a:gd name="T36" fmla="*/ 156 w 317"/>
                <a:gd name="T37" fmla="*/ 202 h 318"/>
                <a:gd name="T38" fmla="*/ 158 w 317"/>
                <a:gd name="T39" fmla="*/ 186 h 318"/>
                <a:gd name="T40" fmla="*/ 158 w 317"/>
                <a:gd name="T41" fmla="*/ 186 h 318"/>
                <a:gd name="T42" fmla="*/ 160 w 317"/>
                <a:gd name="T43" fmla="*/ 170 h 318"/>
                <a:gd name="T44" fmla="*/ 164 w 317"/>
                <a:gd name="T45" fmla="*/ 156 h 318"/>
                <a:gd name="T46" fmla="*/ 172 w 317"/>
                <a:gd name="T47" fmla="*/ 142 h 318"/>
                <a:gd name="T48" fmla="*/ 182 w 317"/>
                <a:gd name="T49" fmla="*/ 130 h 318"/>
                <a:gd name="T50" fmla="*/ 194 w 317"/>
                <a:gd name="T51" fmla="*/ 120 h 318"/>
                <a:gd name="T52" fmla="*/ 206 w 317"/>
                <a:gd name="T53" fmla="*/ 112 h 318"/>
                <a:gd name="T54" fmla="*/ 222 w 317"/>
                <a:gd name="T55" fmla="*/ 108 h 318"/>
                <a:gd name="T56" fmla="*/ 238 w 317"/>
                <a:gd name="T57" fmla="*/ 106 h 318"/>
                <a:gd name="T58" fmla="*/ 238 w 317"/>
                <a:gd name="T59" fmla="*/ 106 h 318"/>
                <a:gd name="T60" fmla="*/ 255 w 317"/>
                <a:gd name="T61" fmla="*/ 108 h 318"/>
                <a:gd name="T62" fmla="*/ 269 w 317"/>
                <a:gd name="T63" fmla="*/ 112 h 318"/>
                <a:gd name="T64" fmla="*/ 283 w 317"/>
                <a:gd name="T65" fmla="*/ 120 h 318"/>
                <a:gd name="T66" fmla="*/ 295 w 317"/>
                <a:gd name="T67" fmla="*/ 130 h 318"/>
                <a:gd name="T68" fmla="*/ 305 w 317"/>
                <a:gd name="T69" fmla="*/ 142 h 318"/>
                <a:gd name="T70" fmla="*/ 311 w 317"/>
                <a:gd name="T71" fmla="*/ 156 h 318"/>
                <a:gd name="T72" fmla="*/ 317 w 317"/>
                <a:gd name="T73" fmla="*/ 170 h 318"/>
                <a:gd name="T74" fmla="*/ 317 w 317"/>
                <a:gd name="T75" fmla="*/ 186 h 318"/>
                <a:gd name="T76" fmla="*/ 317 w 317"/>
                <a:gd name="T77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7" h="318">
                  <a:moveTo>
                    <a:pt x="0" y="0"/>
                  </a:moveTo>
                  <a:lnTo>
                    <a:pt x="0" y="186"/>
                  </a:lnTo>
                  <a:lnTo>
                    <a:pt x="0" y="186"/>
                  </a:lnTo>
                  <a:lnTo>
                    <a:pt x="0" y="202"/>
                  </a:lnTo>
                  <a:lnTo>
                    <a:pt x="6" y="216"/>
                  </a:lnTo>
                  <a:lnTo>
                    <a:pt x="12" y="230"/>
                  </a:lnTo>
                  <a:lnTo>
                    <a:pt x="22" y="242"/>
                  </a:lnTo>
                  <a:lnTo>
                    <a:pt x="34" y="252"/>
                  </a:lnTo>
                  <a:lnTo>
                    <a:pt x="48" y="260"/>
                  </a:lnTo>
                  <a:lnTo>
                    <a:pt x="62" y="264"/>
                  </a:lnTo>
                  <a:lnTo>
                    <a:pt x="78" y="266"/>
                  </a:lnTo>
                  <a:lnTo>
                    <a:pt x="78" y="266"/>
                  </a:lnTo>
                  <a:lnTo>
                    <a:pt x="94" y="264"/>
                  </a:lnTo>
                  <a:lnTo>
                    <a:pt x="110" y="260"/>
                  </a:lnTo>
                  <a:lnTo>
                    <a:pt x="124" y="252"/>
                  </a:lnTo>
                  <a:lnTo>
                    <a:pt x="134" y="242"/>
                  </a:lnTo>
                  <a:lnTo>
                    <a:pt x="144" y="230"/>
                  </a:lnTo>
                  <a:lnTo>
                    <a:pt x="152" y="216"/>
                  </a:lnTo>
                  <a:lnTo>
                    <a:pt x="156" y="202"/>
                  </a:lnTo>
                  <a:lnTo>
                    <a:pt x="158" y="186"/>
                  </a:lnTo>
                  <a:lnTo>
                    <a:pt x="158" y="186"/>
                  </a:lnTo>
                  <a:lnTo>
                    <a:pt x="160" y="170"/>
                  </a:lnTo>
                  <a:lnTo>
                    <a:pt x="164" y="156"/>
                  </a:lnTo>
                  <a:lnTo>
                    <a:pt x="172" y="142"/>
                  </a:lnTo>
                  <a:lnTo>
                    <a:pt x="182" y="130"/>
                  </a:lnTo>
                  <a:lnTo>
                    <a:pt x="194" y="120"/>
                  </a:lnTo>
                  <a:lnTo>
                    <a:pt x="206" y="112"/>
                  </a:lnTo>
                  <a:lnTo>
                    <a:pt x="222" y="108"/>
                  </a:lnTo>
                  <a:lnTo>
                    <a:pt x="238" y="106"/>
                  </a:lnTo>
                  <a:lnTo>
                    <a:pt x="238" y="106"/>
                  </a:lnTo>
                  <a:lnTo>
                    <a:pt x="255" y="108"/>
                  </a:lnTo>
                  <a:lnTo>
                    <a:pt x="269" y="112"/>
                  </a:lnTo>
                  <a:lnTo>
                    <a:pt x="283" y="120"/>
                  </a:lnTo>
                  <a:lnTo>
                    <a:pt x="295" y="130"/>
                  </a:lnTo>
                  <a:lnTo>
                    <a:pt x="305" y="142"/>
                  </a:lnTo>
                  <a:lnTo>
                    <a:pt x="311" y="156"/>
                  </a:lnTo>
                  <a:lnTo>
                    <a:pt x="317" y="170"/>
                  </a:lnTo>
                  <a:lnTo>
                    <a:pt x="317" y="186"/>
                  </a:lnTo>
                  <a:lnTo>
                    <a:pt x="317" y="3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6" name="Freeform 91"/>
            <p:cNvSpPr>
              <a:spLocks/>
            </p:cNvSpPr>
            <p:nvPr/>
          </p:nvSpPr>
          <p:spPr bwMode="auto">
            <a:xfrm>
              <a:off x="4326" y="2580"/>
              <a:ext cx="319" cy="318"/>
            </a:xfrm>
            <a:custGeom>
              <a:avLst/>
              <a:gdLst>
                <a:gd name="T0" fmla="*/ 0 w 319"/>
                <a:gd name="T1" fmla="*/ 318 h 318"/>
                <a:gd name="T2" fmla="*/ 0 w 319"/>
                <a:gd name="T3" fmla="*/ 318 h 318"/>
                <a:gd name="T4" fmla="*/ 2 w 319"/>
                <a:gd name="T5" fmla="*/ 286 h 318"/>
                <a:gd name="T6" fmla="*/ 6 w 319"/>
                <a:gd name="T7" fmla="*/ 254 h 318"/>
                <a:gd name="T8" fmla="*/ 14 w 319"/>
                <a:gd name="T9" fmla="*/ 224 h 318"/>
                <a:gd name="T10" fmla="*/ 24 w 319"/>
                <a:gd name="T11" fmla="*/ 194 h 318"/>
                <a:gd name="T12" fmla="*/ 38 w 319"/>
                <a:gd name="T13" fmla="*/ 166 h 318"/>
                <a:gd name="T14" fmla="*/ 54 w 319"/>
                <a:gd name="T15" fmla="*/ 140 h 318"/>
                <a:gd name="T16" fmla="*/ 72 w 319"/>
                <a:gd name="T17" fmla="*/ 116 h 318"/>
                <a:gd name="T18" fmla="*/ 93 w 319"/>
                <a:gd name="T19" fmla="*/ 94 h 318"/>
                <a:gd name="T20" fmla="*/ 117 w 319"/>
                <a:gd name="T21" fmla="*/ 74 h 318"/>
                <a:gd name="T22" fmla="*/ 141 w 319"/>
                <a:gd name="T23" fmla="*/ 56 h 318"/>
                <a:gd name="T24" fmla="*/ 167 w 319"/>
                <a:gd name="T25" fmla="*/ 40 h 318"/>
                <a:gd name="T26" fmla="*/ 195 w 319"/>
                <a:gd name="T27" fmla="*/ 26 h 318"/>
                <a:gd name="T28" fmla="*/ 223 w 319"/>
                <a:gd name="T29" fmla="*/ 16 h 318"/>
                <a:gd name="T30" fmla="*/ 255 w 319"/>
                <a:gd name="T31" fmla="*/ 8 h 318"/>
                <a:gd name="T32" fmla="*/ 285 w 319"/>
                <a:gd name="T33" fmla="*/ 2 h 318"/>
                <a:gd name="T34" fmla="*/ 319 w 319"/>
                <a:gd name="T3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0" y="318"/>
                  </a:lnTo>
                  <a:lnTo>
                    <a:pt x="2" y="286"/>
                  </a:lnTo>
                  <a:lnTo>
                    <a:pt x="6" y="254"/>
                  </a:lnTo>
                  <a:lnTo>
                    <a:pt x="14" y="224"/>
                  </a:lnTo>
                  <a:lnTo>
                    <a:pt x="24" y="194"/>
                  </a:lnTo>
                  <a:lnTo>
                    <a:pt x="38" y="166"/>
                  </a:lnTo>
                  <a:lnTo>
                    <a:pt x="54" y="140"/>
                  </a:lnTo>
                  <a:lnTo>
                    <a:pt x="72" y="116"/>
                  </a:lnTo>
                  <a:lnTo>
                    <a:pt x="93" y="94"/>
                  </a:lnTo>
                  <a:lnTo>
                    <a:pt x="117" y="74"/>
                  </a:lnTo>
                  <a:lnTo>
                    <a:pt x="141" y="56"/>
                  </a:lnTo>
                  <a:lnTo>
                    <a:pt x="167" y="40"/>
                  </a:lnTo>
                  <a:lnTo>
                    <a:pt x="195" y="26"/>
                  </a:lnTo>
                  <a:lnTo>
                    <a:pt x="223" y="16"/>
                  </a:lnTo>
                  <a:lnTo>
                    <a:pt x="255" y="8"/>
                  </a:lnTo>
                  <a:lnTo>
                    <a:pt x="285" y="2"/>
                  </a:lnTo>
                  <a:lnTo>
                    <a:pt x="31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7" name="Group 61"/>
          <p:cNvGrpSpPr>
            <a:grpSpLocks noChangeAspect="1"/>
          </p:cNvGrpSpPr>
          <p:nvPr/>
        </p:nvGrpSpPr>
        <p:grpSpPr bwMode="auto">
          <a:xfrm>
            <a:off x="9862790" y="4014666"/>
            <a:ext cx="335555" cy="335289"/>
            <a:chOff x="5216" y="1821"/>
            <a:chExt cx="1268" cy="1267"/>
          </a:xfrm>
        </p:grpSpPr>
        <p:sp>
          <p:nvSpPr>
            <p:cNvPr id="898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9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0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1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2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903" name="Gruppieren 902"/>
          <p:cNvGrpSpPr/>
          <p:nvPr/>
        </p:nvGrpSpPr>
        <p:grpSpPr>
          <a:xfrm>
            <a:off x="4195684" y="1592020"/>
            <a:ext cx="116574" cy="316748"/>
            <a:chOff x="1125019" y="1390300"/>
            <a:chExt cx="1663996" cy="4521334"/>
          </a:xfrm>
        </p:grpSpPr>
        <p:sp>
          <p:nvSpPr>
            <p:cNvPr id="904" name="Ellipse 903"/>
            <p:cNvSpPr/>
            <p:nvPr/>
          </p:nvSpPr>
          <p:spPr bwMode="auto">
            <a:xfrm>
              <a:off x="1500901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05" name="Gruppieren 904"/>
            <p:cNvGrpSpPr/>
            <p:nvPr/>
          </p:nvGrpSpPr>
          <p:grpSpPr>
            <a:xfrm>
              <a:off x="1125019" y="2551300"/>
              <a:ext cx="1663996" cy="3360334"/>
              <a:chOff x="1071321" y="2551300"/>
              <a:chExt cx="1791853" cy="3360334"/>
            </a:xfrm>
          </p:grpSpPr>
          <p:sp>
            <p:nvSpPr>
              <p:cNvPr id="906" name="Freihandform 905"/>
              <p:cNvSpPr/>
              <p:nvPr/>
            </p:nvSpPr>
            <p:spPr bwMode="auto">
              <a:xfrm>
                <a:off x="1071321" y="2551302"/>
                <a:ext cx="896258" cy="3360332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07" name="Freihandform 906"/>
              <p:cNvSpPr/>
              <p:nvPr/>
            </p:nvSpPr>
            <p:spPr bwMode="auto">
              <a:xfrm flipH="1">
                <a:off x="1966917" y="2551300"/>
                <a:ext cx="896257" cy="3360334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908" name="Gruppieren 907"/>
          <p:cNvGrpSpPr/>
          <p:nvPr/>
        </p:nvGrpSpPr>
        <p:grpSpPr>
          <a:xfrm>
            <a:off x="7101785" y="1645050"/>
            <a:ext cx="256443" cy="303596"/>
            <a:chOff x="8045691" y="1070974"/>
            <a:chExt cx="275208" cy="325811"/>
          </a:xfrm>
        </p:grpSpPr>
        <p:sp>
          <p:nvSpPr>
            <p:cNvPr id="909" name="Freeform 62"/>
            <p:cNvSpPr>
              <a:spLocks/>
            </p:cNvSpPr>
            <p:nvPr/>
          </p:nvSpPr>
          <p:spPr bwMode="auto">
            <a:xfrm>
              <a:off x="8230782" y="1303175"/>
              <a:ext cx="46107" cy="46107"/>
            </a:xfrm>
            <a:custGeom>
              <a:avLst/>
              <a:gdLst>
                <a:gd name="T0" fmla="*/ 132 w 132"/>
                <a:gd name="T1" fmla="*/ 66 h 132"/>
                <a:gd name="T2" fmla="*/ 132 w 132"/>
                <a:gd name="T3" fmla="*/ 66 h 132"/>
                <a:gd name="T4" fmla="*/ 130 w 132"/>
                <a:gd name="T5" fmla="*/ 80 h 132"/>
                <a:gd name="T6" fmla="*/ 126 w 132"/>
                <a:gd name="T7" fmla="*/ 92 h 132"/>
                <a:gd name="T8" fmla="*/ 119 w 132"/>
                <a:gd name="T9" fmla="*/ 103 h 132"/>
                <a:gd name="T10" fmla="*/ 112 w 132"/>
                <a:gd name="T11" fmla="*/ 113 h 132"/>
                <a:gd name="T12" fmla="*/ 103 w 132"/>
                <a:gd name="T13" fmla="*/ 121 h 132"/>
                <a:gd name="T14" fmla="*/ 90 w 132"/>
                <a:gd name="T15" fmla="*/ 128 h 132"/>
                <a:gd name="T16" fmla="*/ 78 w 132"/>
                <a:gd name="T17" fmla="*/ 131 h 132"/>
                <a:gd name="T18" fmla="*/ 66 w 132"/>
                <a:gd name="T19" fmla="*/ 132 h 132"/>
                <a:gd name="T20" fmla="*/ 66 w 132"/>
                <a:gd name="T21" fmla="*/ 132 h 132"/>
                <a:gd name="T22" fmla="*/ 52 w 132"/>
                <a:gd name="T23" fmla="*/ 131 h 132"/>
                <a:gd name="T24" fmla="*/ 40 w 132"/>
                <a:gd name="T25" fmla="*/ 128 h 132"/>
                <a:gd name="T26" fmla="*/ 29 w 132"/>
                <a:gd name="T27" fmla="*/ 121 h 132"/>
                <a:gd name="T28" fmla="*/ 19 w 132"/>
                <a:gd name="T29" fmla="*/ 113 h 132"/>
                <a:gd name="T30" fmla="*/ 11 w 132"/>
                <a:gd name="T31" fmla="*/ 103 h 132"/>
                <a:gd name="T32" fmla="*/ 4 w 132"/>
                <a:gd name="T33" fmla="*/ 92 h 132"/>
                <a:gd name="T34" fmla="*/ 1 w 132"/>
                <a:gd name="T35" fmla="*/ 80 h 132"/>
                <a:gd name="T36" fmla="*/ 0 w 132"/>
                <a:gd name="T37" fmla="*/ 66 h 132"/>
                <a:gd name="T38" fmla="*/ 0 w 132"/>
                <a:gd name="T39" fmla="*/ 66 h 132"/>
                <a:gd name="T40" fmla="*/ 1 w 132"/>
                <a:gd name="T41" fmla="*/ 54 h 132"/>
                <a:gd name="T42" fmla="*/ 4 w 132"/>
                <a:gd name="T43" fmla="*/ 41 h 132"/>
                <a:gd name="T44" fmla="*/ 11 w 132"/>
                <a:gd name="T45" fmla="*/ 30 h 132"/>
                <a:gd name="T46" fmla="*/ 19 w 132"/>
                <a:gd name="T47" fmla="*/ 20 h 132"/>
                <a:gd name="T48" fmla="*/ 29 w 132"/>
                <a:gd name="T49" fmla="*/ 13 h 132"/>
                <a:gd name="T50" fmla="*/ 40 w 132"/>
                <a:gd name="T51" fmla="*/ 6 h 132"/>
                <a:gd name="T52" fmla="*/ 52 w 132"/>
                <a:gd name="T53" fmla="*/ 2 h 132"/>
                <a:gd name="T54" fmla="*/ 66 w 132"/>
                <a:gd name="T55" fmla="*/ 0 h 132"/>
                <a:gd name="T56" fmla="*/ 66 w 132"/>
                <a:gd name="T57" fmla="*/ 0 h 132"/>
                <a:gd name="T58" fmla="*/ 78 w 132"/>
                <a:gd name="T59" fmla="*/ 2 h 132"/>
                <a:gd name="T60" fmla="*/ 90 w 132"/>
                <a:gd name="T61" fmla="*/ 6 h 132"/>
                <a:gd name="T62" fmla="*/ 103 w 132"/>
                <a:gd name="T63" fmla="*/ 13 h 132"/>
                <a:gd name="T64" fmla="*/ 112 w 132"/>
                <a:gd name="T65" fmla="*/ 20 h 132"/>
                <a:gd name="T66" fmla="*/ 119 w 132"/>
                <a:gd name="T67" fmla="*/ 30 h 132"/>
                <a:gd name="T68" fmla="*/ 126 w 132"/>
                <a:gd name="T69" fmla="*/ 41 h 132"/>
                <a:gd name="T70" fmla="*/ 130 w 132"/>
                <a:gd name="T71" fmla="*/ 54 h 132"/>
                <a:gd name="T72" fmla="*/ 132 w 132"/>
                <a:gd name="T73" fmla="*/ 66 h 132"/>
                <a:gd name="T74" fmla="*/ 132 w 132"/>
                <a:gd name="T75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32">
                  <a:moveTo>
                    <a:pt x="132" y="66"/>
                  </a:moveTo>
                  <a:lnTo>
                    <a:pt x="132" y="66"/>
                  </a:lnTo>
                  <a:lnTo>
                    <a:pt x="130" y="80"/>
                  </a:lnTo>
                  <a:lnTo>
                    <a:pt x="126" y="92"/>
                  </a:lnTo>
                  <a:lnTo>
                    <a:pt x="119" y="103"/>
                  </a:lnTo>
                  <a:lnTo>
                    <a:pt x="112" y="113"/>
                  </a:lnTo>
                  <a:lnTo>
                    <a:pt x="103" y="121"/>
                  </a:lnTo>
                  <a:lnTo>
                    <a:pt x="90" y="128"/>
                  </a:lnTo>
                  <a:lnTo>
                    <a:pt x="78" y="131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52" y="131"/>
                  </a:lnTo>
                  <a:lnTo>
                    <a:pt x="40" y="128"/>
                  </a:lnTo>
                  <a:lnTo>
                    <a:pt x="29" y="121"/>
                  </a:lnTo>
                  <a:lnTo>
                    <a:pt x="19" y="113"/>
                  </a:lnTo>
                  <a:lnTo>
                    <a:pt x="11" y="103"/>
                  </a:lnTo>
                  <a:lnTo>
                    <a:pt x="4" y="92"/>
                  </a:lnTo>
                  <a:lnTo>
                    <a:pt x="1" y="80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54"/>
                  </a:lnTo>
                  <a:lnTo>
                    <a:pt x="4" y="41"/>
                  </a:lnTo>
                  <a:lnTo>
                    <a:pt x="11" y="30"/>
                  </a:lnTo>
                  <a:lnTo>
                    <a:pt x="19" y="20"/>
                  </a:lnTo>
                  <a:lnTo>
                    <a:pt x="29" y="13"/>
                  </a:lnTo>
                  <a:lnTo>
                    <a:pt x="40" y="6"/>
                  </a:lnTo>
                  <a:lnTo>
                    <a:pt x="52" y="2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8" y="2"/>
                  </a:lnTo>
                  <a:lnTo>
                    <a:pt x="90" y="6"/>
                  </a:lnTo>
                  <a:lnTo>
                    <a:pt x="103" y="13"/>
                  </a:lnTo>
                  <a:lnTo>
                    <a:pt x="112" y="20"/>
                  </a:lnTo>
                  <a:lnTo>
                    <a:pt x="119" y="30"/>
                  </a:lnTo>
                  <a:lnTo>
                    <a:pt x="126" y="41"/>
                  </a:lnTo>
                  <a:lnTo>
                    <a:pt x="130" y="54"/>
                  </a:lnTo>
                  <a:lnTo>
                    <a:pt x="132" y="66"/>
                  </a:lnTo>
                  <a:lnTo>
                    <a:pt x="132" y="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0" name="Freeform 63"/>
            <p:cNvSpPr>
              <a:spLocks/>
            </p:cNvSpPr>
            <p:nvPr/>
          </p:nvSpPr>
          <p:spPr bwMode="auto">
            <a:xfrm>
              <a:off x="8186072" y="1258815"/>
              <a:ext cx="134827" cy="137970"/>
            </a:xfrm>
            <a:custGeom>
              <a:avLst/>
              <a:gdLst>
                <a:gd name="T0" fmla="*/ 347 w 386"/>
                <a:gd name="T1" fmla="*/ 193 h 395"/>
                <a:gd name="T2" fmla="*/ 347 w 386"/>
                <a:gd name="T3" fmla="*/ 193 h 395"/>
                <a:gd name="T4" fmla="*/ 346 w 386"/>
                <a:gd name="T5" fmla="*/ 175 h 395"/>
                <a:gd name="T6" fmla="*/ 343 w 386"/>
                <a:gd name="T7" fmla="*/ 159 h 395"/>
                <a:gd name="T8" fmla="*/ 386 w 386"/>
                <a:gd name="T9" fmla="*/ 133 h 395"/>
                <a:gd name="T10" fmla="*/ 342 w 386"/>
                <a:gd name="T11" fmla="*/ 57 h 395"/>
                <a:gd name="T12" fmla="*/ 297 w 386"/>
                <a:gd name="T13" fmla="*/ 82 h 395"/>
                <a:gd name="T14" fmla="*/ 297 w 386"/>
                <a:gd name="T15" fmla="*/ 82 h 395"/>
                <a:gd name="T16" fmla="*/ 283 w 386"/>
                <a:gd name="T17" fmla="*/ 71 h 395"/>
                <a:gd name="T18" fmla="*/ 266 w 386"/>
                <a:gd name="T19" fmla="*/ 61 h 395"/>
                <a:gd name="T20" fmla="*/ 250 w 386"/>
                <a:gd name="T21" fmla="*/ 53 h 395"/>
                <a:gd name="T22" fmla="*/ 232 w 386"/>
                <a:gd name="T23" fmla="*/ 46 h 395"/>
                <a:gd name="T24" fmla="*/ 232 w 386"/>
                <a:gd name="T25" fmla="*/ 0 h 395"/>
                <a:gd name="T26" fmla="*/ 144 w 386"/>
                <a:gd name="T27" fmla="*/ 0 h 395"/>
                <a:gd name="T28" fmla="*/ 144 w 386"/>
                <a:gd name="T29" fmla="*/ 46 h 395"/>
                <a:gd name="T30" fmla="*/ 144 w 386"/>
                <a:gd name="T31" fmla="*/ 46 h 395"/>
                <a:gd name="T32" fmla="*/ 129 w 386"/>
                <a:gd name="T33" fmla="*/ 53 h 395"/>
                <a:gd name="T34" fmla="*/ 114 w 386"/>
                <a:gd name="T35" fmla="*/ 61 h 395"/>
                <a:gd name="T36" fmla="*/ 99 w 386"/>
                <a:gd name="T37" fmla="*/ 71 h 395"/>
                <a:gd name="T38" fmla="*/ 85 w 386"/>
                <a:gd name="T39" fmla="*/ 82 h 395"/>
                <a:gd name="T40" fmla="*/ 43 w 386"/>
                <a:gd name="T41" fmla="*/ 57 h 395"/>
                <a:gd name="T42" fmla="*/ 0 w 386"/>
                <a:gd name="T43" fmla="*/ 133 h 395"/>
                <a:gd name="T44" fmla="*/ 44 w 386"/>
                <a:gd name="T45" fmla="*/ 159 h 395"/>
                <a:gd name="T46" fmla="*/ 44 w 386"/>
                <a:gd name="T47" fmla="*/ 159 h 395"/>
                <a:gd name="T48" fmla="*/ 40 w 386"/>
                <a:gd name="T49" fmla="*/ 175 h 395"/>
                <a:gd name="T50" fmla="*/ 40 w 386"/>
                <a:gd name="T51" fmla="*/ 193 h 395"/>
                <a:gd name="T52" fmla="*/ 40 w 386"/>
                <a:gd name="T53" fmla="*/ 193 h 395"/>
                <a:gd name="T54" fmla="*/ 40 w 386"/>
                <a:gd name="T55" fmla="*/ 212 h 395"/>
                <a:gd name="T56" fmla="*/ 44 w 386"/>
                <a:gd name="T57" fmla="*/ 229 h 395"/>
                <a:gd name="T58" fmla="*/ 0 w 386"/>
                <a:gd name="T59" fmla="*/ 255 h 395"/>
                <a:gd name="T60" fmla="*/ 44 w 386"/>
                <a:gd name="T61" fmla="*/ 330 h 395"/>
                <a:gd name="T62" fmla="*/ 85 w 386"/>
                <a:gd name="T63" fmla="*/ 306 h 395"/>
                <a:gd name="T64" fmla="*/ 85 w 386"/>
                <a:gd name="T65" fmla="*/ 306 h 395"/>
                <a:gd name="T66" fmla="*/ 99 w 386"/>
                <a:gd name="T67" fmla="*/ 317 h 395"/>
                <a:gd name="T68" fmla="*/ 114 w 386"/>
                <a:gd name="T69" fmla="*/ 326 h 395"/>
                <a:gd name="T70" fmla="*/ 129 w 386"/>
                <a:gd name="T71" fmla="*/ 334 h 395"/>
                <a:gd name="T72" fmla="*/ 144 w 386"/>
                <a:gd name="T73" fmla="*/ 341 h 395"/>
                <a:gd name="T74" fmla="*/ 144 w 386"/>
                <a:gd name="T75" fmla="*/ 395 h 395"/>
                <a:gd name="T76" fmla="*/ 232 w 386"/>
                <a:gd name="T77" fmla="*/ 395 h 395"/>
                <a:gd name="T78" fmla="*/ 232 w 386"/>
                <a:gd name="T79" fmla="*/ 341 h 395"/>
                <a:gd name="T80" fmla="*/ 232 w 386"/>
                <a:gd name="T81" fmla="*/ 341 h 395"/>
                <a:gd name="T82" fmla="*/ 250 w 386"/>
                <a:gd name="T83" fmla="*/ 334 h 395"/>
                <a:gd name="T84" fmla="*/ 266 w 386"/>
                <a:gd name="T85" fmla="*/ 326 h 395"/>
                <a:gd name="T86" fmla="*/ 283 w 386"/>
                <a:gd name="T87" fmla="*/ 317 h 395"/>
                <a:gd name="T88" fmla="*/ 297 w 386"/>
                <a:gd name="T89" fmla="*/ 306 h 395"/>
                <a:gd name="T90" fmla="*/ 342 w 386"/>
                <a:gd name="T91" fmla="*/ 330 h 395"/>
                <a:gd name="T92" fmla="*/ 386 w 386"/>
                <a:gd name="T93" fmla="*/ 255 h 395"/>
                <a:gd name="T94" fmla="*/ 342 w 386"/>
                <a:gd name="T95" fmla="*/ 229 h 395"/>
                <a:gd name="T96" fmla="*/ 342 w 386"/>
                <a:gd name="T97" fmla="*/ 229 h 395"/>
                <a:gd name="T98" fmla="*/ 346 w 386"/>
                <a:gd name="T99" fmla="*/ 212 h 395"/>
                <a:gd name="T100" fmla="*/ 347 w 386"/>
                <a:gd name="T101" fmla="*/ 193 h 395"/>
                <a:gd name="T102" fmla="*/ 347 w 386"/>
                <a:gd name="T103" fmla="*/ 193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6" h="395">
                  <a:moveTo>
                    <a:pt x="347" y="193"/>
                  </a:moveTo>
                  <a:lnTo>
                    <a:pt x="347" y="193"/>
                  </a:lnTo>
                  <a:lnTo>
                    <a:pt x="346" y="175"/>
                  </a:lnTo>
                  <a:lnTo>
                    <a:pt x="343" y="159"/>
                  </a:lnTo>
                  <a:lnTo>
                    <a:pt x="386" y="133"/>
                  </a:lnTo>
                  <a:lnTo>
                    <a:pt x="342" y="57"/>
                  </a:lnTo>
                  <a:lnTo>
                    <a:pt x="297" y="82"/>
                  </a:lnTo>
                  <a:lnTo>
                    <a:pt x="297" y="82"/>
                  </a:lnTo>
                  <a:lnTo>
                    <a:pt x="283" y="71"/>
                  </a:lnTo>
                  <a:lnTo>
                    <a:pt x="266" y="61"/>
                  </a:lnTo>
                  <a:lnTo>
                    <a:pt x="250" y="53"/>
                  </a:lnTo>
                  <a:lnTo>
                    <a:pt x="232" y="46"/>
                  </a:lnTo>
                  <a:lnTo>
                    <a:pt x="232" y="0"/>
                  </a:lnTo>
                  <a:lnTo>
                    <a:pt x="144" y="0"/>
                  </a:lnTo>
                  <a:lnTo>
                    <a:pt x="144" y="46"/>
                  </a:lnTo>
                  <a:lnTo>
                    <a:pt x="144" y="46"/>
                  </a:lnTo>
                  <a:lnTo>
                    <a:pt x="129" y="53"/>
                  </a:lnTo>
                  <a:lnTo>
                    <a:pt x="114" y="61"/>
                  </a:lnTo>
                  <a:lnTo>
                    <a:pt x="99" y="71"/>
                  </a:lnTo>
                  <a:lnTo>
                    <a:pt x="85" y="82"/>
                  </a:lnTo>
                  <a:lnTo>
                    <a:pt x="43" y="57"/>
                  </a:lnTo>
                  <a:lnTo>
                    <a:pt x="0" y="133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0" y="175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212"/>
                  </a:lnTo>
                  <a:lnTo>
                    <a:pt x="44" y="229"/>
                  </a:lnTo>
                  <a:lnTo>
                    <a:pt x="0" y="255"/>
                  </a:lnTo>
                  <a:lnTo>
                    <a:pt x="44" y="330"/>
                  </a:lnTo>
                  <a:lnTo>
                    <a:pt x="85" y="306"/>
                  </a:lnTo>
                  <a:lnTo>
                    <a:pt x="85" y="306"/>
                  </a:lnTo>
                  <a:lnTo>
                    <a:pt x="99" y="317"/>
                  </a:lnTo>
                  <a:lnTo>
                    <a:pt x="114" y="326"/>
                  </a:lnTo>
                  <a:lnTo>
                    <a:pt x="129" y="334"/>
                  </a:lnTo>
                  <a:lnTo>
                    <a:pt x="144" y="341"/>
                  </a:lnTo>
                  <a:lnTo>
                    <a:pt x="144" y="395"/>
                  </a:lnTo>
                  <a:lnTo>
                    <a:pt x="232" y="395"/>
                  </a:lnTo>
                  <a:lnTo>
                    <a:pt x="232" y="341"/>
                  </a:lnTo>
                  <a:lnTo>
                    <a:pt x="232" y="341"/>
                  </a:lnTo>
                  <a:lnTo>
                    <a:pt x="250" y="334"/>
                  </a:lnTo>
                  <a:lnTo>
                    <a:pt x="266" y="326"/>
                  </a:lnTo>
                  <a:lnTo>
                    <a:pt x="283" y="317"/>
                  </a:lnTo>
                  <a:lnTo>
                    <a:pt x="297" y="306"/>
                  </a:lnTo>
                  <a:lnTo>
                    <a:pt x="342" y="330"/>
                  </a:lnTo>
                  <a:lnTo>
                    <a:pt x="386" y="255"/>
                  </a:lnTo>
                  <a:lnTo>
                    <a:pt x="342" y="229"/>
                  </a:lnTo>
                  <a:lnTo>
                    <a:pt x="342" y="229"/>
                  </a:lnTo>
                  <a:lnTo>
                    <a:pt x="346" y="212"/>
                  </a:lnTo>
                  <a:lnTo>
                    <a:pt x="347" y="193"/>
                  </a:lnTo>
                  <a:lnTo>
                    <a:pt x="34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grpSp>
          <p:nvGrpSpPr>
            <p:cNvPr id="911" name="Gruppieren 910"/>
            <p:cNvGrpSpPr/>
            <p:nvPr/>
          </p:nvGrpSpPr>
          <p:grpSpPr>
            <a:xfrm>
              <a:off x="8045691" y="1070974"/>
              <a:ext cx="179322" cy="219935"/>
              <a:chOff x="5475849" y="1390300"/>
              <a:chExt cx="1675597" cy="2055082"/>
            </a:xfrm>
          </p:grpSpPr>
          <p:grpSp>
            <p:nvGrpSpPr>
              <p:cNvPr id="912" name="Gruppieren 91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914" name="Freihandform 91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15" name="Freihandform 91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913" name="Ellipse 91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sp>
        <p:nvSpPr>
          <p:cNvPr id="919" name="Textfeld 918">
            <a:extLst>
              <a:ext uri="{FF2B5EF4-FFF2-40B4-BE49-F238E27FC236}">
                <a16:creationId xmlns:a16="http://schemas.microsoft.com/office/drawing/2014/main" id="{AC6841EE-52A8-881A-8F70-EF376F870D81}"/>
              </a:ext>
            </a:extLst>
          </p:cNvPr>
          <p:cNvSpPr txBox="1"/>
          <p:nvPr/>
        </p:nvSpPr>
        <p:spPr>
          <a:xfrm>
            <a:off x="1800693" y="6291239"/>
            <a:ext cx="5034937" cy="4348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For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further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icons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free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collection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from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“Streamline”. </a:t>
            </a:r>
            <a:br>
              <a:rPr lang="de-DE" sz="1200" dirty="0">
                <a:latin typeface="Roboto" panose="02000000000000000000" pitchFamily="2" charset="0"/>
              </a:rPr>
            </a:br>
            <a:r>
              <a:rPr lang="de-DE" sz="1200" u="none" strike="noStrike" dirty="0">
                <a:solidFill>
                  <a:srgbClr val="080808"/>
                </a:solidFill>
                <a:effectLst/>
                <a:latin typeface="Roboto" panose="02000000000000000000" pitchFamily="2" charset="0"/>
              </a:rPr>
              <a:t>Core Line – Free  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  <a:hlinkClick r:id="rId2"/>
              </a:rPr>
              <a:t>https://www.streamlinehq.com/icons/core-line-free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2F7452D-9727-8F5B-FBC0-1DEE9B198BBF}"/>
              </a:ext>
            </a:extLst>
          </p:cNvPr>
          <p:cNvGrpSpPr/>
          <p:nvPr/>
        </p:nvGrpSpPr>
        <p:grpSpPr>
          <a:xfrm>
            <a:off x="10844602" y="2807644"/>
            <a:ext cx="384263" cy="377775"/>
            <a:chOff x="7067496" y="409150"/>
            <a:chExt cx="3145731" cy="3092618"/>
          </a:xfrm>
        </p:grpSpPr>
        <p:sp>
          <p:nvSpPr>
            <p:cNvPr id="917" name="Rechteck: abgerundete Ecken 5">
              <a:extLst>
                <a:ext uri="{FF2B5EF4-FFF2-40B4-BE49-F238E27FC236}">
                  <a16:creationId xmlns:a16="http://schemas.microsoft.com/office/drawing/2014/main" id="{3BC9EFD2-9DA6-7D22-BA96-D19A2B9B2B2C}"/>
                </a:ext>
              </a:extLst>
            </p:cNvPr>
            <p:cNvSpPr/>
            <p:nvPr/>
          </p:nvSpPr>
          <p:spPr>
            <a:xfrm>
              <a:off x="7310163" y="817627"/>
              <a:ext cx="1203593" cy="506273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5050" h="771885">
                  <a:moveTo>
                    <a:pt x="463704" y="497883"/>
                  </a:moveTo>
                  <a:lnTo>
                    <a:pt x="249502" y="499003"/>
                  </a:lnTo>
                  <a:cubicBezTo>
                    <a:pt x="111706" y="499003"/>
                    <a:pt x="0" y="387297"/>
                    <a:pt x="0" y="249501"/>
                  </a:cubicBezTo>
                  <a:lnTo>
                    <a:pt x="0" y="249502"/>
                  </a:lnTo>
                  <a:cubicBezTo>
                    <a:pt x="0" y="111706"/>
                    <a:pt x="111706" y="0"/>
                    <a:pt x="249502" y="0"/>
                  </a:cubicBezTo>
                  <a:lnTo>
                    <a:pt x="1585548" y="0"/>
                  </a:lnTo>
                  <a:cubicBezTo>
                    <a:pt x="1723344" y="0"/>
                    <a:pt x="1835050" y="111706"/>
                    <a:pt x="1835050" y="249502"/>
                  </a:cubicBezTo>
                  <a:lnTo>
                    <a:pt x="1835049" y="249502"/>
                  </a:lnTo>
                  <a:cubicBezTo>
                    <a:pt x="1835049" y="387298"/>
                    <a:pt x="1723343" y="499004"/>
                    <a:pt x="1585547" y="499004"/>
                  </a:cubicBezTo>
                  <a:lnTo>
                    <a:pt x="773266" y="497882"/>
                  </a:lnTo>
                  <a:cubicBezTo>
                    <a:pt x="585393" y="500499"/>
                    <a:pt x="511223" y="562401"/>
                    <a:pt x="496407" y="771885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sp>
          <p:nvSpPr>
            <p:cNvPr id="918" name="Rechteck: abgerundete Ecken 5">
              <a:extLst>
                <a:ext uri="{FF2B5EF4-FFF2-40B4-BE49-F238E27FC236}">
                  <a16:creationId xmlns:a16="http://schemas.microsoft.com/office/drawing/2014/main" id="{C08BF243-2AC2-C17F-2469-6D584ECFCB20}"/>
                </a:ext>
              </a:extLst>
            </p:cNvPr>
            <p:cNvSpPr/>
            <p:nvPr/>
          </p:nvSpPr>
          <p:spPr>
            <a:xfrm rot="10800000">
              <a:off x="8839583" y="2681351"/>
              <a:ext cx="1203593" cy="507849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8699 h 772701"/>
                <a:gd name="connsiteX1" fmla="*/ 249502 w 1835050"/>
                <a:gd name="connsiteY1" fmla="*/ 499819 h 772701"/>
                <a:gd name="connsiteX2" fmla="*/ 0 w 1835050"/>
                <a:gd name="connsiteY2" fmla="*/ 250317 h 772701"/>
                <a:gd name="connsiteX3" fmla="*/ 0 w 1835050"/>
                <a:gd name="connsiteY3" fmla="*/ 250318 h 772701"/>
                <a:gd name="connsiteX4" fmla="*/ 249502 w 1835050"/>
                <a:gd name="connsiteY4" fmla="*/ 816 h 772701"/>
                <a:gd name="connsiteX5" fmla="*/ 1370168 w 1835050"/>
                <a:gd name="connsiteY5" fmla="*/ 0 h 772701"/>
                <a:gd name="connsiteX6" fmla="*/ 1585548 w 1835050"/>
                <a:gd name="connsiteY6" fmla="*/ 816 h 772701"/>
                <a:gd name="connsiteX7" fmla="*/ 1835050 w 1835050"/>
                <a:gd name="connsiteY7" fmla="*/ 250318 h 772701"/>
                <a:gd name="connsiteX8" fmla="*/ 1835049 w 1835050"/>
                <a:gd name="connsiteY8" fmla="*/ 250318 h 772701"/>
                <a:gd name="connsiteX9" fmla="*/ 1585547 w 1835050"/>
                <a:gd name="connsiteY9" fmla="*/ 499820 h 772701"/>
                <a:gd name="connsiteX10" fmla="*/ 773266 w 1835050"/>
                <a:gd name="connsiteY10" fmla="*/ 498698 h 772701"/>
                <a:gd name="connsiteX11" fmla="*/ 496407 w 1835050"/>
                <a:gd name="connsiteY11" fmla="*/ 772701 h 772701"/>
                <a:gd name="connsiteX0" fmla="*/ 463704 w 1835050"/>
                <a:gd name="connsiteY0" fmla="*/ 500287 h 774289"/>
                <a:gd name="connsiteX1" fmla="*/ 249502 w 1835050"/>
                <a:gd name="connsiteY1" fmla="*/ 501407 h 774289"/>
                <a:gd name="connsiteX2" fmla="*/ 0 w 1835050"/>
                <a:gd name="connsiteY2" fmla="*/ 251905 h 774289"/>
                <a:gd name="connsiteX3" fmla="*/ 0 w 1835050"/>
                <a:gd name="connsiteY3" fmla="*/ 251906 h 774289"/>
                <a:gd name="connsiteX4" fmla="*/ 249502 w 1835050"/>
                <a:gd name="connsiteY4" fmla="*/ 2404 h 774289"/>
                <a:gd name="connsiteX5" fmla="*/ 1155855 w 1835050"/>
                <a:gd name="connsiteY5" fmla="*/ 0 h 774289"/>
                <a:gd name="connsiteX6" fmla="*/ 1370168 w 1835050"/>
                <a:gd name="connsiteY6" fmla="*/ 1588 h 774289"/>
                <a:gd name="connsiteX7" fmla="*/ 1585548 w 1835050"/>
                <a:gd name="connsiteY7" fmla="*/ 2404 h 774289"/>
                <a:gd name="connsiteX8" fmla="*/ 1835050 w 1835050"/>
                <a:gd name="connsiteY8" fmla="*/ 251906 h 774289"/>
                <a:gd name="connsiteX9" fmla="*/ 1835049 w 1835050"/>
                <a:gd name="connsiteY9" fmla="*/ 251906 h 774289"/>
                <a:gd name="connsiteX10" fmla="*/ 1585547 w 1835050"/>
                <a:gd name="connsiteY10" fmla="*/ 501408 h 774289"/>
                <a:gd name="connsiteX11" fmla="*/ 773266 w 1835050"/>
                <a:gd name="connsiteY11" fmla="*/ 500286 h 774289"/>
                <a:gd name="connsiteX12" fmla="*/ 496407 w 1835050"/>
                <a:gd name="connsiteY12" fmla="*/ 774289 h 7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50" h="774289">
                  <a:moveTo>
                    <a:pt x="463704" y="500287"/>
                  </a:moveTo>
                  <a:lnTo>
                    <a:pt x="249502" y="501407"/>
                  </a:lnTo>
                  <a:cubicBezTo>
                    <a:pt x="111706" y="501407"/>
                    <a:pt x="0" y="389701"/>
                    <a:pt x="0" y="251905"/>
                  </a:cubicBezTo>
                  <a:lnTo>
                    <a:pt x="0" y="251906"/>
                  </a:lnTo>
                  <a:cubicBezTo>
                    <a:pt x="0" y="114110"/>
                    <a:pt x="111706" y="2404"/>
                    <a:pt x="249502" y="2404"/>
                  </a:cubicBezTo>
                  <a:lnTo>
                    <a:pt x="1155855" y="0"/>
                  </a:lnTo>
                  <a:lnTo>
                    <a:pt x="1370168" y="1588"/>
                  </a:lnTo>
                  <a:lnTo>
                    <a:pt x="1585548" y="2404"/>
                  </a:lnTo>
                  <a:cubicBezTo>
                    <a:pt x="1723344" y="2404"/>
                    <a:pt x="1835050" y="114110"/>
                    <a:pt x="1835050" y="251906"/>
                  </a:cubicBezTo>
                  <a:lnTo>
                    <a:pt x="1835049" y="251906"/>
                  </a:lnTo>
                  <a:cubicBezTo>
                    <a:pt x="1835049" y="389702"/>
                    <a:pt x="1723343" y="501408"/>
                    <a:pt x="1585547" y="501408"/>
                  </a:cubicBezTo>
                  <a:lnTo>
                    <a:pt x="773266" y="500286"/>
                  </a:lnTo>
                  <a:cubicBezTo>
                    <a:pt x="585393" y="502903"/>
                    <a:pt x="511223" y="564805"/>
                    <a:pt x="496407" y="774289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grpSp>
          <p:nvGrpSpPr>
            <p:cNvPr id="920" name="Gruppieren 919">
              <a:extLst>
                <a:ext uri="{FF2B5EF4-FFF2-40B4-BE49-F238E27FC236}">
                  <a16:creationId xmlns:a16="http://schemas.microsoft.com/office/drawing/2014/main" id="{04BBE30F-DA36-9CEF-C4A8-5EA05D605037}"/>
                </a:ext>
              </a:extLst>
            </p:cNvPr>
            <p:cNvGrpSpPr/>
            <p:nvPr/>
          </p:nvGrpSpPr>
          <p:grpSpPr>
            <a:xfrm>
              <a:off x="7678891" y="1160950"/>
              <a:ext cx="1203594" cy="685774"/>
              <a:chOff x="872559" y="1259322"/>
              <a:chExt cx="1835051" cy="1045561"/>
            </a:xfrm>
          </p:grpSpPr>
          <p:sp>
            <p:nvSpPr>
              <p:cNvPr id="930" name="Rechteck: abgerundete Ecken 5">
                <a:extLst>
                  <a:ext uri="{FF2B5EF4-FFF2-40B4-BE49-F238E27FC236}">
                    <a16:creationId xmlns:a16="http://schemas.microsoft.com/office/drawing/2014/main" id="{A53E5D27-F9A2-93E5-E255-DAFEB9F7659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1" name="Rechteck: abgerundete Ecken 5">
                <a:extLst>
                  <a:ext uri="{FF2B5EF4-FFF2-40B4-BE49-F238E27FC236}">
                    <a16:creationId xmlns:a16="http://schemas.microsoft.com/office/drawing/2014/main" id="{875EDAD6-3EDB-F4C4-6710-7DAA85682143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1" name="Gruppieren 920">
              <a:extLst>
                <a:ext uri="{FF2B5EF4-FFF2-40B4-BE49-F238E27FC236}">
                  <a16:creationId xmlns:a16="http://schemas.microsoft.com/office/drawing/2014/main" id="{0B78472D-8AA4-1DF4-B328-8BA88F0A71C5}"/>
                </a:ext>
              </a:extLst>
            </p:cNvPr>
            <p:cNvGrpSpPr/>
            <p:nvPr/>
          </p:nvGrpSpPr>
          <p:grpSpPr>
            <a:xfrm rot="19462032">
              <a:off x="7067496" y="409150"/>
              <a:ext cx="3145731" cy="3092618"/>
              <a:chOff x="107532" y="118163"/>
              <a:chExt cx="3425813" cy="3367971"/>
            </a:xfrm>
          </p:grpSpPr>
          <p:sp>
            <p:nvSpPr>
              <p:cNvPr id="928" name="Bogen 927">
                <a:extLst>
                  <a:ext uri="{FF2B5EF4-FFF2-40B4-BE49-F238E27FC236}">
                    <a16:creationId xmlns:a16="http://schemas.microsoft.com/office/drawing/2014/main" id="{FE242121-CBCC-2AE3-9798-A065CFCEE2E7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970791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29" name="Bogen 928">
                <a:extLst>
                  <a:ext uri="{FF2B5EF4-FFF2-40B4-BE49-F238E27FC236}">
                    <a16:creationId xmlns:a16="http://schemas.microsoft.com/office/drawing/2014/main" id="{D93F7EC7-4D14-F70C-83E1-1620471BB3B2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897516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922" name="Gruppieren 921">
              <a:extLst>
                <a:ext uri="{FF2B5EF4-FFF2-40B4-BE49-F238E27FC236}">
                  <a16:creationId xmlns:a16="http://schemas.microsoft.com/office/drawing/2014/main" id="{B51B93CC-9207-27A1-2724-89F70B559873}"/>
                </a:ext>
              </a:extLst>
            </p:cNvPr>
            <p:cNvGrpSpPr/>
            <p:nvPr/>
          </p:nvGrpSpPr>
          <p:grpSpPr>
            <a:xfrm>
              <a:off x="8048237" y="1682297"/>
              <a:ext cx="1203594" cy="685774"/>
              <a:chOff x="872559" y="1259322"/>
              <a:chExt cx="1835051" cy="1045561"/>
            </a:xfrm>
          </p:grpSpPr>
          <p:sp>
            <p:nvSpPr>
              <p:cNvPr id="926" name="Rechteck: abgerundete Ecken 5">
                <a:extLst>
                  <a:ext uri="{FF2B5EF4-FFF2-40B4-BE49-F238E27FC236}">
                    <a16:creationId xmlns:a16="http://schemas.microsoft.com/office/drawing/2014/main" id="{244D170C-9963-9678-D5E7-F9201AD9C1EC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7" name="Rechteck: abgerundete Ecken 5">
                <a:extLst>
                  <a:ext uri="{FF2B5EF4-FFF2-40B4-BE49-F238E27FC236}">
                    <a16:creationId xmlns:a16="http://schemas.microsoft.com/office/drawing/2014/main" id="{75E74CDD-7C32-B294-59BC-111428DA1F0E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3" name="Gruppieren 922">
              <a:extLst>
                <a:ext uri="{FF2B5EF4-FFF2-40B4-BE49-F238E27FC236}">
                  <a16:creationId xmlns:a16="http://schemas.microsoft.com/office/drawing/2014/main" id="{73097017-DA61-AAC4-2BAF-A043BEED9D62}"/>
                </a:ext>
              </a:extLst>
            </p:cNvPr>
            <p:cNvGrpSpPr/>
            <p:nvPr/>
          </p:nvGrpSpPr>
          <p:grpSpPr>
            <a:xfrm>
              <a:off x="8430028" y="2191316"/>
              <a:ext cx="1203594" cy="685774"/>
              <a:chOff x="872559" y="1259322"/>
              <a:chExt cx="1835051" cy="1045561"/>
            </a:xfrm>
          </p:grpSpPr>
          <p:sp>
            <p:nvSpPr>
              <p:cNvPr id="924" name="Rechteck: abgerundete Ecken 5">
                <a:extLst>
                  <a:ext uri="{FF2B5EF4-FFF2-40B4-BE49-F238E27FC236}">
                    <a16:creationId xmlns:a16="http://schemas.microsoft.com/office/drawing/2014/main" id="{3DFFBC00-F3FB-CBA4-68D8-459DC0E06E8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5" name="Rechteck: abgerundete Ecken 5">
                <a:extLst>
                  <a:ext uri="{FF2B5EF4-FFF2-40B4-BE49-F238E27FC236}">
                    <a16:creationId xmlns:a16="http://schemas.microsoft.com/office/drawing/2014/main" id="{CA4A0DD0-C8B7-286A-6F66-2E81C3889369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</p:grpSp>
      <p:grpSp>
        <p:nvGrpSpPr>
          <p:cNvPr id="932" name="Gruppieren 931">
            <a:extLst>
              <a:ext uri="{FF2B5EF4-FFF2-40B4-BE49-F238E27FC236}">
                <a16:creationId xmlns:a16="http://schemas.microsoft.com/office/drawing/2014/main" id="{7300EE65-1FE4-3658-87EE-60F486E9F631}"/>
              </a:ext>
            </a:extLst>
          </p:cNvPr>
          <p:cNvGrpSpPr/>
          <p:nvPr/>
        </p:nvGrpSpPr>
        <p:grpSpPr>
          <a:xfrm>
            <a:off x="11446174" y="2807644"/>
            <a:ext cx="384263" cy="377775"/>
            <a:chOff x="10565298" y="2358520"/>
            <a:chExt cx="1257117" cy="1235892"/>
          </a:xfrm>
        </p:grpSpPr>
        <p:grpSp>
          <p:nvGrpSpPr>
            <p:cNvPr id="933" name="Gruppieren 932">
              <a:extLst>
                <a:ext uri="{FF2B5EF4-FFF2-40B4-BE49-F238E27FC236}">
                  <a16:creationId xmlns:a16="http://schemas.microsoft.com/office/drawing/2014/main" id="{4C89BCD5-0C0E-5150-DE60-0AA97FE37CD3}"/>
                </a:ext>
              </a:extLst>
            </p:cNvPr>
            <p:cNvGrpSpPr/>
            <p:nvPr/>
          </p:nvGrpSpPr>
          <p:grpSpPr>
            <a:xfrm>
              <a:off x="10578921" y="2523214"/>
              <a:ext cx="1202805" cy="946288"/>
              <a:chOff x="10662274" y="2521758"/>
              <a:chExt cx="780701" cy="614204"/>
            </a:xfrm>
          </p:grpSpPr>
          <p:sp>
            <p:nvSpPr>
              <p:cNvPr id="937" name="Rechteck: abgerundete Ecken 5">
                <a:extLst>
                  <a:ext uri="{FF2B5EF4-FFF2-40B4-BE49-F238E27FC236}">
                    <a16:creationId xmlns:a16="http://schemas.microsoft.com/office/drawing/2014/main" id="{755435F9-FC4B-8E94-C49A-56DE625831FD}"/>
                  </a:ext>
                </a:extLst>
              </p:cNvPr>
              <p:cNvSpPr/>
              <p:nvPr/>
            </p:nvSpPr>
            <p:spPr>
              <a:xfrm>
                <a:off x="10662274" y="2521758"/>
                <a:ext cx="480987" cy="20232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35050" h="771885">
                    <a:moveTo>
                      <a:pt x="463704" y="497883"/>
                    </a:moveTo>
                    <a:lnTo>
                      <a:pt x="249502" y="499003"/>
                    </a:lnTo>
                    <a:cubicBezTo>
                      <a:pt x="111706" y="499003"/>
                      <a:pt x="0" y="387297"/>
                      <a:pt x="0" y="249501"/>
                    </a:cubicBezTo>
                    <a:lnTo>
                      <a:pt x="0" y="249502"/>
                    </a:lnTo>
                    <a:cubicBezTo>
                      <a:pt x="0" y="111706"/>
                      <a:pt x="111706" y="0"/>
                      <a:pt x="249502" y="0"/>
                    </a:cubicBezTo>
                    <a:lnTo>
                      <a:pt x="1585548" y="0"/>
                    </a:lnTo>
                    <a:cubicBezTo>
                      <a:pt x="1723344" y="0"/>
                      <a:pt x="1835050" y="111706"/>
                      <a:pt x="1835050" y="249502"/>
                    </a:cubicBezTo>
                    <a:lnTo>
                      <a:pt x="1835049" y="249502"/>
                    </a:lnTo>
                    <a:cubicBezTo>
                      <a:pt x="1835049" y="387298"/>
                      <a:pt x="1723343" y="499004"/>
                      <a:pt x="1585547" y="499004"/>
                    </a:cubicBezTo>
                    <a:lnTo>
                      <a:pt x="773266" y="497882"/>
                    </a:lnTo>
                    <a:cubicBezTo>
                      <a:pt x="585393" y="500499"/>
                      <a:pt x="511223" y="562401"/>
                      <a:pt x="496407" y="771885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8" name="Rechteck: abgerundete Ecken 5">
                <a:extLst>
                  <a:ext uri="{FF2B5EF4-FFF2-40B4-BE49-F238E27FC236}">
                    <a16:creationId xmlns:a16="http://schemas.microsoft.com/office/drawing/2014/main" id="{9D4F035C-315A-814E-157A-CD6173A89C13}"/>
                  </a:ext>
                </a:extLst>
              </p:cNvPr>
              <p:cNvSpPr/>
              <p:nvPr/>
            </p:nvSpPr>
            <p:spPr>
              <a:xfrm rot="10800000">
                <a:off x="10961988" y="2933012"/>
                <a:ext cx="480987" cy="20295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8699 h 772701"/>
                  <a:gd name="connsiteX1" fmla="*/ 249502 w 1835050"/>
                  <a:gd name="connsiteY1" fmla="*/ 499819 h 772701"/>
                  <a:gd name="connsiteX2" fmla="*/ 0 w 1835050"/>
                  <a:gd name="connsiteY2" fmla="*/ 250317 h 772701"/>
                  <a:gd name="connsiteX3" fmla="*/ 0 w 1835050"/>
                  <a:gd name="connsiteY3" fmla="*/ 250318 h 772701"/>
                  <a:gd name="connsiteX4" fmla="*/ 249502 w 1835050"/>
                  <a:gd name="connsiteY4" fmla="*/ 816 h 772701"/>
                  <a:gd name="connsiteX5" fmla="*/ 1370168 w 1835050"/>
                  <a:gd name="connsiteY5" fmla="*/ 0 h 772701"/>
                  <a:gd name="connsiteX6" fmla="*/ 1585548 w 1835050"/>
                  <a:gd name="connsiteY6" fmla="*/ 816 h 772701"/>
                  <a:gd name="connsiteX7" fmla="*/ 1835050 w 1835050"/>
                  <a:gd name="connsiteY7" fmla="*/ 250318 h 772701"/>
                  <a:gd name="connsiteX8" fmla="*/ 1835049 w 1835050"/>
                  <a:gd name="connsiteY8" fmla="*/ 250318 h 772701"/>
                  <a:gd name="connsiteX9" fmla="*/ 1585547 w 1835050"/>
                  <a:gd name="connsiteY9" fmla="*/ 499820 h 772701"/>
                  <a:gd name="connsiteX10" fmla="*/ 773266 w 1835050"/>
                  <a:gd name="connsiteY10" fmla="*/ 498698 h 772701"/>
                  <a:gd name="connsiteX11" fmla="*/ 496407 w 1835050"/>
                  <a:gd name="connsiteY11" fmla="*/ 772701 h 772701"/>
                  <a:gd name="connsiteX0" fmla="*/ 463704 w 1835050"/>
                  <a:gd name="connsiteY0" fmla="*/ 500287 h 774289"/>
                  <a:gd name="connsiteX1" fmla="*/ 249502 w 1835050"/>
                  <a:gd name="connsiteY1" fmla="*/ 501407 h 774289"/>
                  <a:gd name="connsiteX2" fmla="*/ 0 w 1835050"/>
                  <a:gd name="connsiteY2" fmla="*/ 251905 h 774289"/>
                  <a:gd name="connsiteX3" fmla="*/ 0 w 1835050"/>
                  <a:gd name="connsiteY3" fmla="*/ 251906 h 774289"/>
                  <a:gd name="connsiteX4" fmla="*/ 249502 w 1835050"/>
                  <a:gd name="connsiteY4" fmla="*/ 2404 h 774289"/>
                  <a:gd name="connsiteX5" fmla="*/ 1155855 w 1835050"/>
                  <a:gd name="connsiteY5" fmla="*/ 0 h 774289"/>
                  <a:gd name="connsiteX6" fmla="*/ 1370168 w 1835050"/>
                  <a:gd name="connsiteY6" fmla="*/ 1588 h 774289"/>
                  <a:gd name="connsiteX7" fmla="*/ 1585548 w 1835050"/>
                  <a:gd name="connsiteY7" fmla="*/ 2404 h 774289"/>
                  <a:gd name="connsiteX8" fmla="*/ 1835050 w 1835050"/>
                  <a:gd name="connsiteY8" fmla="*/ 251906 h 774289"/>
                  <a:gd name="connsiteX9" fmla="*/ 1835049 w 1835050"/>
                  <a:gd name="connsiteY9" fmla="*/ 251906 h 774289"/>
                  <a:gd name="connsiteX10" fmla="*/ 1585547 w 1835050"/>
                  <a:gd name="connsiteY10" fmla="*/ 501408 h 774289"/>
                  <a:gd name="connsiteX11" fmla="*/ 773266 w 1835050"/>
                  <a:gd name="connsiteY11" fmla="*/ 500286 h 774289"/>
                  <a:gd name="connsiteX12" fmla="*/ 496407 w 1835050"/>
                  <a:gd name="connsiteY12" fmla="*/ 774289 h 774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35050" h="774289">
                    <a:moveTo>
                      <a:pt x="463704" y="500287"/>
                    </a:moveTo>
                    <a:lnTo>
                      <a:pt x="249502" y="501407"/>
                    </a:lnTo>
                    <a:cubicBezTo>
                      <a:pt x="111706" y="501407"/>
                      <a:pt x="0" y="389701"/>
                      <a:pt x="0" y="251905"/>
                    </a:cubicBezTo>
                    <a:lnTo>
                      <a:pt x="0" y="251906"/>
                    </a:lnTo>
                    <a:cubicBezTo>
                      <a:pt x="0" y="114110"/>
                      <a:pt x="111706" y="2404"/>
                      <a:pt x="249502" y="2404"/>
                    </a:cubicBezTo>
                    <a:lnTo>
                      <a:pt x="1155855" y="0"/>
                    </a:lnTo>
                    <a:lnTo>
                      <a:pt x="1370168" y="1588"/>
                    </a:lnTo>
                    <a:lnTo>
                      <a:pt x="1585548" y="2404"/>
                    </a:lnTo>
                    <a:cubicBezTo>
                      <a:pt x="1723344" y="2404"/>
                      <a:pt x="1835050" y="114110"/>
                      <a:pt x="1835050" y="251906"/>
                    </a:cubicBezTo>
                    <a:lnTo>
                      <a:pt x="1835049" y="251906"/>
                    </a:lnTo>
                    <a:cubicBezTo>
                      <a:pt x="1835049" y="389702"/>
                      <a:pt x="1723343" y="501408"/>
                      <a:pt x="1585547" y="501408"/>
                    </a:cubicBezTo>
                    <a:lnTo>
                      <a:pt x="773266" y="500286"/>
                    </a:lnTo>
                    <a:cubicBezTo>
                      <a:pt x="585393" y="502903"/>
                      <a:pt x="511223" y="564805"/>
                      <a:pt x="496407" y="774289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grpSp>
            <p:nvGrpSpPr>
              <p:cNvPr id="939" name="Gruppieren 938">
                <a:extLst>
                  <a:ext uri="{FF2B5EF4-FFF2-40B4-BE49-F238E27FC236}">
                    <a16:creationId xmlns:a16="http://schemas.microsoft.com/office/drawing/2014/main" id="{6411B396-58C3-848E-3F8D-21117381946C}"/>
                  </a:ext>
                </a:extLst>
              </p:cNvPr>
              <p:cNvGrpSpPr/>
              <p:nvPr/>
            </p:nvGrpSpPr>
            <p:grpSpPr>
              <a:xfrm>
                <a:off x="10809628" y="2687716"/>
                <a:ext cx="480988" cy="274053"/>
                <a:chOff x="872559" y="1259322"/>
                <a:chExt cx="1835051" cy="1045561"/>
              </a:xfrm>
            </p:grpSpPr>
            <p:sp>
              <p:nvSpPr>
                <p:cNvPr id="940" name="Rechteck: abgerundete Ecken 5">
                  <a:extLst>
                    <a:ext uri="{FF2B5EF4-FFF2-40B4-BE49-F238E27FC236}">
                      <a16:creationId xmlns:a16="http://schemas.microsoft.com/office/drawing/2014/main" id="{BE20A84D-8A17-96CD-F2E4-EBF0565F1714}"/>
                    </a:ext>
                  </a:extLst>
                </p:cNvPr>
                <p:cNvSpPr/>
                <p:nvPr/>
              </p:nvSpPr>
              <p:spPr>
                <a:xfrm rot="10800000">
                  <a:off x="872559" y="1259322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  <p:sp>
              <p:nvSpPr>
                <p:cNvPr id="941" name="Rechteck: abgerundete Ecken 5">
                  <a:extLst>
                    <a:ext uri="{FF2B5EF4-FFF2-40B4-BE49-F238E27FC236}">
                      <a16:creationId xmlns:a16="http://schemas.microsoft.com/office/drawing/2014/main" id="{211ECD23-F22D-69D3-9FEA-D04FCB415BB0}"/>
                    </a:ext>
                  </a:extLst>
                </p:cNvPr>
                <p:cNvSpPr/>
                <p:nvPr/>
              </p:nvSpPr>
              <p:spPr>
                <a:xfrm>
                  <a:off x="1368967" y="1531410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</p:grpSp>
        </p:grpSp>
        <p:grpSp>
          <p:nvGrpSpPr>
            <p:cNvPr id="934" name="Gruppieren 933">
              <a:extLst>
                <a:ext uri="{FF2B5EF4-FFF2-40B4-BE49-F238E27FC236}">
                  <a16:creationId xmlns:a16="http://schemas.microsoft.com/office/drawing/2014/main" id="{0D80E205-F73F-AA22-732D-BE57798F9378}"/>
                </a:ext>
              </a:extLst>
            </p:cNvPr>
            <p:cNvGrpSpPr/>
            <p:nvPr/>
          </p:nvGrpSpPr>
          <p:grpSpPr>
            <a:xfrm rot="19462032">
              <a:off x="10565298" y="2358520"/>
              <a:ext cx="1257117" cy="1235892"/>
              <a:chOff x="107532" y="118163"/>
              <a:chExt cx="3425813" cy="3367971"/>
            </a:xfrm>
          </p:grpSpPr>
          <p:sp>
            <p:nvSpPr>
              <p:cNvPr id="935" name="Bogen 934">
                <a:extLst>
                  <a:ext uri="{FF2B5EF4-FFF2-40B4-BE49-F238E27FC236}">
                    <a16:creationId xmlns:a16="http://schemas.microsoft.com/office/drawing/2014/main" id="{3CED9835-252B-92F5-583B-22BAEC6F97F3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504289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36" name="Bogen 935">
                <a:extLst>
                  <a:ext uri="{FF2B5EF4-FFF2-40B4-BE49-F238E27FC236}">
                    <a16:creationId xmlns:a16="http://schemas.microsoft.com/office/drawing/2014/main" id="{386050B1-1772-67A8-C0C4-8A1E18DA1409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172582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</p:grpSp>
      <p:grpSp>
        <p:nvGrpSpPr>
          <p:cNvPr id="942" name="Gruppieren 941">
            <a:extLst>
              <a:ext uri="{FF2B5EF4-FFF2-40B4-BE49-F238E27FC236}">
                <a16:creationId xmlns:a16="http://schemas.microsoft.com/office/drawing/2014/main" id="{8F0213E6-AA46-11EE-6EDC-90F7EEBB1707}"/>
              </a:ext>
            </a:extLst>
          </p:cNvPr>
          <p:cNvGrpSpPr/>
          <p:nvPr/>
        </p:nvGrpSpPr>
        <p:grpSpPr>
          <a:xfrm>
            <a:off x="6299037" y="4015955"/>
            <a:ext cx="304410" cy="422242"/>
            <a:chOff x="1775520" y="1909078"/>
            <a:chExt cx="1008112" cy="1398335"/>
          </a:xfrm>
        </p:grpSpPr>
        <p:sp>
          <p:nvSpPr>
            <p:cNvPr id="943" name="Ellipse 7">
              <a:extLst>
                <a:ext uri="{FF2B5EF4-FFF2-40B4-BE49-F238E27FC236}">
                  <a16:creationId xmlns:a16="http://schemas.microsoft.com/office/drawing/2014/main" id="{00D0B1FB-2061-54CD-13D7-ACEE203721B8}"/>
                </a:ext>
              </a:extLst>
            </p:cNvPr>
            <p:cNvSpPr/>
            <p:nvPr/>
          </p:nvSpPr>
          <p:spPr bwMode="auto">
            <a:xfrm>
              <a:off x="1862093" y="2263268"/>
              <a:ext cx="834966" cy="2678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4" name="Ellipse 31">
              <a:extLst>
                <a:ext uri="{FF2B5EF4-FFF2-40B4-BE49-F238E27FC236}">
                  <a16:creationId xmlns:a16="http://schemas.microsoft.com/office/drawing/2014/main" id="{B0DD4238-BE1C-9216-9392-C8B5B7864D19}"/>
                </a:ext>
              </a:extLst>
            </p:cNvPr>
            <p:cNvSpPr/>
            <p:nvPr/>
          </p:nvSpPr>
          <p:spPr bwMode="auto">
            <a:xfrm>
              <a:off x="1958480" y="2620605"/>
              <a:ext cx="642192" cy="206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5" name="Ellipse 32">
              <a:extLst>
                <a:ext uri="{FF2B5EF4-FFF2-40B4-BE49-F238E27FC236}">
                  <a16:creationId xmlns:a16="http://schemas.microsoft.com/office/drawing/2014/main" id="{2B1BD72B-E719-21EB-A7CD-E7D02C084427}"/>
                </a:ext>
              </a:extLst>
            </p:cNvPr>
            <p:cNvSpPr/>
            <p:nvPr/>
          </p:nvSpPr>
          <p:spPr bwMode="auto">
            <a:xfrm>
              <a:off x="2033055" y="2970945"/>
              <a:ext cx="493042" cy="15817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6" name="Ellipse 35">
              <a:extLst>
                <a:ext uri="{FF2B5EF4-FFF2-40B4-BE49-F238E27FC236}">
                  <a16:creationId xmlns:a16="http://schemas.microsoft.com/office/drawing/2014/main" id="{D420C552-775F-BFDE-8801-F273921888C0}"/>
                </a:ext>
              </a:extLst>
            </p:cNvPr>
            <p:cNvSpPr/>
            <p:nvPr/>
          </p:nvSpPr>
          <p:spPr bwMode="auto">
            <a:xfrm>
              <a:off x="1775520" y="1909078"/>
              <a:ext cx="1008112" cy="32341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47" name="Gruppieren 946">
              <a:extLst>
                <a:ext uri="{FF2B5EF4-FFF2-40B4-BE49-F238E27FC236}">
                  <a16:creationId xmlns:a16="http://schemas.microsoft.com/office/drawing/2014/main" id="{48220B8A-FB4F-5501-4749-59E8D174C0EB}"/>
                </a:ext>
              </a:extLst>
            </p:cNvPr>
            <p:cNvGrpSpPr/>
            <p:nvPr/>
          </p:nvGrpSpPr>
          <p:grpSpPr>
            <a:xfrm>
              <a:off x="1969615" y="2008179"/>
              <a:ext cx="637612" cy="1060781"/>
              <a:chOff x="1967643" y="159791"/>
              <a:chExt cx="713991" cy="998173"/>
            </a:xfrm>
          </p:grpSpPr>
          <p:cxnSp>
            <p:nvCxnSpPr>
              <p:cNvPr id="952" name="Gerader Verbinder 43">
                <a:extLst>
                  <a:ext uri="{FF2B5EF4-FFF2-40B4-BE49-F238E27FC236}">
                    <a16:creationId xmlns:a16="http://schemas.microsoft.com/office/drawing/2014/main" id="{60FE5BCC-32D0-7407-9988-077E8DBFEE51}"/>
                  </a:ext>
                </a:extLst>
              </p:cNvPr>
              <p:cNvCxnSpPr/>
              <p:nvPr/>
            </p:nvCxnSpPr>
            <p:spPr bwMode="auto">
              <a:xfrm>
                <a:off x="1967643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3" name="Gerader Verbinder 59">
                <a:extLst>
                  <a:ext uri="{FF2B5EF4-FFF2-40B4-BE49-F238E27FC236}">
                    <a16:creationId xmlns:a16="http://schemas.microsoft.com/office/drawing/2014/main" id="{C8D78625-8CC0-7006-5C6C-A1CED147A2EB}"/>
                  </a:ext>
                </a:extLst>
              </p:cNvPr>
              <p:cNvCxnSpPr/>
              <p:nvPr/>
            </p:nvCxnSpPr>
            <p:spPr bwMode="auto">
              <a:xfrm>
                <a:off x="2681634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48" name="Gruppieren 947">
              <a:extLst>
                <a:ext uri="{FF2B5EF4-FFF2-40B4-BE49-F238E27FC236}">
                  <a16:creationId xmlns:a16="http://schemas.microsoft.com/office/drawing/2014/main" id="{2E5A981F-4BDC-EE35-2F3D-28A4F859312E}"/>
                </a:ext>
              </a:extLst>
            </p:cNvPr>
            <p:cNvGrpSpPr/>
            <p:nvPr/>
          </p:nvGrpSpPr>
          <p:grpSpPr>
            <a:xfrm>
              <a:off x="2107443" y="1961384"/>
              <a:ext cx="364351" cy="1346029"/>
              <a:chOff x="2034749" y="463892"/>
              <a:chExt cx="230426" cy="804868"/>
            </a:xfrm>
          </p:grpSpPr>
          <p:cxnSp>
            <p:nvCxnSpPr>
              <p:cNvPr id="949" name="Gerader Verbinder 64">
                <a:extLst>
                  <a:ext uri="{FF2B5EF4-FFF2-40B4-BE49-F238E27FC236}">
                    <a16:creationId xmlns:a16="http://schemas.microsoft.com/office/drawing/2014/main" id="{25D75753-26E3-52BF-D511-08E9CE7E86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034749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0" name="Gerader Verbinder 65">
                <a:extLst>
                  <a:ext uri="{FF2B5EF4-FFF2-40B4-BE49-F238E27FC236}">
                    <a16:creationId xmlns:a16="http://schemas.microsoft.com/office/drawing/2014/main" id="{4239E971-D444-6532-BAE7-C24B2E3A9B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149962" y="463892"/>
                <a:ext cx="0" cy="80486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1" name="Gerader Verbinder 66">
                <a:extLst>
                  <a:ext uri="{FF2B5EF4-FFF2-40B4-BE49-F238E27FC236}">
                    <a16:creationId xmlns:a16="http://schemas.microsoft.com/office/drawing/2014/main" id="{654CE037-198B-A1BB-4677-23AB65ACEA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265175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954" name="Gruppieren 953">
            <a:extLst>
              <a:ext uri="{FF2B5EF4-FFF2-40B4-BE49-F238E27FC236}">
                <a16:creationId xmlns:a16="http://schemas.microsoft.com/office/drawing/2014/main" id="{CBD1AA3F-6959-75C0-D594-A3C17352E560}"/>
              </a:ext>
            </a:extLst>
          </p:cNvPr>
          <p:cNvGrpSpPr/>
          <p:nvPr/>
        </p:nvGrpSpPr>
        <p:grpSpPr>
          <a:xfrm>
            <a:off x="6727342" y="4038056"/>
            <a:ext cx="277591" cy="322647"/>
            <a:chOff x="7308867" y="2238899"/>
            <a:chExt cx="919300" cy="1068512"/>
          </a:xfrm>
        </p:grpSpPr>
        <p:sp>
          <p:nvSpPr>
            <p:cNvPr id="955" name="Rectangle 270">
              <a:extLst>
                <a:ext uri="{FF2B5EF4-FFF2-40B4-BE49-F238E27FC236}">
                  <a16:creationId xmlns:a16="http://schemas.microsoft.com/office/drawing/2014/main" id="{2F005499-9FA4-64B8-A776-05CE22E3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7261" y="2238899"/>
              <a:ext cx="510906" cy="1068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6" name="Line 274">
              <a:extLst>
                <a:ext uri="{FF2B5EF4-FFF2-40B4-BE49-F238E27FC236}">
                  <a16:creationId xmlns:a16="http://schemas.microsoft.com/office/drawing/2014/main" id="{5735E555-AC44-AEDC-9A9E-4F90836BF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338975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7" name="Line 275">
              <a:extLst>
                <a:ext uri="{FF2B5EF4-FFF2-40B4-BE49-F238E27FC236}">
                  <a16:creationId xmlns:a16="http://schemas.microsoft.com/office/drawing/2014/main" id="{7BDFC0D7-A511-6BD7-D676-1D4C78A2F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444316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8" name="Abgerundetes Rechteck 957">
              <a:extLst>
                <a:ext uri="{FF2B5EF4-FFF2-40B4-BE49-F238E27FC236}">
                  <a16:creationId xmlns:a16="http://schemas.microsoft.com/office/drawing/2014/main" id="{480332BC-7486-D8FC-B97F-75686904674A}"/>
                </a:ext>
              </a:extLst>
            </p:cNvPr>
            <p:cNvSpPr/>
            <p:nvPr/>
          </p:nvSpPr>
          <p:spPr bwMode="auto">
            <a:xfrm>
              <a:off x="8098331" y="2270207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59" name="Rectangle 270">
              <a:extLst>
                <a:ext uri="{FF2B5EF4-FFF2-40B4-BE49-F238E27FC236}">
                  <a16:creationId xmlns:a16="http://schemas.microsoft.com/office/drawing/2014/main" id="{D554BBF8-5275-0A2C-A5B9-30191B700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8867" y="2543687"/>
              <a:ext cx="510906" cy="7637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0" name="Line 274">
              <a:extLst>
                <a:ext uri="{FF2B5EF4-FFF2-40B4-BE49-F238E27FC236}">
                  <a16:creationId xmlns:a16="http://schemas.microsoft.com/office/drawing/2014/main" id="{CE5C10A2-D5C0-5CC7-83D7-FB1245F50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643763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1" name="Line 275">
              <a:extLst>
                <a:ext uri="{FF2B5EF4-FFF2-40B4-BE49-F238E27FC236}">
                  <a16:creationId xmlns:a16="http://schemas.microsoft.com/office/drawing/2014/main" id="{E41AB359-7AE5-540B-15B0-601B0B9AD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747557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2" name="Line 279">
              <a:extLst>
                <a:ext uri="{FF2B5EF4-FFF2-40B4-BE49-F238E27FC236}">
                  <a16:creationId xmlns:a16="http://schemas.microsoft.com/office/drawing/2014/main" id="{8F749E0A-EAB7-B2E2-E3E1-676C63F8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851352"/>
              <a:ext cx="1552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3" name="Abgerundetes Rechteck 962">
              <a:extLst>
                <a:ext uri="{FF2B5EF4-FFF2-40B4-BE49-F238E27FC236}">
                  <a16:creationId xmlns:a16="http://schemas.microsoft.com/office/drawing/2014/main" id="{09B6B436-1E36-93EF-5D92-C13248112ED7}"/>
                </a:ext>
              </a:extLst>
            </p:cNvPr>
            <p:cNvSpPr/>
            <p:nvPr/>
          </p:nvSpPr>
          <p:spPr bwMode="auto">
            <a:xfrm>
              <a:off x="7689937" y="2574995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64" name="Gruppieren 963">
            <a:extLst>
              <a:ext uri="{FF2B5EF4-FFF2-40B4-BE49-F238E27FC236}">
                <a16:creationId xmlns:a16="http://schemas.microsoft.com/office/drawing/2014/main" id="{6054C938-5A11-0B56-F06B-787DBF3FF3FF}"/>
              </a:ext>
            </a:extLst>
          </p:cNvPr>
          <p:cNvGrpSpPr/>
          <p:nvPr/>
        </p:nvGrpSpPr>
        <p:grpSpPr>
          <a:xfrm>
            <a:off x="11184059" y="2197438"/>
            <a:ext cx="356016" cy="368195"/>
            <a:chOff x="4265001" y="6187843"/>
            <a:chExt cx="717827" cy="742386"/>
          </a:xfrm>
        </p:grpSpPr>
        <p:sp>
          <p:nvSpPr>
            <p:cNvPr id="965" name="Oval 964">
              <a:extLst>
                <a:ext uri="{FF2B5EF4-FFF2-40B4-BE49-F238E27FC236}">
                  <a16:creationId xmlns:a16="http://schemas.microsoft.com/office/drawing/2014/main" id="{FE3A29B0-EC5D-8962-B587-6F2F1ABA735F}"/>
                </a:ext>
              </a:extLst>
            </p:cNvPr>
            <p:cNvSpPr/>
            <p:nvPr/>
          </p:nvSpPr>
          <p:spPr>
            <a:xfrm>
              <a:off x="4436408" y="6239299"/>
              <a:ext cx="385264" cy="3852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000"/>
            </a:p>
          </p:txBody>
        </p:sp>
        <p:grpSp>
          <p:nvGrpSpPr>
            <p:cNvPr id="966" name="Group 20">
              <a:extLst>
                <a:ext uri="{FF2B5EF4-FFF2-40B4-BE49-F238E27FC236}">
                  <a16:creationId xmlns:a16="http://schemas.microsoft.com/office/drawing/2014/main" id="{65897666-5017-88CC-5685-7865AB9299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265001" y="6187843"/>
              <a:ext cx="717827" cy="742386"/>
              <a:chOff x="1353" y="258"/>
              <a:chExt cx="643" cy="665"/>
            </a:xfrm>
          </p:grpSpPr>
          <p:sp>
            <p:nvSpPr>
              <p:cNvPr id="968" name="Freeform 21">
                <a:extLst>
                  <a:ext uri="{FF2B5EF4-FFF2-40B4-BE49-F238E27FC236}">
                    <a16:creationId xmlns:a16="http://schemas.microsoft.com/office/drawing/2014/main" id="{6C62C9EB-7433-E575-8724-17C3E9A22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487"/>
                <a:ext cx="436" cy="436"/>
              </a:xfrm>
              <a:custGeom>
                <a:avLst/>
                <a:gdLst>
                  <a:gd name="T0" fmla="*/ 873 w 873"/>
                  <a:gd name="T1" fmla="*/ 459 h 872"/>
                  <a:gd name="T2" fmla="*/ 865 w 873"/>
                  <a:gd name="T3" fmla="*/ 525 h 872"/>
                  <a:gd name="T4" fmla="*/ 847 w 873"/>
                  <a:gd name="T5" fmla="*/ 587 h 872"/>
                  <a:gd name="T6" fmla="*/ 820 w 873"/>
                  <a:gd name="T7" fmla="*/ 644 h 872"/>
                  <a:gd name="T8" fmla="*/ 787 w 873"/>
                  <a:gd name="T9" fmla="*/ 698 h 872"/>
                  <a:gd name="T10" fmla="*/ 745 w 873"/>
                  <a:gd name="T11" fmla="*/ 745 h 872"/>
                  <a:gd name="T12" fmla="*/ 697 w 873"/>
                  <a:gd name="T13" fmla="*/ 786 h 872"/>
                  <a:gd name="T14" fmla="*/ 645 w 873"/>
                  <a:gd name="T15" fmla="*/ 820 h 872"/>
                  <a:gd name="T16" fmla="*/ 587 w 873"/>
                  <a:gd name="T17" fmla="*/ 847 h 872"/>
                  <a:gd name="T18" fmla="*/ 525 w 873"/>
                  <a:gd name="T19" fmla="*/ 864 h 872"/>
                  <a:gd name="T20" fmla="*/ 459 w 873"/>
                  <a:gd name="T21" fmla="*/ 872 h 872"/>
                  <a:gd name="T22" fmla="*/ 415 w 873"/>
                  <a:gd name="T23" fmla="*/ 872 h 872"/>
                  <a:gd name="T24" fmla="*/ 349 w 873"/>
                  <a:gd name="T25" fmla="*/ 864 h 872"/>
                  <a:gd name="T26" fmla="*/ 287 w 873"/>
                  <a:gd name="T27" fmla="*/ 847 h 872"/>
                  <a:gd name="T28" fmla="*/ 228 w 873"/>
                  <a:gd name="T29" fmla="*/ 820 h 872"/>
                  <a:gd name="T30" fmla="*/ 175 w 873"/>
                  <a:gd name="T31" fmla="*/ 786 h 872"/>
                  <a:gd name="T32" fmla="*/ 127 w 873"/>
                  <a:gd name="T33" fmla="*/ 745 h 872"/>
                  <a:gd name="T34" fmla="*/ 87 w 873"/>
                  <a:gd name="T35" fmla="*/ 698 h 872"/>
                  <a:gd name="T36" fmla="*/ 52 w 873"/>
                  <a:gd name="T37" fmla="*/ 644 h 872"/>
                  <a:gd name="T38" fmla="*/ 27 w 873"/>
                  <a:gd name="T39" fmla="*/ 587 h 872"/>
                  <a:gd name="T40" fmla="*/ 9 w 873"/>
                  <a:gd name="T41" fmla="*/ 525 h 872"/>
                  <a:gd name="T42" fmla="*/ 1 w 873"/>
                  <a:gd name="T43" fmla="*/ 459 h 872"/>
                  <a:gd name="T44" fmla="*/ 1 w 873"/>
                  <a:gd name="T45" fmla="*/ 414 h 872"/>
                  <a:gd name="T46" fmla="*/ 9 w 873"/>
                  <a:gd name="T47" fmla="*/ 349 h 872"/>
                  <a:gd name="T48" fmla="*/ 27 w 873"/>
                  <a:gd name="T49" fmla="*/ 287 h 872"/>
                  <a:gd name="T50" fmla="*/ 52 w 873"/>
                  <a:gd name="T51" fmla="*/ 229 h 872"/>
                  <a:gd name="T52" fmla="*/ 87 w 873"/>
                  <a:gd name="T53" fmla="*/ 175 h 872"/>
                  <a:gd name="T54" fmla="*/ 127 w 873"/>
                  <a:gd name="T55" fmla="*/ 129 h 872"/>
                  <a:gd name="T56" fmla="*/ 175 w 873"/>
                  <a:gd name="T57" fmla="*/ 87 h 872"/>
                  <a:gd name="T58" fmla="*/ 228 w 873"/>
                  <a:gd name="T59" fmla="*/ 52 h 872"/>
                  <a:gd name="T60" fmla="*/ 287 w 873"/>
                  <a:gd name="T61" fmla="*/ 27 h 872"/>
                  <a:gd name="T62" fmla="*/ 349 w 873"/>
                  <a:gd name="T63" fmla="*/ 9 h 872"/>
                  <a:gd name="T64" fmla="*/ 415 w 873"/>
                  <a:gd name="T65" fmla="*/ 1 h 872"/>
                  <a:gd name="T66" fmla="*/ 459 w 873"/>
                  <a:gd name="T67" fmla="*/ 1 h 872"/>
                  <a:gd name="T68" fmla="*/ 525 w 873"/>
                  <a:gd name="T69" fmla="*/ 9 h 872"/>
                  <a:gd name="T70" fmla="*/ 587 w 873"/>
                  <a:gd name="T71" fmla="*/ 27 h 872"/>
                  <a:gd name="T72" fmla="*/ 645 w 873"/>
                  <a:gd name="T73" fmla="*/ 52 h 872"/>
                  <a:gd name="T74" fmla="*/ 697 w 873"/>
                  <a:gd name="T75" fmla="*/ 87 h 872"/>
                  <a:gd name="T76" fmla="*/ 745 w 873"/>
                  <a:gd name="T77" fmla="*/ 129 h 872"/>
                  <a:gd name="T78" fmla="*/ 787 w 873"/>
                  <a:gd name="T79" fmla="*/ 175 h 872"/>
                  <a:gd name="T80" fmla="*/ 820 w 873"/>
                  <a:gd name="T81" fmla="*/ 229 h 872"/>
                  <a:gd name="T82" fmla="*/ 847 w 873"/>
                  <a:gd name="T83" fmla="*/ 287 h 872"/>
                  <a:gd name="T84" fmla="*/ 865 w 873"/>
                  <a:gd name="T85" fmla="*/ 349 h 872"/>
                  <a:gd name="T86" fmla="*/ 873 w 873"/>
                  <a:gd name="T87" fmla="*/ 414 h 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73" h="872">
                    <a:moveTo>
                      <a:pt x="873" y="437"/>
                    </a:moveTo>
                    <a:lnTo>
                      <a:pt x="873" y="437"/>
                    </a:lnTo>
                    <a:lnTo>
                      <a:pt x="873" y="459"/>
                    </a:lnTo>
                    <a:lnTo>
                      <a:pt x="871" y="481"/>
                    </a:lnTo>
                    <a:lnTo>
                      <a:pt x="868" y="504"/>
                    </a:lnTo>
                    <a:lnTo>
                      <a:pt x="865" y="525"/>
                    </a:lnTo>
                    <a:lnTo>
                      <a:pt x="860" y="545"/>
                    </a:lnTo>
                    <a:lnTo>
                      <a:pt x="854" y="566"/>
                    </a:lnTo>
                    <a:lnTo>
                      <a:pt x="847" y="587"/>
                    </a:lnTo>
                    <a:lnTo>
                      <a:pt x="839" y="606"/>
                    </a:lnTo>
                    <a:lnTo>
                      <a:pt x="830" y="625"/>
                    </a:lnTo>
                    <a:lnTo>
                      <a:pt x="820" y="644"/>
                    </a:lnTo>
                    <a:lnTo>
                      <a:pt x="811" y="663"/>
                    </a:lnTo>
                    <a:lnTo>
                      <a:pt x="799" y="681"/>
                    </a:lnTo>
                    <a:lnTo>
                      <a:pt x="787" y="698"/>
                    </a:lnTo>
                    <a:lnTo>
                      <a:pt x="774" y="714"/>
                    </a:lnTo>
                    <a:lnTo>
                      <a:pt x="760" y="730"/>
                    </a:lnTo>
                    <a:lnTo>
                      <a:pt x="745" y="745"/>
                    </a:lnTo>
                    <a:lnTo>
                      <a:pt x="731" y="759"/>
                    </a:lnTo>
                    <a:lnTo>
                      <a:pt x="715" y="773"/>
                    </a:lnTo>
                    <a:lnTo>
                      <a:pt x="697" y="786"/>
                    </a:lnTo>
                    <a:lnTo>
                      <a:pt x="681" y="799"/>
                    </a:lnTo>
                    <a:lnTo>
                      <a:pt x="664" y="810"/>
                    </a:lnTo>
                    <a:lnTo>
                      <a:pt x="645" y="820"/>
                    </a:lnTo>
                    <a:lnTo>
                      <a:pt x="625" y="829"/>
                    </a:lnTo>
                    <a:lnTo>
                      <a:pt x="606" y="839"/>
                    </a:lnTo>
                    <a:lnTo>
                      <a:pt x="587" y="847"/>
                    </a:lnTo>
                    <a:lnTo>
                      <a:pt x="566" y="853"/>
                    </a:lnTo>
                    <a:lnTo>
                      <a:pt x="546" y="860"/>
                    </a:lnTo>
                    <a:lnTo>
                      <a:pt x="525" y="864"/>
                    </a:lnTo>
                    <a:lnTo>
                      <a:pt x="502" y="868"/>
                    </a:lnTo>
                    <a:lnTo>
                      <a:pt x="482" y="871"/>
                    </a:lnTo>
                    <a:lnTo>
                      <a:pt x="459" y="872"/>
                    </a:lnTo>
                    <a:lnTo>
                      <a:pt x="437" y="872"/>
                    </a:lnTo>
                    <a:lnTo>
                      <a:pt x="437" y="872"/>
                    </a:lnTo>
                    <a:lnTo>
                      <a:pt x="415" y="872"/>
                    </a:lnTo>
                    <a:lnTo>
                      <a:pt x="392" y="871"/>
                    </a:lnTo>
                    <a:lnTo>
                      <a:pt x="370" y="868"/>
                    </a:lnTo>
                    <a:lnTo>
                      <a:pt x="349" y="864"/>
                    </a:lnTo>
                    <a:lnTo>
                      <a:pt x="327" y="860"/>
                    </a:lnTo>
                    <a:lnTo>
                      <a:pt x="306" y="853"/>
                    </a:lnTo>
                    <a:lnTo>
                      <a:pt x="287" y="847"/>
                    </a:lnTo>
                    <a:lnTo>
                      <a:pt x="266" y="839"/>
                    </a:lnTo>
                    <a:lnTo>
                      <a:pt x="247" y="829"/>
                    </a:lnTo>
                    <a:lnTo>
                      <a:pt x="228" y="820"/>
                    </a:lnTo>
                    <a:lnTo>
                      <a:pt x="210" y="810"/>
                    </a:lnTo>
                    <a:lnTo>
                      <a:pt x="193" y="799"/>
                    </a:lnTo>
                    <a:lnTo>
                      <a:pt x="175" y="786"/>
                    </a:lnTo>
                    <a:lnTo>
                      <a:pt x="159" y="773"/>
                    </a:lnTo>
                    <a:lnTo>
                      <a:pt x="143" y="759"/>
                    </a:lnTo>
                    <a:lnTo>
                      <a:pt x="127" y="745"/>
                    </a:lnTo>
                    <a:lnTo>
                      <a:pt x="113" y="730"/>
                    </a:lnTo>
                    <a:lnTo>
                      <a:pt x="100" y="714"/>
                    </a:lnTo>
                    <a:lnTo>
                      <a:pt x="87" y="698"/>
                    </a:lnTo>
                    <a:lnTo>
                      <a:pt x="75" y="681"/>
                    </a:lnTo>
                    <a:lnTo>
                      <a:pt x="63" y="663"/>
                    </a:lnTo>
                    <a:lnTo>
                      <a:pt x="52" y="644"/>
                    </a:lnTo>
                    <a:lnTo>
                      <a:pt x="43" y="625"/>
                    </a:lnTo>
                    <a:lnTo>
                      <a:pt x="35" y="606"/>
                    </a:lnTo>
                    <a:lnTo>
                      <a:pt x="27" y="587"/>
                    </a:lnTo>
                    <a:lnTo>
                      <a:pt x="20" y="566"/>
                    </a:lnTo>
                    <a:lnTo>
                      <a:pt x="14" y="545"/>
                    </a:lnTo>
                    <a:lnTo>
                      <a:pt x="9" y="525"/>
                    </a:lnTo>
                    <a:lnTo>
                      <a:pt x="4" y="504"/>
                    </a:lnTo>
                    <a:lnTo>
                      <a:pt x="3" y="481"/>
                    </a:lnTo>
                    <a:lnTo>
                      <a:pt x="1" y="459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1" y="414"/>
                    </a:lnTo>
                    <a:lnTo>
                      <a:pt x="3" y="392"/>
                    </a:lnTo>
                    <a:lnTo>
                      <a:pt x="4" y="370"/>
                    </a:lnTo>
                    <a:lnTo>
                      <a:pt x="9" y="349"/>
                    </a:lnTo>
                    <a:lnTo>
                      <a:pt x="14" y="328"/>
                    </a:lnTo>
                    <a:lnTo>
                      <a:pt x="20" y="308"/>
                    </a:lnTo>
                    <a:lnTo>
                      <a:pt x="27" y="287"/>
                    </a:lnTo>
                    <a:lnTo>
                      <a:pt x="35" y="266"/>
                    </a:lnTo>
                    <a:lnTo>
                      <a:pt x="43" y="247"/>
                    </a:lnTo>
                    <a:lnTo>
                      <a:pt x="52" y="229"/>
                    </a:lnTo>
                    <a:lnTo>
                      <a:pt x="63" y="210"/>
                    </a:lnTo>
                    <a:lnTo>
                      <a:pt x="75" y="193"/>
                    </a:lnTo>
                    <a:lnTo>
                      <a:pt x="87" y="175"/>
                    </a:lnTo>
                    <a:lnTo>
                      <a:pt x="100" y="159"/>
                    </a:lnTo>
                    <a:lnTo>
                      <a:pt x="113" y="143"/>
                    </a:lnTo>
                    <a:lnTo>
                      <a:pt x="127" y="129"/>
                    </a:lnTo>
                    <a:lnTo>
                      <a:pt x="143" y="114"/>
                    </a:lnTo>
                    <a:lnTo>
                      <a:pt x="159" y="100"/>
                    </a:lnTo>
                    <a:lnTo>
                      <a:pt x="175" y="87"/>
                    </a:lnTo>
                    <a:lnTo>
                      <a:pt x="193" y="75"/>
                    </a:lnTo>
                    <a:lnTo>
                      <a:pt x="210" y="63"/>
                    </a:lnTo>
                    <a:lnTo>
                      <a:pt x="228" y="52"/>
                    </a:lnTo>
                    <a:lnTo>
                      <a:pt x="247" y="43"/>
                    </a:lnTo>
                    <a:lnTo>
                      <a:pt x="266" y="35"/>
                    </a:lnTo>
                    <a:lnTo>
                      <a:pt x="287" y="27"/>
                    </a:lnTo>
                    <a:lnTo>
                      <a:pt x="306" y="20"/>
                    </a:lnTo>
                    <a:lnTo>
                      <a:pt x="327" y="14"/>
                    </a:lnTo>
                    <a:lnTo>
                      <a:pt x="349" y="9"/>
                    </a:lnTo>
                    <a:lnTo>
                      <a:pt x="370" y="6"/>
                    </a:lnTo>
                    <a:lnTo>
                      <a:pt x="392" y="3"/>
                    </a:lnTo>
                    <a:lnTo>
                      <a:pt x="415" y="1"/>
                    </a:lnTo>
                    <a:lnTo>
                      <a:pt x="437" y="0"/>
                    </a:lnTo>
                    <a:lnTo>
                      <a:pt x="437" y="0"/>
                    </a:lnTo>
                    <a:lnTo>
                      <a:pt x="459" y="1"/>
                    </a:lnTo>
                    <a:lnTo>
                      <a:pt x="482" y="3"/>
                    </a:lnTo>
                    <a:lnTo>
                      <a:pt x="502" y="6"/>
                    </a:lnTo>
                    <a:lnTo>
                      <a:pt x="525" y="9"/>
                    </a:lnTo>
                    <a:lnTo>
                      <a:pt x="546" y="14"/>
                    </a:lnTo>
                    <a:lnTo>
                      <a:pt x="566" y="20"/>
                    </a:lnTo>
                    <a:lnTo>
                      <a:pt x="587" y="27"/>
                    </a:lnTo>
                    <a:lnTo>
                      <a:pt x="606" y="35"/>
                    </a:lnTo>
                    <a:lnTo>
                      <a:pt x="625" y="43"/>
                    </a:lnTo>
                    <a:lnTo>
                      <a:pt x="645" y="52"/>
                    </a:lnTo>
                    <a:lnTo>
                      <a:pt x="664" y="63"/>
                    </a:lnTo>
                    <a:lnTo>
                      <a:pt x="681" y="75"/>
                    </a:lnTo>
                    <a:lnTo>
                      <a:pt x="697" y="87"/>
                    </a:lnTo>
                    <a:lnTo>
                      <a:pt x="715" y="100"/>
                    </a:lnTo>
                    <a:lnTo>
                      <a:pt x="731" y="114"/>
                    </a:lnTo>
                    <a:lnTo>
                      <a:pt x="745" y="129"/>
                    </a:lnTo>
                    <a:lnTo>
                      <a:pt x="760" y="143"/>
                    </a:lnTo>
                    <a:lnTo>
                      <a:pt x="774" y="159"/>
                    </a:lnTo>
                    <a:lnTo>
                      <a:pt x="787" y="175"/>
                    </a:lnTo>
                    <a:lnTo>
                      <a:pt x="799" y="193"/>
                    </a:lnTo>
                    <a:lnTo>
                      <a:pt x="811" y="210"/>
                    </a:lnTo>
                    <a:lnTo>
                      <a:pt x="820" y="229"/>
                    </a:lnTo>
                    <a:lnTo>
                      <a:pt x="830" y="247"/>
                    </a:lnTo>
                    <a:lnTo>
                      <a:pt x="839" y="266"/>
                    </a:lnTo>
                    <a:lnTo>
                      <a:pt x="847" y="287"/>
                    </a:lnTo>
                    <a:lnTo>
                      <a:pt x="854" y="308"/>
                    </a:lnTo>
                    <a:lnTo>
                      <a:pt x="860" y="328"/>
                    </a:lnTo>
                    <a:lnTo>
                      <a:pt x="865" y="349"/>
                    </a:lnTo>
                    <a:lnTo>
                      <a:pt x="868" y="370"/>
                    </a:lnTo>
                    <a:lnTo>
                      <a:pt x="871" y="392"/>
                    </a:lnTo>
                    <a:lnTo>
                      <a:pt x="873" y="414"/>
                    </a:lnTo>
                    <a:lnTo>
                      <a:pt x="873" y="437"/>
                    </a:lnTo>
                    <a:lnTo>
                      <a:pt x="873" y="437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69" name="Freeform 23">
                <a:extLst>
                  <a:ext uri="{FF2B5EF4-FFF2-40B4-BE49-F238E27FC236}">
                    <a16:creationId xmlns:a16="http://schemas.microsoft.com/office/drawing/2014/main" id="{C7DB9C07-488F-7E64-E59E-F71F9B49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258"/>
                <a:ext cx="150" cy="206"/>
              </a:xfrm>
              <a:custGeom>
                <a:avLst/>
                <a:gdLst>
                  <a:gd name="T0" fmla="*/ 115 w 298"/>
                  <a:gd name="T1" fmla="*/ 413 h 413"/>
                  <a:gd name="T2" fmla="*/ 298 w 298"/>
                  <a:gd name="T3" fmla="*/ 0 h 413"/>
                  <a:gd name="T4" fmla="*/ 159 w 298"/>
                  <a:gd name="T5" fmla="*/ 0 h 413"/>
                  <a:gd name="T6" fmla="*/ 0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15" y="413"/>
                    </a:moveTo>
                    <a:lnTo>
                      <a:pt x="298" y="0"/>
                    </a:lnTo>
                    <a:lnTo>
                      <a:pt x="159" y="0"/>
                    </a:lnTo>
                    <a:lnTo>
                      <a:pt x="0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0" name="Freeform 24">
                <a:extLst>
                  <a:ext uri="{FF2B5EF4-FFF2-40B4-BE49-F238E27FC236}">
                    <a16:creationId xmlns:a16="http://schemas.microsoft.com/office/drawing/2014/main" id="{99928538-D434-4098-EA4B-EA03C9137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58"/>
                <a:ext cx="172" cy="241"/>
              </a:xfrm>
              <a:custGeom>
                <a:avLst/>
                <a:gdLst>
                  <a:gd name="T0" fmla="*/ 115 w 344"/>
                  <a:gd name="T1" fmla="*/ 481 h 481"/>
                  <a:gd name="T2" fmla="*/ 344 w 344"/>
                  <a:gd name="T3" fmla="*/ 0 h 481"/>
                  <a:gd name="T4" fmla="*/ 183 w 344"/>
                  <a:gd name="T5" fmla="*/ 0 h 481"/>
                  <a:gd name="T6" fmla="*/ 0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115" y="481"/>
                    </a:moveTo>
                    <a:lnTo>
                      <a:pt x="344" y="0"/>
                    </a:lnTo>
                    <a:lnTo>
                      <a:pt x="183" y="0"/>
                    </a:lnTo>
                    <a:lnTo>
                      <a:pt x="0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1" name="Freeform 25">
                <a:extLst>
                  <a:ext uri="{FF2B5EF4-FFF2-40B4-BE49-F238E27FC236}">
                    <a16:creationId xmlns:a16="http://schemas.microsoft.com/office/drawing/2014/main" id="{584377E4-393E-309C-151A-A3E57451B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" y="258"/>
                <a:ext cx="150" cy="206"/>
              </a:xfrm>
              <a:custGeom>
                <a:avLst/>
                <a:gdLst>
                  <a:gd name="T0" fmla="*/ 183 w 298"/>
                  <a:gd name="T1" fmla="*/ 413 h 413"/>
                  <a:gd name="T2" fmla="*/ 0 w 298"/>
                  <a:gd name="T3" fmla="*/ 0 h 413"/>
                  <a:gd name="T4" fmla="*/ 137 w 298"/>
                  <a:gd name="T5" fmla="*/ 0 h 413"/>
                  <a:gd name="T6" fmla="*/ 298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83" y="413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98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2" name="Freeform 26">
                <a:extLst>
                  <a:ext uri="{FF2B5EF4-FFF2-40B4-BE49-F238E27FC236}">
                    <a16:creationId xmlns:a16="http://schemas.microsoft.com/office/drawing/2014/main" id="{6393D618-EE25-EDCD-1FB7-B5EE46A7F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58"/>
                <a:ext cx="172" cy="241"/>
              </a:xfrm>
              <a:custGeom>
                <a:avLst/>
                <a:gdLst>
                  <a:gd name="T0" fmla="*/ 229 w 344"/>
                  <a:gd name="T1" fmla="*/ 481 h 481"/>
                  <a:gd name="T2" fmla="*/ 0 w 344"/>
                  <a:gd name="T3" fmla="*/ 0 h 481"/>
                  <a:gd name="T4" fmla="*/ 161 w 344"/>
                  <a:gd name="T5" fmla="*/ 0 h 481"/>
                  <a:gd name="T6" fmla="*/ 344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229" y="481"/>
                    </a:moveTo>
                    <a:lnTo>
                      <a:pt x="0" y="0"/>
                    </a:lnTo>
                    <a:lnTo>
                      <a:pt x="161" y="0"/>
                    </a:lnTo>
                    <a:lnTo>
                      <a:pt x="344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967" name="Abgerundetes Rechteck 966">
              <a:extLst>
                <a:ext uri="{FF2B5EF4-FFF2-40B4-BE49-F238E27FC236}">
                  <a16:creationId xmlns:a16="http://schemas.microsoft.com/office/drawing/2014/main" id="{5726F3CC-68BD-73BF-CDDE-EF039115427B}"/>
                </a:ext>
              </a:extLst>
            </p:cNvPr>
            <p:cNvSpPr/>
            <p:nvPr/>
          </p:nvSpPr>
          <p:spPr>
            <a:xfrm>
              <a:off x="4310059" y="6359633"/>
              <a:ext cx="637963" cy="17065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973" name="Gruppieren 972">
            <a:extLst>
              <a:ext uri="{FF2B5EF4-FFF2-40B4-BE49-F238E27FC236}">
                <a16:creationId xmlns:a16="http://schemas.microsoft.com/office/drawing/2014/main" id="{E48FC3A8-D518-0414-BD7B-9B55DFFE410F}"/>
              </a:ext>
            </a:extLst>
          </p:cNvPr>
          <p:cNvGrpSpPr/>
          <p:nvPr/>
        </p:nvGrpSpPr>
        <p:grpSpPr>
          <a:xfrm>
            <a:off x="11750583" y="1643978"/>
            <a:ext cx="304871" cy="312386"/>
            <a:chOff x="2602951" y="6183519"/>
            <a:chExt cx="699708" cy="716950"/>
          </a:xfrm>
        </p:grpSpPr>
        <p:grpSp>
          <p:nvGrpSpPr>
            <p:cNvPr id="974" name="Gruppieren 973">
              <a:extLst>
                <a:ext uri="{FF2B5EF4-FFF2-40B4-BE49-F238E27FC236}">
                  <a16:creationId xmlns:a16="http://schemas.microsoft.com/office/drawing/2014/main" id="{4B60E903-6205-116A-FAB4-DCC4615FF403}"/>
                </a:ext>
              </a:extLst>
            </p:cNvPr>
            <p:cNvGrpSpPr/>
            <p:nvPr/>
          </p:nvGrpSpPr>
          <p:grpSpPr>
            <a:xfrm>
              <a:off x="2602951" y="6183519"/>
              <a:ext cx="699708" cy="716950"/>
              <a:chOff x="10039747" y="2862932"/>
              <a:chExt cx="1347511" cy="1380718"/>
            </a:xfrm>
          </p:grpSpPr>
          <p:sp>
            <p:nvSpPr>
              <p:cNvPr id="989" name="Freihandform 988">
                <a:extLst>
                  <a:ext uri="{FF2B5EF4-FFF2-40B4-BE49-F238E27FC236}">
                    <a16:creationId xmlns:a16="http://schemas.microsoft.com/office/drawing/2014/main" id="{DFAA5694-4B06-C93E-0E11-4BF3B42A45FF}"/>
                  </a:ext>
                </a:extLst>
              </p:cNvPr>
              <p:cNvSpPr/>
              <p:nvPr/>
            </p:nvSpPr>
            <p:spPr>
              <a:xfrm>
                <a:off x="10169287" y="3321263"/>
                <a:ext cx="1086657" cy="244622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0" name="Freihandform 989">
                <a:extLst>
                  <a:ext uri="{FF2B5EF4-FFF2-40B4-BE49-F238E27FC236}">
                    <a16:creationId xmlns:a16="http://schemas.microsoft.com/office/drawing/2014/main" id="{89C9915B-9B5F-4904-411F-970A4FCF3500}"/>
                  </a:ext>
                </a:extLst>
              </p:cNvPr>
              <p:cNvSpPr/>
              <p:nvPr/>
            </p:nvSpPr>
            <p:spPr>
              <a:xfrm flipV="1">
                <a:off x="10169287" y="3984144"/>
                <a:ext cx="1086655" cy="259506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1" name="Abgerundetes Rechteck 990">
                <a:extLst>
                  <a:ext uri="{FF2B5EF4-FFF2-40B4-BE49-F238E27FC236}">
                    <a16:creationId xmlns:a16="http://schemas.microsoft.com/office/drawing/2014/main" id="{A4285923-1251-0981-3A6E-B66BAC2FE024}"/>
                  </a:ext>
                </a:extLst>
              </p:cNvPr>
              <p:cNvSpPr/>
              <p:nvPr/>
            </p:nvSpPr>
            <p:spPr>
              <a:xfrm>
                <a:off x="10039747" y="3581985"/>
                <a:ext cx="1347511" cy="373306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2" name="Ecken des Rechtecks auf der gleichen Seite abrunden 991">
                <a:extLst>
                  <a:ext uri="{FF2B5EF4-FFF2-40B4-BE49-F238E27FC236}">
                    <a16:creationId xmlns:a16="http://schemas.microsoft.com/office/drawing/2014/main" id="{EA160878-8F55-67FA-82D7-723748EA1C01}"/>
                  </a:ext>
                </a:extLst>
              </p:cNvPr>
              <p:cNvSpPr/>
              <p:nvPr/>
            </p:nvSpPr>
            <p:spPr>
              <a:xfrm>
                <a:off x="10335202" y="2862932"/>
                <a:ext cx="754828" cy="45833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975" name="Gruppieren 974">
              <a:extLst>
                <a:ext uri="{FF2B5EF4-FFF2-40B4-BE49-F238E27FC236}">
                  <a16:creationId xmlns:a16="http://schemas.microsoft.com/office/drawing/2014/main" id="{A5BAE962-BA5B-C68A-3207-0C2FB9158AA6}"/>
                </a:ext>
              </a:extLst>
            </p:cNvPr>
            <p:cNvGrpSpPr/>
            <p:nvPr/>
          </p:nvGrpSpPr>
          <p:grpSpPr>
            <a:xfrm>
              <a:off x="2682190" y="6602509"/>
              <a:ext cx="382515" cy="92767"/>
              <a:chOff x="2650241" y="6592982"/>
              <a:chExt cx="475996" cy="115438"/>
            </a:xfrm>
          </p:grpSpPr>
          <p:grpSp>
            <p:nvGrpSpPr>
              <p:cNvPr id="977" name="Gruppieren 976">
                <a:extLst>
                  <a:ext uri="{FF2B5EF4-FFF2-40B4-BE49-F238E27FC236}">
                    <a16:creationId xmlns:a16="http://schemas.microsoft.com/office/drawing/2014/main" id="{97AB0123-F4F4-30EC-091D-AD0C8E885425}"/>
                  </a:ext>
                </a:extLst>
              </p:cNvPr>
              <p:cNvGrpSpPr/>
              <p:nvPr/>
            </p:nvGrpSpPr>
            <p:grpSpPr>
              <a:xfrm>
                <a:off x="26502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6" name="Gerade Verbindung 985">
                  <a:extLst>
                    <a:ext uri="{FF2B5EF4-FFF2-40B4-BE49-F238E27FC236}">
                      <a16:creationId xmlns:a16="http://schemas.microsoft.com/office/drawing/2014/main" id="{2A9C017F-A9CA-3D8B-8E56-1FB39196A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Gerade Verbindung 986">
                  <a:extLst>
                    <a:ext uri="{FF2B5EF4-FFF2-40B4-BE49-F238E27FC236}">
                      <a16:creationId xmlns:a16="http://schemas.microsoft.com/office/drawing/2014/main" id="{68E59CD2-36CE-7EAB-1C08-EABC91083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Gerade Verbindung 987">
                  <a:extLst>
                    <a:ext uri="{FF2B5EF4-FFF2-40B4-BE49-F238E27FC236}">
                      <a16:creationId xmlns:a16="http://schemas.microsoft.com/office/drawing/2014/main" id="{4F352D00-1C2B-0F25-D671-13068ECC3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8" name="Gruppieren 977">
                <a:extLst>
                  <a:ext uri="{FF2B5EF4-FFF2-40B4-BE49-F238E27FC236}">
                    <a16:creationId xmlns:a16="http://schemas.microsoft.com/office/drawing/2014/main" id="{6E1240FF-24DC-0E81-2C75-E6B16D6F1A6D}"/>
                  </a:ext>
                </a:extLst>
              </p:cNvPr>
              <p:cNvGrpSpPr/>
              <p:nvPr/>
            </p:nvGrpSpPr>
            <p:grpSpPr>
              <a:xfrm>
                <a:off x="28280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3" name="Gerade Verbindung 982">
                  <a:extLst>
                    <a:ext uri="{FF2B5EF4-FFF2-40B4-BE49-F238E27FC236}">
                      <a16:creationId xmlns:a16="http://schemas.microsoft.com/office/drawing/2014/main" id="{E571DFA5-379E-79A8-937C-AAF39CA14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4" name="Gerade Verbindung 983">
                  <a:extLst>
                    <a:ext uri="{FF2B5EF4-FFF2-40B4-BE49-F238E27FC236}">
                      <a16:creationId xmlns:a16="http://schemas.microsoft.com/office/drawing/2014/main" id="{BBFA31D5-E3E8-BCE3-ECE1-92C0504D77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Gerade Verbindung 984">
                  <a:extLst>
                    <a:ext uri="{FF2B5EF4-FFF2-40B4-BE49-F238E27FC236}">
                      <a16:creationId xmlns:a16="http://schemas.microsoft.com/office/drawing/2014/main" id="{02EF6849-A8A6-71F5-D32A-733307CA3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9" name="Gruppieren 978">
                <a:extLst>
                  <a:ext uri="{FF2B5EF4-FFF2-40B4-BE49-F238E27FC236}">
                    <a16:creationId xmlns:a16="http://schemas.microsoft.com/office/drawing/2014/main" id="{0ADBA520-198E-4F21-056B-B88EE3002DDB}"/>
                  </a:ext>
                </a:extLst>
              </p:cNvPr>
              <p:cNvGrpSpPr/>
              <p:nvPr/>
            </p:nvGrpSpPr>
            <p:grpSpPr>
              <a:xfrm>
                <a:off x="298679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0" name="Gerade Verbindung 979">
                  <a:extLst>
                    <a:ext uri="{FF2B5EF4-FFF2-40B4-BE49-F238E27FC236}">
                      <a16:creationId xmlns:a16="http://schemas.microsoft.com/office/drawing/2014/main" id="{0530D736-E1DB-3FB8-4D40-53024689CB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Gerade Verbindung 980">
                  <a:extLst>
                    <a:ext uri="{FF2B5EF4-FFF2-40B4-BE49-F238E27FC236}">
                      <a16:creationId xmlns:a16="http://schemas.microsoft.com/office/drawing/2014/main" id="{EE7A7E29-1802-7CEE-D9E0-50B1042734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Gerade Verbindung 981">
                  <a:extLst>
                    <a:ext uri="{FF2B5EF4-FFF2-40B4-BE49-F238E27FC236}">
                      <a16:creationId xmlns:a16="http://schemas.microsoft.com/office/drawing/2014/main" id="{AEEDE850-86C2-6406-C916-FE6F75F1D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76" name="Gerade Verbindung 975">
              <a:extLst>
                <a:ext uri="{FF2B5EF4-FFF2-40B4-BE49-F238E27FC236}">
                  <a16:creationId xmlns:a16="http://schemas.microsoft.com/office/drawing/2014/main" id="{7383D49F-6A94-1CAF-540F-47ECE305B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9836" y="6685751"/>
              <a:ext cx="825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64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425227"/>
              </p:ext>
            </p:extLst>
          </p:nvPr>
        </p:nvGraphicFramePr>
        <p:xfrm>
          <a:off x="1819275" y="2060575"/>
          <a:ext cx="9515472" cy="3708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81570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452778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2C2EB-B75F-DE4E-1ED9-C0A27F0B6E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01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2686" y="0"/>
            <a:ext cx="319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6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75915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75915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F233981-10DF-E64F-DC15-BF7A30F24D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19174" y="331304"/>
            <a:ext cx="8068814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8343" y="0"/>
            <a:ext cx="2183657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911C2B-2661-23B1-19C2-8E0856F3F3F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47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Wasser, Screenshot, Blau, Türkis enthält.&#10;&#10;Automatisch generierte Beschreibung">
            <a:extLst>
              <a:ext uri="{FF2B5EF4-FFF2-40B4-BE49-F238E27FC236}">
                <a16:creationId xmlns:a16="http://schemas.microsoft.com/office/drawing/2014/main" id="{6BA83FF4-DC8A-702F-D617-9002EA1982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" y="0"/>
            <a:ext cx="685800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3405085"/>
            <a:ext cx="3997424" cy="792000"/>
          </a:xfrm>
        </p:spPr>
        <p:txBody>
          <a:bodyPr/>
          <a:lstStyle/>
          <a:p>
            <a:pPr marL="0" indent="0"/>
            <a:r>
              <a:rPr lang="de-DE" sz="3200" dirty="0" err="1">
                <a:solidFill>
                  <a:schemeClr val="bg1"/>
                </a:solidFill>
              </a:rPr>
              <a:t>Aenean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cum </a:t>
            </a:r>
            <a:r>
              <a:rPr lang="de-DE" sz="3200" dirty="0" err="1">
                <a:solidFill>
                  <a:schemeClr val="bg1"/>
                </a:solidFill>
              </a:rPr>
              <a:t>sociis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nato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que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penatibus</a:t>
            </a:r>
            <a:r>
              <a:rPr lang="de-DE" sz="3200" dirty="0">
                <a:solidFill>
                  <a:schemeClr val="bg1"/>
                </a:solidFill>
              </a:rPr>
              <a:t> et </a:t>
            </a:r>
            <a:r>
              <a:rPr lang="de-DE" sz="3200" dirty="0" err="1">
                <a:solidFill>
                  <a:schemeClr val="bg1"/>
                </a:solidFill>
              </a:rPr>
              <a:t>magnis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dis</a:t>
            </a:r>
            <a:r>
              <a:rPr lang="de-DE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258950" y="3429000"/>
            <a:ext cx="4076250" cy="28448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E02944-E619-6976-032A-BBE4995B6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58950" y="331304"/>
            <a:ext cx="3200224" cy="25289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409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6640286" y="0"/>
            <a:ext cx="5551714" cy="6858000"/>
          </a:xfrm>
          <a:prstGeom prst="rect">
            <a:avLst/>
          </a:prstGeom>
          <a:solidFill>
            <a:srgbClr val="687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368" y="0"/>
            <a:ext cx="6873368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7404100" y="657285"/>
            <a:ext cx="3931100" cy="792000"/>
          </a:xfrm>
        </p:spPr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Lorem ipsum dolor 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404100" y="2060848"/>
            <a:ext cx="3931100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amet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consectetuer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adipiscing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elit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commodo </a:t>
            </a:r>
            <a:r>
              <a:rPr lang="de-DE" dirty="0" err="1">
                <a:solidFill>
                  <a:schemeClr val="bg1"/>
                </a:solidFill>
              </a:rPr>
              <a:t>ligula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. Cum </a:t>
            </a:r>
            <a:r>
              <a:rPr lang="de-DE" dirty="0" err="1">
                <a:solidFill>
                  <a:schemeClr val="bg1"/>
                </a:solidFill>
              </a:rPr>
              <a:t>sociis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natoque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penatibus</a:t>
            </a:r>
            <a:r>
              <a:rPr lang="de-DE" dirty="0">
                <a:solidFill>
                  <a:schemeClr val="bg1"/>
                </a:solidFill>
              </a:rPr>
              <a:t> et </a:t>
            </a:r>
            <a:r>
              <a:rPr lang="de-DE" dirty="0" err="1">
                <a:solidFill>
                  <a:schemeClr val="bg1"/>
                </a:solidFill>
              </a:rPr>
              <a:t>magnis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parturient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montes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nascetur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ridiculus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mus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quam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felis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ultricies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pellentesque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eu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pretium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sem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Nulla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consequat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enim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pede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fringilla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vel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aliquet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vulpu-tate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arcu</a:t>
            </a:r>
            <a:r>
              <a:rPr lang="de-DE" dirty="0">
                <a:solidFill>
                  <a:schemeClr val="bg1"/>
                </a:solidFill>
              </a:rPr>
              <a:t>. In </a:t>
            </a:r>
            <a:r>
              <a:rPr lang="de-DE" dirty="0" err="1">
                <a:solidFill>
                  <a:schemeClr val="bg1"/>
                </a:solidFill>
              </a:rPr>
              <a:t>enim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rhoncus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imperdiet</a:t>
            </a:r>
            <a:r>
              <a:rPr lang="de-DE" dirty="0">
                <a:solidFill>
                  <a:schemeClr val="bg1"/>
                </a:solidFill>
              </a:rPr>
              <a:t> a, </a:t>
            </a:r>
            <a:r>
              <a:rPr lang="de-DE" dirty="0" err="1">
                <a:solidFill>
                  <a:schemeClr val="bg1"/>
                </a:solidFill>
              </a:rPr>
              <a:t>venenatis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vitae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0769F8F-0FF6-C00A-869C-DDEB6A422B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04100" y="331304"/>
            <a:ext cx="3522980" cy="252896"/>
          </a:xfrm>
        </p:spPr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48CD994-4765-6B5E-3E3F-91E805CBCA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67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Infographics</a:t>
            </a:r>
            <a:endParaRPr lang="de-DE" sz="4400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CEB16B-91DE-1A60-B641-AAB06063FB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59F552D-1F8E-B8F5-2EC2-E580ACDDA3C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DAC3B63-A139-EE15-A3DA-3CA4A32AB9A8}"/>
              </a:ext>
            </a:extLst>
          </p:cNvPr>
          <p:cNvGrpSpPr/>
          <p:nvPr/>
        </p:nvGrpSpPr>
        <p:grpSpPr>
          <a:xfrm>
            <a:off x="10020923" y="6276582"/>
            <a:ext cx="1342943" cy="32400"/>
            <a:chOff x="10117877" y="5760104"/>
            <a:chExt cx="1342943" cy="32400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F1A3A91-786B-54D6-4A24-FC240A93FCBF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62758C99-0B6D-6FED-AFE7-8586A046F5DF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D3C9149-3856-BC94-F0BF-F2D0743DC80E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BB19D76D-EB32-9DA2-7373-1897C161A0A3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605F050-1F86-86B4-C73B-3B8379C6B39E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6AC9980-CA35-68FF-7BE9-94C392F0ABBA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AE29F83-1636-4A91-89D4-8B068142DA02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5ADE77F2-B0FF-7346-FF04-372810D4F400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20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C5E74BC-1319-5D63-07E2-75255F51EB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183" y="2060848"/>
            <a:ext cx="2983198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819176" y="2054572"/>
            <a:ext cx="2991204" cy="956602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1819176" y="3019824"/>
            <a:ext cx="2991204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819174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2008616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7115" y="2060848"/>
            <a:ext cx="2996221" cy="958974"/>
          </a:xfrm>
          <a:prstGeom prst="rect">
            <a:avLst/>
          </a:prstGeom>
        </p:spPr>
      </p:pic>
      <p:sp>
        <p:nvSpPr>
          <p:cNvPr id="117" name="Textfeld 116"/>
          <p:cNvSpPr txBox="1"/>
          <p:nvPr/>
        </p:nvSpPr>
        <p:spPr>
          <a:xfrm>
            <a:off x="8297074" y="2060847"/>
            <a:ext cx="2991205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831213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8297074" y="3846192"/>
            <a:ext cx="299120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8486516" y="4373754"/>
            <a:ext cx="2660743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3413" y="2060848"/>
            <a:ext cx="2991205" cy="958976"/>
          </a:xfrm>
          <a:prstGeom prst="rect">
            <a:avLst/>
          </a:prstGeom>
        </p:spPr>
      </p:pic>
      <p:sp>
        <p:nvSpPr>
          <p:cNvPr id="106" name="Textfeld 105"/>
          <p:cNvSpPr txBox="1"/>
          <p:nvPr/>
        </p:nvSpPr>
        <p:spPr>
          <a:xfrm>
            <a:off x="5062836" y="2060847"/>
            <a:ext cx="2981780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06345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053411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242853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91" name="Gruppieren 90"/>
          <p:cNvGrpSpPr/>
          <p:nvPr/>
        </p:nvGrpSpPr>
        <p:grpSpPr>
          <a:xfrm>
            <a:off x="6305806" y="3277204"/>
            <a:ext cx="506334" cy="438235"/>
            <a:chOff x="2543342" y="3363914"/>
            <a:chExt cx="349250" cy="317501"/>
          </a:xfrm>
        </p:grpSpPr>
        <p:sp>
          <p:nvSpPr>
            <p:cNvPr id="92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4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0" name="Gruppieren 99"/>
          <p:cNvGrpSpPr/>
          <p:nvPr/>
        </p:nvGrpSpPr>
        <p:grpSpPr>
          <a:xfrm>
            <a:off x="3110201" y="3203192"/>
            <a:ext cx="452313" cy="495550"/>
            <a:chOff x="-1351103" y="2702234"/>
            <a:chExt cx="553011" cy="605875"/>
          </a:xfrm>
        </p:grpSpPr>
        <p:grpSp>
          <p:nvGrpSpPr>
            <p:cNvPr id="101" name="Gruppieren 10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13" name="Ellipse 11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4" name="Gruppieren 11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6" name="Freihandform 11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1" name="Freihandform 12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2" name="Gruppieren 10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11" name="Ellipse 11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2" name="Freihandform 111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3" name="Gruppieren 10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0" name="Freihandform 109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22" name="Gruppieren 121"/>
          <p:cNvGrpSpPr/>
          <p:nvPr/>
        </p:nvGrpSpPr>
        <p:grpSpPr>
          <a:xfrm>
            <a:off x="9555432" y="3215853"/>
            <a:ext cx="499586" cy="499586"/>
            <a:chOff x="2020734" y="5176425"/>
            <a:chExt cx="361950" cy="361950"/>
          </a:xfrm>
        </p:grpSpPr>
        <p:sp>
          <p:nvSpPr>
            <p:cNvPr id="12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2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3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05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D0697-3093-D586-243C-B240A76BC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4" name="Textfeld 43"/>
          <p:cNvSpPr txBox="1"/>
          <p:nvPr/>
        </p:nvSpPr>
        <p:spPr>
          <a:xfrm>
            <a:off x="9222652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Cum.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3989955" y="2388368"/>
            <a:ext cx="373793" cy="323520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8533253" y="4725692"/>
            <a:ext cx="367113" cy="367113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8533253" y="2401166"/>
            <a:ext cx="351221" cy="352796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8518475" y="3532404"/>
            <a:ext cx="419020" cy="459494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16" name="Group 20"/>
          <p:cNvGrpSpPr>
            <a:grpSpLocks noChangeAspect="1"/>
          </p:cNvGrpSpPr>
          <p:nvPr/>
        </p:nvGrpSpPr>
        <p:grpSpPr bwMode="auto">
          <a:xfrm>
            <a:off x="4118143" y="3581309"/>
            <a:ext cx="323802" cy="334880"/>
            <a:chOff x="1353" y="258"/>
            <a:chExt cx="643" cy="665"/>
          </a:xfrm>
        </p:grpSpPr>
        <p:sp>
          <p:nvSpPr>
            <p:cNvPr id="121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2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3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4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5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7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oup 61"/>
          <p:cNvGrpSpPr>
            <a:grpSpLocks noChangeAspect="1"/>
          </p:cNvGrpSpPr>
          <p:nvPr/>
        </p:nvGrpSpPr>
        <p:grpSpPr bwMode="auto">
          <a:xfrm>
            <a:off x="4136074" y="4716276"/>
            <a:ext cx="298292" cy="298056"/>
            <a:chOff x="5216" y="1821"/>
            <a:chExt cx="1268" cy="1267"/>
          </a:xfrm>
        </p:grpSpPr>
        <p:sp>
          <p:nvSpPr>
            <p:cNvPr id="13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143" name="Textfeld 142"/>
          <p:cNvSpPr txBox="1"/>
          <p:nvPr/>
        </p:nvSpPr>
        <p:spPr>
          <a:xfrm>
            <a:off x="9222652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44" name="Textfeld 143"/>
          <p:cNvSpPr txBox="1"/>
          <p:nvPr/>
        </p:nvSpPr>
        <p:spPr>
          <a:xfrm>
            <a:off x="9222652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5" name="Textfeld 144"/>
          <p:cNvSpPr txBox="1"/>
          <p:nvPr/>
        </p:nvSpPr>
        <p:spPr>
          <a:xfrm>
            <a:off x="1819174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6" name="Textfeld 145"/>
          <p:cNvSpPr txBox="1"/>
          <p:nvPr/>
        </p:nvSpPr>
        <p:spPr>
          <a:xfrm>
            <a:off x="1819174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7" name="Textfeld 146"/>
          <p:cNvSpPr txBox="1"/>
          <p:nvPr/>
        </p:nvSpPr>
        <p:spPr>
          <a:xfrm>
            <a:off x="1819174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007826" y="3349579"/>
            <a:ext cx="1182046" cy="1182047"/>
          </a:xfrm>
          <a:prstGeom prst="rect">
            <a:avLst/>
          </a:prstGeom>
        </p:spPr>
      </p:pic>
      <p:pic>
        <p:nvPicPr>
          <p:cNvPr id="137" name="Grafik 136"/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7007826" y="4630475"/>
            <a:ext cx="1182046" cy="1182047"/>
          </a:xfrm>
          <a:prstGeom prst="rect">
            <a:avLst/>
          </a:prstGeom>
        </p:spPr>
      </p:pic>
      <p:pic>
        <p:nvPicPr>
          <p:cNvPr id="140" name="Grafik 139"/>
          <p:cNvPicPr>
            <a:picLocks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879140" y="3349578"/>
            <a:ext cx="1182046" cy="1182047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79140" y="4630475"/>
            <a:ext cx="1182046" cy="1182047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007826" y="2068683"/>
            <a:ext cx="1182046" cy="1182047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9140" y="2068682"/>
            <a:ext cx="1182047" cy="1182046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4967594" y="3403710"/>
            <a:ext cx="995654" cy="11279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4967594" y="4630471"/>
            <a:ext cx="995654" cy="1155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120623" y="2068682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7120623" y="3359337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4967594" y="2068677"/>
            <a:ext cx="995654" cy="1182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42" name="Textfeld 141"/>
          <p:cNvSpPr txBox="1"/>
          <p:nvPr/>
        </p:nvSpPr>
        <p:spPr>
          <a:xfrm>
            <a:off x="7120623" y="4649994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92465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C5868D-7B93-B77D-E3BE-581A8EE031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8" name="Gruppieren 17"/>
          <p:cNvGrpSpPr/>
          <p:nvPr/>
        </p:nvGrpSpPr>
        <p:grpSpPr>
          <a:xfrm>
            <a:off x="3577696" y="1259967"/>
            <a:ext cx="5801710" cy="5801710"/>
            <a:chOff x="7031255" y="2002051"/>
            <a:chExt cx="3585716" cy="3585716"/>
          </a:xfrm>
        </p:grpSpPr>
        <p:sp>
          <p:nvSpPr>
            <p:cNvPr id="5" name="Halbbogen 4"/>
            <p:cNvSpPr/>
            <p:nvPr/>
          </p:nvSpPr>
          <p:spPr>
            <a:xfrm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997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6" name="Halbbogen 5"/>
            <p:cNvSpPr/>
            <p:nvPr/>
          </p:nvSpPr>
          <p:spPr>
            <a:xfrm rot="5400000"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565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Halbbogen 6"/>
            <p:cNvSpPr/>
            <p:nvPr/>
          </p:nvSpPr>
          <p:spPr>
            <a:xfrm rot="108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688D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8" name="Halbbogen 7"/>
            <p:cNvSpPr/>
            <p:nvPr/>
          </p:nvSpPr>
          <p:spPr>
            <a:xfrm rot="162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059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9" name="Halbbogen 8"/>
            <p:cNvSpPr/>
            <p:nvPr/>
          </p:nvSpPr>
          <p:spPr>
            <a:xfrm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0" name="Halbbogen 9"/>
            <p:cNvSpPr/>
            <p:nvPr/>
          </p:nvSpPr>
          <p:spPr>
            <a:xfrm rot="54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1" name="Halbbogen 10"/>
            <p:cNvSpPr/>
            <p:nvPr/>
          </p:nvSpPr>
          <p:spPr>
            <a:xfrm rot="108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2" name="Halbbogen 11"/>
            <p:cNvSpPr/>
            <p:nvPr/>
          </p:nvSpPr>
          <p:spPr>
            <a:xfrm rot="162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7" name="Plus 16"/>
            <p:cNvSpPr/>
            <p:nvPr/>
          </p:nvSpPr>
          <p:spPr>
            <a:xfrm>
              <a:off x="7031255" y="2002051"/>
              <a:ext cx="3585716" cy="3585716"/>
            </a:xfrm>
            <a:prstGeom prst="mathPlus">
              <a:avLst>
                <a:gd name="adj1" fmla="val 184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9" name="Gruppieren 18"/>
          <p:cNvGrpSpPr/>
          <p:nvPr/>
        </p:nvGrpSpPr>
        <p:grpSpPr>
          <a:xfrm>
            <a:off x="7301947" y="4991121"/>
            <a:ext cx="539667" cy="549714"/>
            <a:chOff x="-1351103" y="2702234"/>
            <a:chExt cx="553011" cy="605875"/>
          </a:xfrm>
        </p:grpSpPr>
        <p:grpSp>
          <p:nvGrpSpPr>
            <p:cNvPr id="20" name="Gruppieren 19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27" name="Ellipse 2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8" name="Gruppieren 2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29" name="Freihandform 2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0" name="Freihandform 2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1" name="Gruppieren 20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25" name="Ellipse 2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ihandform 25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2" name="Gruppieren 21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23" name="Ellipse 2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4" name="Freihandform 23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1" name="Gruppieren 30"/>
          <p:cNvGrpSpPr/>
          <p:nvPr/>
        </p:nvGrpSpPr>
        <p:grpSpPr>
          <a:xfrm>
            <a:off x="7371808" y="2724809"/>
            <a:ext cx="547171" cy="602097"/>
            <a:chOff x="10670480" y="-120615"/>
            <a:chExt cx="578060" cy="633897"/>
          </a:xfrm>
        </p:grpSpPr>
        <p:grpSp>
          <p:nvGrpSpPr>
            <p:cNvPr id="32" name="Gruppieren 3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43" name="Gruppieren 4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45" name="Freihandform 4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6" name="Freihandform 4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4" name="Ellipse 4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3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3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47" name="Group 20"/>
          <p:cNvGrpSpPr>
            <a:grpSpLocks noChangeAspect="1"/>
          </p:cNvGrpSpPr>
          <p:nvPr/>
        </p:nvGrpSpPr>
        <p:grpSpPr bwMode="auto">
          <a:xfrm>
            <a:off x="5106297" y="4999249"/>
            <a:ext cx="545515" cy="564178"/>
            <a:chOff x="1353" y="258"/>
            <a:chExt cx="643" cy="665"/>
          </a:xfrm>
        </p:grpSpPr>
        <p:sp>
          <p:nvSpPr>
            <p:cNvPr id="48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9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0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1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2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3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54" name="Group 61"/>
          <p:cNvGrpSpPr>
            <a:grpSpLocks noChangeAspect="1"/>
          </p:cNvGrpSpPr>
          <p:nvPr/>
        </p:nvGrpSpPr>
        <p:grpSpPr bwMode="auto">
          <a:xfrm>
            <a:off x="5076165" y="2795274"/>
            <a:ext cx="537122" cy="536696"/>
            <a:chOff x="5216" y="1821"/>
            <a:chExt cx="1268" cy="1267"/>
          </a:xfrm>
        </p:grpSpPr>
        <p:sp>
          <p:nvSpPr>
            <p:cNvPr id="55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6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7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8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9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60" name="Textfeld 59"/>
          <p:cNvSpPr txBox="1"/>
          <p:nvPr/>
        </p:nvSpPr>
        <p:spPr>
          <a:xfrm>
            <a:off x="181917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900064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181917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5" name="Textfeld 64"/>
          <p:cNvSpPr txBox="1"/>
          <p:nvPr/>
        </p:nvSpPr>
        <p:spPr>
          <a:xfrm>
            <a:off x="900064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078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/>
          <p:cNvSpPr/>
          <p:nvPr/>
        </p:nvSpPr>
        <p:spPr>
          <a:xfrm flipH="1">
            <a:off x="6858000" y="0"/>
            <a:ext cx="5334000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grpSp>
        <p:nvGrpSpPr>
          <p:cNvPr id="30" name="Gruppieren 29"/>
          <p:cNvGrpSpPr/>
          <p:nvPr/>
        </p:nvGrpSpPr>
        <p:grpSpPr>
          <a:xfrm>
            <a:off x="753904" y="939711"/>
            <a:ext cx="4604366" cy="4464448"/>
            <a:chOff x="238895" y="325769"/>
            <a:chExt cx="6285390" cy="6094390"/>
          </a:xfrm>
        </p:grpSpPr>
        <p:sp>
          <p:nvSpPr>
            <p:cNvPr id="14" name="Rechteck 13"/>
            <p:cNvSpPr/>
            <p:nvPr/>
          </p:nvSpPr>
          <p:spPr>
            <a:xfrm>
              <a:off x="5476720" y="325769"/>
              <a:ext cx="1047565" cy="8700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06</a:t>
              </a:r>
            </a:p>
          </p:txBody>
        </p:sp>
        <p:sp>
          <p:nvSpPr>
            <p:cNvPr id="15" name="Rechteck 14"/>
            <p:cNvSpPr/>
            <p:nvPr/>
          </p:nvSpPr>
          <p:spPr>
            <a:xfrm>
              <a:off x="5476720" y="1195781"/>
              <a:ext cx="1047565" cy="870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18" name="Rechteck 17"/>
            <p:cNvSpPr/>
            <p:nvPr/>
          </p:nvSpPr>
          <p:spPr>
            <a:xfrm>
              <a:off x="4429155" y="1197934"/>
              <a:ext cx="1047565" cy="87001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05</a:t>
              </a:r>
            </a:p>
          </p:txBody>
        </p:sp>
        <p:sp>
          <p:nvSpPr>
            <p:cNvPr id="19" name="Rechteck 18"/>
            <p:cNvSpPr/>
            <p:nvPr/>
          </p:nvSpPr>
          <p:spPr>
            <a:xfrm>
              <a:off x="4429155" y="2067946"/>
              <a:ext cx="1047565" cy="870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3381590" y="2067946"/>
              <a:ext cx="1047565" cy="87001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04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3381590" y="2937958"/>
              <a:ext cx="1047565" cy="870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11" name="Rechteck 10"/>
            <p:cNvSpPr/>
            <p:nvPr/>
          </p:nvSpPr>
          <p:spPr>
            <a:xfrm>
              <a:off x="2334025" y="2937958"/>
              <a:ext cx="1047565" cy="8700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03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2334025" y="3807970"/>
              <a:ext cx="1047565" cy="870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286460" y="3810123"/>
              <a:ext cx="1047565" cy="87001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02</a:t>
              </a:r>
            </a:p>
          </p:txBody>
        </p:sp>
        <p:sp>
          <p:nvSpPr>
            <p:cNvPr id="8" name="Rechteck 7"/>
            <p:cNvSpPr/>
            <p:nvPr/>
          </p:nvSpPr>
          <p:spPr>
            <a:xfrm>
              <a:off x="1286460" y="4680135"/>
              <a:ext cx="1047565" cy="870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5" name="Rechteck 4"/>
            <p:cNvSpPr/>
            <p:nvPr/>
          </p:nvSpPr>
          <p:spPr>
            <a:xfrm>
              <a:off x="238895" y="4680135"/>
              <a:ext cx="1047565" cy="8700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01</a:t>
              </a:r>
            </a:p>
          </p:txBody>
        </p:sp>
        <p:sp>
          <p:nvSpPr>
            <p:cNvPr id="6" name="Rechteck 5"/>
            <p:cNvSpPr/>
            <p:nvPr/>
          </p:nvSpPr>
          <p:spPr>
            <a:xfrm>
              <a:off x="238895" y="5550147"/>
              <a:ext cx="1047565" cy="870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</p:grpSp>
      <p:sp>
        <p:nvSpPr>
          <p:cNvPr id="31" name="Rechteck 30"/>
          <p:cNvSpPr/>
          <p:nvPr/>
        </p:nvSpPr>
        <p:spPr>
          <a:xfrm>
            <a:off x="918978" y="5496029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2" name="Rechteck 31"/>
          <p:cNvSpPr/>
          <p:nvPr/>
        </p:nvSpPr>
        <p:spPr>
          <a:xfrm>
            <a:off x="1706649" y="4855041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7" name="Rechteck 36"/>
          <p:cNvSpPr/>
          <p:nvPr/>
        </p:nvSpPr>
        <p:spPr>
          <a:xfrm>
            <a:off x="2494320" y="4214053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8" name="Rechteck 37"/>
          <p:cNvSpPr/>
          <p:nvPr/>
        </p:nvSpPr>
        <p:spPr>
          <a:xfrm>
            <a:off x="3281991" y="3573065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9" name="Rechteck 38"/>
          <p:cNvSpPr/>
          <p:nvPr/>
        </p:nvSpPr>
        <p:spPr>
          <a:xfrm>
            <a:off x="4069662" y="2932077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40" name="Rechteck 39"/>
          <p:cNvSpPr/>
          <p:nvPr/>
        </p:nvSpPr>
        <p:spPr>
          <a:xfrm>
            <a:off x="4857335" y="2291089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41" name="Gruppieren 40"/>
          <p:cNvGrpSpPr/>
          <p:nvPr/>
        </p:nvGrpSpPr>
        <p:grpSpPr>
          <a:xfrm>
            <a:off x="3351805" y="3055497"/>
            <a:ext cx="172264" cy="232876"/>
            <a:chOff x="4256255" y="4148139"/>
            <a:chExt cx="257175" cy="347663"/>
          </a:xfrm>
        </p:grpSpPr>
        <p:sp>
          <p:nvSpPr>
            <p:cNvPr id="42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4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5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8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9" name="Gruppieren 48"/>
          <p:cNvGrpSpPr/>
          <p:nvPr/>
        </p:nvGrpSpPr>
        <p:grpSpPr>
          <a:xfrm>
            <a:off x="1768767" y="4294948"/>
            <a:ext cx="199911" cy="242445"/>
            <a:chOff x="2052484" y="4554125"/>
            <a:chExt cx="298450" cy="361950"/>
          </a:xfrm>
        </p:grpSpPr>
        <p:sp>
          <p:nvSpPr>
            <p:cNvPr id="50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" name="Gruppieren 55"/>
          <p:cNvGrpSpPr/>
          <p:nvPr/>
        </p:nvGrpSpPr>
        <p:grpSpPr>
          <a:xfrm>
            <a:off x="4076067" y="2420744"/>
            <a:ext cx="242446" cy="242446"/>
            <a:chOff x="3692371" y="5127213"/>
            <a:chExt cx="361950" cy="361950"/>
          </a:xfrm>
        </p:grpSpPr>
        <p:sp>
          <p:nvSpPr>
            <p:cNvPr id="5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1015216" y="4959788"/>
            <a:ext cx="237129" cy="238192"/>
            <a:chOff x="579438" y="4619626"/>
            <a:chExt cx="354013" cy="355600"/>
          </a:xfrm>
        </p:grpSpPr>
        <p:sp>
          <p:nvSpPr>
            <p:cNvPr id="67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" name="Gruppieren 72"/>
          <p:cNvGrpSpPr/>
          <p:nvPr/>
        </p:nvGrpSpPr>
        <p:grpSpPr>
          <a:xfrm>
            <a:off x="2548625" y="3683792"/>
            <a:ext cx="243775" cy="243775"/>
            <a:chOff x="2119313" y="3525838"/>
            <a:chExt cx="390525" cy="390525"/>
          </a:xfrm>
        </p:grpSpPr>
        <p:sp>
          <p:nvSpPr>
            <p:cNvPr id="74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6" name="Group 143"/>
          <p:cNvGrpSpPr>
            <a:grpSpLocks noChangeAspect="1"/>
          </p:cNvGrpSpPr>
          <p:nvPr/>
        </p:nvGrpSpPr>
        <p:grpSpPr bwMode="auto">
          <a:xfrm>
            <a:off x="4825345" y="1760201"/>
            <a:ext cx="262898" cy="263837"/>
            <a:chOff x="1797" y="1846"/>
            <a:chExt cx="280" cy="281"/>
          </a:xfrm>
        </p:grpSpPr>
        <p:sp>
          <p:nvSpPr>
            <p:cNvPr id="87" name="Freeform 144"/>
            <p:cNvSpPr>
              <a:spLocks/>
            </p:cNvSpPr>
            <p:nvPr/>
          </p:nvSpPr>
          <p:spPr bwMode="auto">
            <a:xfrm>
              <a:off x="1797" y="1991"/>
              <a:ext cx="48" cy="97"/>
            </a:xfrm>
            <a:custGeom>
              <a:avLst/>
              <a:gdLst>
                <a:gd name="T0" fmla="*/ 145 w 145"/>
                <a:gd name="T1" fmla="*/ 291 h 291"/>
                <a:gd name="T2" fmla="*/ 0 w 145"/>
                <a:gd name="T3" fmla="*/ 291 h 291"/>
                <a:gd name="T4" fmla="*/ 0 w 145"/>
                <a:gd name="T5" fmla="*/ 0 h 291"/>
                <a:gd name="T6" fmla="*/ 145 w 145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291">
                  <a:moveTo>
                    <a:pt x="145" y="291"/>
                  </a:moveTo>
                  <a:lnTo>
                    <a:pt x="0" y="291"/>
                  </a:lnTo>
                  <a:lnTo>
                    <a:pt x="0" y="0"/>
                  </a:lnTo>
                  <a:lnTo>
                    <a:pt x="145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" name="Freeform 145"/>
            <p:cNvSpPr>
              <a:spLocks/>
            </p:cNvSpPr>
            <p:nvPr/>
          </p:nvSpPr>
          <p:spPr bwMode="auto">
            <a:xfrm>
              <a:off x="2029" y="1991"/>
              <a:ext cx="48" cy="97"/>
            </a:xfrm>
            <a:custGeom>
              <a:avLst/>
              <a:gdLst>
                <a:gd name="T0" fmla="*/ 0 w 144"/>
                <a:gd name="T1" fmla="*/ 291 h 291"/>
                <a:gd name="T2" fmla="*/ 144 w 144"/>
                <a:gd name="T3" fmla="*/ 291 h 291"/>
                <a:gd name="T4" fmla="*/ 144 w 144"/>
                <a:gd name="T5" fmla="*/ 0 h 291"/>
                <a:gd name="T6" fmla="*/ 0 w 144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291">
                  <a:moveTo>
                    <a:pt x="0" y="291"/>
                  </a:moveTo>
                  <a:lnTo>
                    <a:pt x="144" y="291"/>
                  </a:lnTo>
                  <a:lnTo>
                    <a:pt x="144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" name="Freeform 146"/>
            <p:cNvSpPr>
              <a:spLocks/>
            </p:cNvSpPr>
            <p:nvPr/>
          </p:nvSpPr>
          <p:spPr bwMode="auto">
            <a:xfrm>
              <a:off x="1845" y="1962"/>
              <a:ext cx="184" cy="165"/>
            </a:xfrm>
            <a:custGeom>
              <a:avLst/>
              <a:gdLst>
                <a:gd name="T0" fmla="*/ 551 w 551"/>
                <a:gd name="T1" fmla="*/ 495 h 495"/>
                <a:gd name="T2" fmla="*/ 0 w 551"/>
                <a:gd name="T3" fmla="*/ 495 h 495"/>
                <a:gd name="T4" fmla="*/ 0 w 551"/>
                <a:gd name="T5" fmla="*/ 88 h 495"/>
                <a:gd name="T6" fmla="*/ 276 w 551"/>
                <a:gd name="T7" fmla="*/ 0 h 495"/>
                <a:gd name="T8" fmla="*/ 551 w 551"/>
                <a:gd name="T9" fmla="*/ 88 h 495"/>
                <a:gd name="T10" fmla="*/ 551 w 551"/>
                <a:gd name="T11" fmla="*/ 495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1" h="495">
                  <a:moveTo>
                    <a:pt x="551" y="495"/>
                  </a:moveTo>
                  <a:lnTo>
                    <a:pt x="0" y="495"/>
                  </a:lnTo>
                  <a:lnTo>
                    <a:pt x="0" y="88"/>
                  </a:lnTo>
                  <a:lnTo>
                    <a:pt x="276" y="0"/>
                  </a:lnTo>
                  <a:lnTo>
                    <a:pt x="551" y="88"/>
                  </a:lnTo>
                  <a:lnTo>
                    <a:pt x="551" y="495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" name="Freeform 147"/>
            <p:cNvSpPr>
              <a:spLocks/>
            </p:cNvSpPr>
            <p:nvPr/>
          </p:nvSpPr>
          <p:spPr bwMode="auto">
            <a:xfrm>
              <a:off x="1855" y="1953"/>
              <a:ext cx="164" cy="35"/>
            </a:xfrm>
            <a:custGeom>
              <a:avLst/>
              <a:gdLst>
                <a:gd name="T0" fmla="*/ 0 w 493"/>
                <a:gd name="T1" fmla="*/ 107 h 107"/>
                <a:gd name="T2" fmla="*/ 0 w 493"/>
                <a:gd name="T3" fmla="*/ 0 h 107"/>
                <a:gd name="T4" fmla="*/ 493 w 493"/>
                <a:gd name="T5" fmla="*/ 0 h 107"/>
                <a:gd name="T6" fmla="*/ 493 w 493"/>
                <a:gd name="T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3" h="107">
                  <a:moveTo>
                    <a:pt x="0" y="107"/>
                  </a:moveTo>
                  <a:lnTo>
                    <a:pt x="0" y="0"/>
                  </a:lnTo>
                  <a:lnTo>
                    <a:pt x="493" y="0"/>
                  </a:lnTo>
                  <a:lnTo>
                    <a:pt x="493" y="107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" name="Line 148"/>
            <p:cNvSpPr>
              <a:spLocks noChangeShapeType="1"/>
            </p:cNvSpPr>
            <p:nvPr/>
          </p:nvSpPr>
          <p:spPr bwMode="auto">
            <a:xfrm flipV="1">
              <a:off x="1937" y="1846"/>
              <a:ext cx="0" cy="2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2" name="Line 149"/>
            <p:cNvSpPr>
              <a:spLocks noChangeShapeType="1"/>
            </p:cNvSpPr>
            <p:nvPr/>
          </p:nvSpPr>
          <p:spPr bwMode="auto">
            <a:xfrm flipV="1">
              <a:off x="2000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3" name="Line 150"/>
            <p:cNvSpPr>
              <a:spLocks noChangeShapeType="1"/>
            </p:cNvSpPr>
            <p:nvPr/>
          </p:nvSpPr>
          <p:spPr bwMode="auto">
            <a:xfrm flipV="1">
              <a:off x="1961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4" name="Line 151"/>
            <p:cNvSpPr>
              <a:spLocks noChangeShapeType="1"/>
            </p:cNvSpPr>
            <p:nvPr/>
          </p:nvSpPr>
          <p:spPr bwMode="auto">
            <a:xfrm flipV="1">
              <a:off x="1913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5" name="Line 152"/>
            <p:cNvSpPr>
              <a:spLocks noChangeShapeType="1"/>
            </p:cNvSpPr>
            <p:nvPr/>
          </p:nvSpPr>
          <p:spPr bwMode="auto">
            <a:xfrm flipV="1">
              <a:off x="1874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6" name="Line 153"/>
            <p:cNvSpPr>
              <a:spLocks noChangeShapeType="1"/>
            </p:cNvSpPr>
            <p:nvPr/>
          </p:nvSpPr>
          <p:spPr bwMode="auto">
            <a:xfrm>
              <a:off x="1845" y="2020"/>
              <a:ext cx="1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7" name="Line 154"/>
            <p:cNvSpPr>
              <a:spLocks noChangeShapeType="1"/>
            </p:cNvSpPr>
            <p:nvPr/>
          </p:nvSpPr>
          <p:spPr bwMode="auto">
            <a:xfrm>
              <a:off x="1845" y="2098"/>
              <a:ext cx="1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8" name="Freeform 155"/>
            <p:cNvSpPr>
              <a:spLocks/>
            </p:cNvSpPr>
            <p:nvPr/>
          </p:nvSpPr>
          <p:spPr bwMode="auto">
            <a:xfrm>
              <a:off x="1855" y="1870"/>
              <a:ext cx="164" cy="83"/>
            </a:xfrm>
            <a:custGeom>
              <a:avLst/>
              <a:gdLst>
                <a:gd name="T0" fmla="*/ 493 w 493"/>
                <a:gd name="T1" fmla="*/ 247 h 247"/>
                <a:gd name="T2" fmla="*/ 493 w 493"/>
                <a:gd name="T3" fmla="*/ 247 h 247"/>
                <a:gd name="T4" fmla="*/ 493 w 493"/>
                <a:gd name="T5" fmla="*/ 234 h 247"/>
                <a:gd name="T6" fmla="*/ 492 w 493"/>
                <a:gd name="T7" fmla="*/ 222 h 247"/>
                <a:gd name="T8" fmla="*/ 490 w 493"/>
                <a:gd name="T9" fmla="*/ 209 h 247"/>
                <a:gd name="T10" fmla="*/ 487 w 493"/>
                <a:gd name="T11" fmla="*/ 197 h 247"/>
                <a:gd name="T12" fmla="*/ 484 w 493"/>
                <a:gd name="T13" fmla="*/ 185 h 247"/>
                <a:gd name="T14" fmla="*/ 481 w 493"/>
                <a:gd name="T15" fmla="*/ 173 h 247"/>
                <a:gd name="T16" fmla="*/ 473 w 493"/>
                <a:gd name="T17" fmla="*/ 151 h 247"/>
                <a:gd name="T18" fmla="*/ 462 w 493"/>
                <a:gd name="T19" fmla="*/ 128 h 247"/>
                <a:gd name="T20" fmla="*/ 450 w 493"/>
                <a:gd name="T21" fmla="*/ 108 h 247"/>
                <a:gd name="T22" fmla="*/ 436 w 493"/>
                <a:gd name="T23" fmla="*/ 89 h 247"/>
                <a:gd name="T24" fmla="*/ 420 w 493"/>
                <a:gd name="T25" fmla="*/ 72 h 247"/>
                <a:gd name="T26" fmla="*/ 403 w 493"/>
                <a:gd name="T27" fmla="*/ 56 h 247"/>
                <a:gd name="T28" fmla="*/ 384 w 493"/>
                <a:gd name="T29" fmla="*/ 41 h 247"/>
                <a:gd name="T30" fmla="*/ 363 w 493"/>
                <a:gd name="T31" fmla="*/ 29 h 247"/>
                <a:gd name="T32" fmla="*/ 342 w 493"/>
                <a:gd name="T33" fmla="*/ 19 h 247"/>
                <a:gd name="T34" fmla="*/ 319 w 493"/>
                <a:gd name="T35" fmla="*/ 11 h 247"/>
                <a:gd name="T36" fmla="*/ 308 w 493"/>
                <a:gd name="T37" fmla="*/ 7 h 247"/>
                <a:gd name="T38" fmla="*/ 296 w 493"/>
                <a:gd name="T39" fmla="*/ 5 h 247"/>
                <a:gd name="T40" fmla="*/ 284 w 493"/>
                <a:gd name="T41" fmla="*/ 2 h 247"/>
                <a:gd name="T42" fmla="*/ 272 w 493"/>
                <a:gd name="T43" fmla="*/ 1 h 247"/>
                <a:gd name="T44" fmla="*/ 259 w 493"/>
                <a:gd name="T45" fmla="*/ 0 h 247"/>
                <a:gd name="T46" fmla="*/ 247 w 493"/>
                <a:gd name="T47" fmla="*/ 0 h 247"/>
                <a:gd name="T48" fmla="*/ 247 w 493"/>
                <a:gd name="T49" fmla="*/ 0 h 247"/>
                <a:gd name="T50" fmla="*/ 233 w 493"/>
                <a:gd name="T51" fmla="*/ 0 h 247"/>
                <a:gd name="T52" fmla="*/ 221 w 493"/>
                <a:gd name="T53" fmla="*/ 1 h 247"/>
                <a:gd name="T54" fmla="*/ 209 w 493"/>
                <a:gd name="T55" fmla="*/ 2 h 247"/>
                <a:gd name="T56" fmla="*/ 197 w 493"/>
                <a:gd name="T57" fmla="*/ 5 h 247"/>
                <a:gd name="T58" fmla="*/ 185 w 493"/>
                <a:gd name="T59" fmla="*/ 7 h 247"/>
                <a:gd name="T60" fmla="*/ 173 w 493"/>
                <a:gd name="T61" fmla="*/ 11 h 247"/>
                <a:gd name="T62" fmla="*/ 151 w 493"/>
                <a:gd name="T63" fmla="*/ 19 h 247"/>
                <a:gd name="T64" fmla="*/ 129 w 493"/>
                <a:gd name="T65" fmla="*/ 29 h 247"/>
                <a:gd name="T66" fmla="*/ 108 w 493"/>
                <a:gd name="T67" fmla="*/ 41 h 247"/>
                <a:gd name="T68" fmla="*/ 89 w 493"/>
                <a:gd name="T69" fmla="*/ 56 h 247"/>
                <a:gd name="T70" fmla="*/ 72 w 493"/>
                <a:gd name="T71" fmla="*/ 72 h 247"/>
                <a:gd name="T72" fmla="*/ 56 w 493"/>
                <a:gd name="T73" fmla="*/ 89 h 247"/>
                <a:gd name="T74" fmla="*/ 42 w 493"/>
                <a:gd name="T75" fmla="*/ 108 h 247"/>
                <a:gd name="T76" fmla="*/ 30 w 493"/>
                <a:gd name="T77" fmla="*/ 128 h 247"/>
                <a:gd name="T78" fmla="*/ 20 w 493"/>
                <a:gd name="T79" fmla="*/ 151 h 247"/>
                <a:gd name="T80" fmla="*/ 12 w 493"/>
                <a:gd name="T81" fmla="*/ 173 h 247"/>
                <a:gd name="T82" fmla="*/ 8 w 493"/>
                <a:gd name="T83" fmla="*/ 185 h 247"/>
                <a:gd name="T84" fmla="*/ 6 w 493"/>
                <a:gd name="T85" fmla="*/ 197 h 247"/>
                <a:gd name="T86" fmla="*/ 2 w 493"/>
                <a:gd name="T87" fmla="*/ 209 h 247"/>
                <a:gd name="T88" fmla="*/ 1 w 493"/>
                <a:gd name="T89" fmla="*/ 222 h 247"/>
                <a:gd name="T90" fmla="*/ 0 w 493"/>
                <a:gd name="T91" fmla="*/ 234 h 247"/>
                <a:gd name="T92" fmla="*/ 0 w 493"/>
                <a:gd name="T93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93" h="247">
                  <a:moveTo>
                    <a:pt x="493" y="247"/>
                  </a:moveTo>
                  <a:lnTo>
                    <a:pt x="493" y="247"/>
                  </a:lnTo>
                  <a:lnTo>
                    <a:pt x="493" y="234"/>
                  </a:lnTo>
                  <a:lnTo>
                    <a:pt x="492" y="222"/>
                  </a:lnTo>
                  <a:lnTo>
                    <a:pt x="490" y="209"/>
                  </a:lnTo>
                  <a:lnTo>
                    <a:pt x="487" y="197"/>
                  </a:lnTo>
                  <a:lnTo>
                    <a:pt x="484" y="185"/>
                  </a:lnTo>
                  <a:lnTo>
                    <a:pt x="481" y="173"/>
                  </a:lnTo>
                  <a:lnTo>
                    <a:pt x="473" y="151"/>
                  </a:lnTo>
                  <a:lnTo>
                    <a:pt x="462" y="128"/>
                  </a:lnTo>
                  <a:lnTo>
                    <a:pt x="450" y="108"/>
                  </a:lnTo>
                  <a:lnTo>
                    <a:pt x="436" y="89"/>
                  </a:lnTo>
                  <a:lnTo>
                    <a:pt x="420" y="72"/>
                  </a:lnTo>
                  <a:lnTo>
                    <a:pt x="403" y="56"/>
                  </a:lnTo>
                  <a:lnTo>
                    <a:pt x="384" y="41"/>
                  </a:lnTo>
                  <a:lnTo>
                    <a:pt x="363" y="29"/>
                  </a:lnTo>
                  <a:lnTo>
                    <a:pt x="342" y="19"/>
                  </a:lnTo>
                  <a:lnTo>
                    <a:pt x="319" y="11"/>
                  </a:lnTo>
                  <a:lnTo>
                    <a:pt x="308" y="7"/>
                  </a:lnTo>
                  <a:lnTo>
                    <a:pt x="296" y="5"/>
                  </a:lnTo>
                  <a:lnTo>
                    <a:pt x="284" y="2"/>
                  </a:lnTo>
                  <a:lnTo>
                    <a:pt x="272" y="1"/>
                  </a:lnTo>
                  <a:lnTo>
                    <a:pt x="259" y="0"/>
                  </a:lnTo>
                  <a:lnTo>
                    <a:pt x="247" y="0"/>
                  </a:lnTo>
                  <a:lnTo>
                    <a:pt x="247" y="0"/>
                  </a:lnTo>
                  <a:lnTo>
                    <a:pt x="233" y="0"/>
                  </a:lnTo>
                  <a:lnTo>
                    <a:pt x="221" y="1"/>
                  </a:lnTo>
                  <a:lnTo>
                    <a:pt x="209" y="2"/>
                  </a:lnTo>
                  <a:lnTo>
                    <a:pt x="197" y="5"/>
                  </a:lnTo>
                  <a:lnTo>
                    <a:pt x="185" y="7"/>
                  </a:lnTo>
                  <a:lnTo>
                    <a:pt x="173" y="11"/>
                  </a:lnTo>
                  <a:lnTo>
                    <a:pt x="151" y="19"/>
                  </a:lnTo>
                  <a:lnTo>
                    <a:pt x="129" y="29"/>
                  </a:lnTo>
                  <a:lnTo>
                    <a:pt x="108" y="41"/>
                  </a:lnTo>
                  <a:lnTo>
                    <a:pt x="89" y="56"/>
                  </a:lnTo>
                  <a:lnTo>
                    <a:pt x="72" y="72"/>
                  </a:lnTo>
                  <a:lnTo>
                    <a:pt x="56" y="89"/>
                  </a:lnTo>
                  <a:lnTo>
                    <a:pt x="42" y="108"/>
                  </a:lnTo>
                  <a:lnTo>
                    <a:pt x="30" y="128"/>
                  </a:lnTo>
                  <a:lnTo>
                    <a:pt x="20" y="151"/>
                  </a:lnTo>
                  <a:lnTo>
                    <a:pt x="12" y="173"/>
                  </a:lnTo>
                  <a:lnTo>
                    <a:pt x="8" y="185"/>
                  </a:lnTo>
                  <a:lnTo>
                    <a:pt x="6" y="197"/>
                  </a:lnTo>
                  <a:lnTo>
                    <a:pt x="2" y="209"/>
                  </a:lnTo>
                  <a:lnTo>
                    <a:pt x="1" y="222"/>
                  </a:lnTo>
                  <a:lnTo>
                    <a:pt x="0" y="234"/>
                  </a:lnTo>
                  <a:lnTo>
                    <a:pt x="0" y="247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99" name="Titel 98"/>
          <p:cNvSpPr>
            <a:spLocks noGrp="1"/>
          </p:cNvSpPr>
          <p:nvPr>
            <p:ph type="title"/>
          </p:nvPr>
        </p:nvSpPr>
        <p:spPr>
          <a:xfrm>
            <a:off x="7399489" y="657285"/>
            <a:ext cx="3944043" cy="792000"/>
          </a:xfrm>
        </p:spPr>
        <p:txBody>
          <a:bodyPr/>
          <a:lstStyle/>
          <a:p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100" name="Inhaltsplatzhalter 99"/>
          <p:cNvSpPr>
            <a:spLocks noGrp="1"/>
          </p:cNvSpPr>
          <p:nvPr>
            <p:ph idx="1"/>
          </p:nvPr>
        </p:nvSpPr>
        <p:spPr>
          <a:xfrm>
            <a:off x="7399490" y="2060848"/>
            <a:ext cx="3944044" cy="421295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quam</a:t>
            </a:r>
            <a:r>
              <a:rPr lang="de-DE" sz="1200" dirty="0"/>
              <a:t> </a:t>
            </a:r>
            <a:r>
              <a:rPr lang="de-DE" sz="1200" dirty="0" err="1"/>
              <a:t>felis</a:t>
            </a:r>
            <a:r>
              <a:rPr lang="de-DE" sz="1200" dirty="0"/>
              <a:t>,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/>
              <a:t>In </a:t>
            </a:r>
            <a:r>
              <a:rPr lang="de-DE" sz="1200" dirty="0" err="1"/>
              <a:t>enim</a:t>
            </a:r>
            <a:r>
              <a:rPr lang="de-DE" sz="1200" dirty="0"/>
              <a:t> </a:t>
            </a:r>
            <a:r>
              <a:rPr lang="de-DE" sz="1200" dirty="0" err="1"/>
              <a:t>justo,Curabitur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Maecenas  </a:t>
            </a:r>
            <a:r>
              <a:rPr lang="de-DE" sz="1200" dirty="0" err="1"/>
              <a:t>rhoncus</a:t>
            </a:r>
            <a:r>
              <a:rPr lang="de-DE" sz="12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/>
              <a:t>Integer </a:t>
            </a:r>
            <a:r>
              <a:rPr lang="de-DE" sz="1200" dirty="0" err="1"/>
              <a:t>tincidunt</a:t>
            </a:r>
            <a:r>
              <a:rPr lang="de-DE" sz="1200" dirty="0"/>
              <a:t>. </a:t>
            </a:r>
            <a:r>
              <a:rPr lang="de-DE" sz="1200" dirty="0" err="1"/>
              <a:t>Cras</a:t>
            </a:r>
            <a:r>
              <a:rPr lang="de-DE" sz="1200" dirty="0"/>
              <a:t> </a:t>
            </a:r>
            <a:r>
              <a:rPr lang="de-DE" sz="1200" dirty="0" err="1"/>
              <a:t>dapibus</a:t>
            </a:r>
            <a:r>
              <a:rPr lang="de-DE" sz="1200" dirty="0"/>
              <a:t>. </a:t>
            </a:r>
            <a:r>
              <a:rPr lang="de-DE" sz="1200" dirty="0" err="1"/>
              <a:t>Vivamus</a:t>
            </a:r>
            <a:r>
              <a:rPr lang="de-DE" sz="1200" dirty="0"/>
              <a:t> </a:t>
            </a:r>
            <a:r>
              <a:rPr lang="de-DE" sz="1200" dirty="0" err="1"/>
              <a:t>elementum</a:t>
            </a:r>
            <a:r>
              <a:rPr lang="de-DE" sz="1200" dirty="0"/>
              <a:t> </a:t>
            </a:r>
            <a:r>
              <a:rPr lang="de-DE" sz="1200" dirty="0" err="1"/>
              <a:t>semper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tellus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Aliquam</a:t>
            </a:r>
            <a:r>
              <a:rPr lang="de-DE" sz="1200" dirty="0"/>
              <a:t> </a:t>
            </a:r>
            <a:r>
              <a:rPr lang="de-DE" sz="1200" dirty="0" err="1"/>
              <a:t>lorem</a:t>
            </a:r>
            <a:r>
              <a:rPr lang="de-DE" sz="1200" dirty="0"/>
              <a:t> ante, </a:t>
            </a:r>
            <a:r>
              <a:rPr lang="de-DE" sz="1200" dirty="0" err="1"/>
              <a:t>dapibus</a:t>
            </a:r>
            <a:r>
              <a:rPr lang="de-DE" sz="1200" dirty="0"/>
              <a:t> in, </a:t>
            </a:r>
            <a:r>
              <a:rPr lang="de-DE" sz="1200" dirty="0" err="1"/>
              <a:t>viverra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nisi.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Maecenas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7B69FB-8778-793F-1D63-6B8F80B96F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9488" y="331304"/>
            <a:ext cx="2992107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A465C68-2696-9A76-BC7A-7E5A48259E8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50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FA6269-0EEB-DDDE-29C2-C90167078B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32"/>
          <p:cNvSpPr txBox="1">
            <a:spLocks/>
          </p:cNvSpPr>
          <p:nvPr/>
        </p:nvSpPr>
        <p:spPr>
          <a:xfrm>
            <a:off x="1819174" y="2060848"/>
            <a:ext cx="238706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Lorem</a:t>
            </a:r>
            <a:r>
              <a:rPr lang="de-DE" sz="1200" dirty="0"/>
              <a:t> </a:t>
            </a:r>
            <a:r>
              <a:rPr lang="de-DE" sz="1200" dirty="0" err="1"/>
              <a:t>ipsum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 </a:t>
            </a:r>
            <a:r>
              <a:rPr lang="de-DE" sz="1200" dirty="0" err="1"/>
              <a:t>sit</a:t>
            </a:r>
            <a:r>
              <a:rPr lang="de-DE" sz="1200" dirty="0"/>
              <a:t> </a:t>
            </a:r>
            <a:r>
              <a:rPr lang="de-DE" sz="1200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1506280085"/>
              </p:ext>
            </p:extLst>
          </p:nvPr>
        </p:nvGraphicFramePr>
        <p:xfrm>
          <a:off x="3665990" y="1405330"/>
          <a:ext cx="8296710" cy="5058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421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ihandform 85"/>
          <p:cNvSpPr/>
          <p:nvPr/>
        </p:nvSpPr>
        <p:spPr>
          <a:xfrm>
            <a:off x="3935135" y="3989826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88" name="Freihandform 87"/>
          <p:cNvSpPr/>
          <p:nvPr/>
        </p:nvSpPr>
        <p:spPr>
          <a:xfrm>
            <a:off x="5429729" y="3529873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89" name="Freihandform 88"/>
          <p:cNvSpPr/>
          <p:nvPr/>
        </p:nvSpPr>
        <p:spPr>
          <a:xfrm>
            <a:off x="6965239" y="3062011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0" name="Freihandform 89"/>
          <p:cNvSpPr/>
          <p:nvPr/>
        </p:nvSpPr>
        <p:spPr>
          <a:xfrm>
            <a:off x="8536651" y="2600661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3" name="Freihandform 12"/>
          <p:cNvSpPr/>
          <p:nvPr/>
        </p:nvSpPr>
        <p:spPr>
          <a:xfrm>
            <a:off x="2322570" y="4488276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rgbClr val="96CC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Steps</a:t>
            </a:r>
            <a:r>
              <a:rPr lang="de-DE" dirty="0"/>
              <a:t>: </a:t>
            </a: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38039A-E307-BC4D-73B1-7A9AC75A3C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5" name="Parallelogramm 104"/>
          <p:cNvSpPr/>
          <p:nvPr/>
        </p:nvSpPr>
        <p:spPr>
          <a:xfrm flipH="1">
            <a:off x="2156320" y="12698720"/>
            <a:ext cx="1912251" cy="638908"/>
          </a:xfrm>
          <a:prstGeom prst="parallelogram">
            <a:avLst/>
          </a:prstGeom>
          <a:gradFill>
            <a:gsLst>
              <a:gs pos="24000">
                <a:srgbClr val="E0E3E7"/>
              </a:gs>
              <a:gs pos="86000">
                <a:srgbClr val="E0E3E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7" name="Gerade Verbindung mit Pfeil 6"/>
          <p:cNvCxnSpPr>
            <a:endCxn id="83" idx="0"/>
          </p:cNvCxnSpPr>
          <p:nvPr/>
        </p:nvCxnSpPr>
        <p:spPr>
          <a:xfrm>
            <a:off x="2322571" y="3642492"/>
            <a:ext cx="3434" cy="1206391"/>
          </a:xfrm>
          <a:prstGeom prst="straightConnector1">
            <a:avLst/>
          </a:prstGeom>
          <a:ln w="25400">
            <a:solidFill>
              <a:srgbClr val="96CC1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/>
          <p:cNvSpPr/>
          <p:nvPr/>
        </p:nvSpPr>
        <p:spPr>
          <a:xfrm>
            <a:off x="1807596" y="2667816"/>
            <a:ext cx="1036818" cy="1036818"/>
          </a:xfrm>
          <a:prstGeom prst="ellipse">
            <a:avLst/>
          </a:prstGeom>
          <a:solidFill>
            <a:srgbClr val="96CC1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1</a:t>
            </a:r>
          </a:p>
        </p:txBody>
      </p:sp>
      <p:sp>
        <p:nvSpPr>
          <p:cNvPr id="83" name="Ellipse 82"/>
          <p:cNvSpPr/>
          <p:nvPr/>
        </p:nvSpPr>
        <p:spPr>
          <a:xfrm>
            <a:off x="2203588" y="4848883"/>
            <a:ext cx="244834" cy="244833"/>
          </a:xfrm>
          <a:prstGeom prst="ellipse">
            <a:avLst/>
          </a:prstGeom>
          <a:solidFill>
            <a:srgbClr val="96CC1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3" name="Gerade Verbindung mit Pfeil 122"/>
          <p:cNvCxnSpPr>
            <a:endCxn id="125" idx="0"/>
          </p:cNvCxnSpPr>
          <p:nvPr/>
        </p:nvCxnSpPr>
        <p:spPr>
          <a:xfrm>
            <a:off x="3870492" y="3156173"/>
            <a:ext cx="3434" cy="1206391"/>
          </a:xfrm>
          <a:prstGeom prst="straightConnector1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lipse 123"/>
          <p:cNvSpPr/>
          <p:nvPr/>
        </p:nvSpPr>
        <p:spPr>
          <a:xfrm>
            <a:off x="3355517" y="2354605"/>
            <a:ext cx="1036818" cy="103681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2</a:t>
            </a:r>
          </a:p>
        </p:txBody>
      </p:sp>
      <p:sp>
        <p:nvSpPr>
          <p:cNvPr id="125" name="Ellipse 124"/>
          <p:cNvSpPr/>
          <p:nvPr/>
        </p:nvSpPr>
        <p:spPr>
          <a:xfrm>
            <a:off x="3751509" y="4362564"/>
            <a:ext cx="244834" cy="24483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7" name="Gerade Verbindung mit Pfeil 126"/>
          <p:cNvCxnSpPr>
            <a:endCxn id="129" idx="0"/>
          </p:cNvCxnSpPr>
          <p:nvPr/>
        </p:nvCxnSpPr>
        <p:spPr>
          <a:xfrm>
            <a:off x="5418413" y="2685113"/>
            <a:ext cx="3434" cy="1206391"/>
          </a:xfrm>
          <a:prstGeom prst="straightConnector1">
            <a:avLst/>
          </a:prstGeom>
          <a:ln w="25400">
            <a:solidFill>
              <a:schemeClr val="bg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Ellipse 127"/>
          <p:cNvSpPr/>
          <p:nvPr/>
        </p:nvSpPr>
        <p:spPr>
          <a:xfrm>
            <a:off x="4903438" y="2041392"/>
            <a:ext cx="1036818" cy="1036818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3</a:t>
            </a:r>
          </a:p>
        </p:txBody>
      </p:sp>
      <p:sp>
        <p:nvSpPr>
          <p:cNvPr id="129" name="Ellipse 128"/>
          <p:cNvSpPr/>
          <p:nvPr/>
        </p:nvSpPr>
        <p:spPr>
          <a:xfrm>
            <a:off x="5299430" y="3891505"/>
            <a:ext cx="244834" cy="24483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1" name="Gerade Verbindung mit Pfeil 130"/>
          <p:cNvCxnSpPr>
            <a:endCxn id="133" idx="0"/>
          </p:cNvCxnSpPr>
          <p:nvPr/>
        </p:nvCxnSpPr>
        <p:spPr>
          <a:xfrm>
            <a:off x="6966334" y="2183545"/>
            <a:ext cx="3434" cy="1206391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Ellipse 131"/>
          <p:cNvSpPr/>
          <p:nvPr/>
        </p:nvSpPr>
        <p:spPr>
          <a:xfrm>
            <a:off x="6451359" y="1728181"/>
            <a:ext cx="1036818" cy="103681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4</a:t>
            </a:r>
          </a:p>
        </p:txBody>
      </p:sp>
      <p:sp>
        <p:nvSpPr>
          <p:cNvPr id="133" name="Ellipse 132"/>
          <p:cNvSpPr/>
          <p:nvPr/>
        </p:nvSpPr>
        <p:spPr>
          <a:xfrm>
            <a:off x="6847351" y="3389936"/>
            <a:ext cx="244834" cy="2448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5" name="Gerade Verbindung mit Pfeil 134"/>
          <p:cNvCxnSpPr>
            <a:endCxn id="137" idx="0"/>
          </p:cNvCxnSpPr>
          <p:nvPr/>
        </p:nvCxnSpPr>
        <p:spPr>
          <a:xfrm>
            <a:off x="8514255" y="1744107"/>
            <a:ext cx="3434" cy="1206391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Ellipse 135"/>
          <p:cNvSpPr/>
          <p:nvPr/>
        </p:nvSpPr>
        <p:spPr>
          <a:xfrm>
            <a:off x="7999280" y="1414967"/>
            <a:ext cx="1036818" cy="103681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5</a:t>
            </a:r>
          </a:p>
        </p:txBody>
      </p:sp>
      <p:sp>
        <p:nvSpPr>
          <p:cNvPr id="137" name="Ellipse 136"/>
          <p:cNvSpPr/>
          <p:nvPr/>
        </p:nvSpPr>
        <p:spPr>
          <a:xfrm>
            <a:off x="8395272" y="2950498"/>
            <a:ext cx="244834" cy="2448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9" name="Gerade Verbindung mit Pfeil 138"/>
          <p:cNvCxnSpPr>
            <a:endCxn id="141" idx="0"/>
          </p:cNvCxnSpPr>
          <p:nvPr/>
        </p:nvCxnSpPr>
        <p:spPr>
          <a:xfrm>
            <a:off x="10062178" y="1277087"/>
            <a:ext cx="3434" cy="1206391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Ellipse 139"/>
          <p:cNvSpPr/>
          <p:nvPr/>
        </p:nvSpPr>
        <p:spPr>
          <a:xfrm>
            <a:off x="9547203" y="1101755"/>
            <a:ext cx="1036818" cy="103681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6</a:t>
            </a:r>
          </a:p>
        </p:txBody>
      </p:sp>
      <p:sp>
        <p:nvSpPr>
          <p:cNvPr id="141" name="Ellipse 140"/>
          <p:cNvSpPr/>
          <p:nvPr/>
        </p:nvSpPr>
        <p:spPr>
          <a:xfrm>
            <a:off x="9943195" y="2483478"/>
            <a:ext cx="244834" cy="24483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6" name="Gruppieren 15"/>
          <p:cNvGrpSpPr/>
          <p:nvPr/>
        </p:nvGrpSpPr>
        <p:grpSpPr>
          <a:xfrm>
            <a:off x="2121414" y="3208813"/>
            <a:ext cx="319920" cy="257439"/>
            <a:chOff x="2543342" y="3363914"/>
            <a:chExt cx="349250" cy="317501"/>
          </a:xfrm>
        </p:grpSpPr>
        <p:sp>
          <p:nvSpPr>
            <p:cNvPr id="1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3723044" y="2896156"/>
            <a:ext cx="285787" cy="291107"/>
            <a:chOff x="-1351103" y="2702234"/>
            <a:chExt cx="553011" cy="605875"/>
          </a:xfrm>
        </p:grpSpPr>
        <p:grpSp>
          <p:nvGrpSpPr>
            <p:cNvPr id="27" name="Gruppieren 26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5" name="Gruppieren 34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36" name="Freihandform 3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7" name="Freihandform 36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8" name="Gruppieren 27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2" name="Ellipse 3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3" name="Freihandform 32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9" name="Gruppieren 28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0" name="Ellipse 29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Freihandform 30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8" name="Gruppieren 37"/>
          <p:cNvGrpSpPr/>
          <p:nvPr/>
        </p:nvGrpSpPr>
        <p:grpSpPr>
          <a:xfrm>
            <a:off x="6817243" y="2255630"/>
            <a:ext cx="315655" cy="293478"/>
            <a:chOff x="2020734" y="5176425"/>
            <a:chExt cx="361950" cy="361950"/>
          </a:xfrm>
        </p:grpSpPr>
        <p:sp>
          <p:nvSpPr>
            <p:cNvPr id="39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0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1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4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8385913" y="1936835"/>
            <a:ext cx="325183" cy="331540"/>
            <a:chOff x="10670480" y="-120615"/>
            <a:chExt cx="578060" cy="633897"/>
          </a:xfrm>
        </p:grpSpPr>
        <p:grpSp>
          <p:nvGrpSpPr>
            <p:cNvPr id="49" name="Gruppieren 48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0" name="Gruppieren 59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2" name="Freihandform 61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3" name="Freihandform 62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1" name="Ellipse 60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0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7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3235" name="Group 20"/>
          <p:cNvGrpSpPr>
            <a:grpSpLocks noChangeAspect="1"/>
          </p:cNvGrpSpPr>
          <p:nvPr/>
        </p:nvGrpSpPr>
        <p:grpSpPr bwMode="auto">
          <a:xfrm>
            <a:off x="9906699" y="1640255"/>
            <a:ext cx="323802" cy="334880"/>
            <a:chOff x="1353" y="258"/>
            <a:chExt cx="643" cy="665"/>
          </a:xfrm>
        </p:grpSpPr>
        <p:sp>
          <p:nvSpPr>
            <p:cNvPr id="323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42" name="Group 61"/>
          <p:cNvGrpSpPr>
            <a:grpSpLocks noChangeAspect="1"/>
          </p:cNvGrpSpPr>
          <p:nvPr/>
        </p:nvGrpSpPr>
        <p:grpSpPr bwMode="auto">
          <a:xfrm>
            <a:off x="5233141" y="2562944"/>
            <a:ext cx="298292" cy="298056"/>
            <a:chOff x="5216" y="1821"/>
            <a:chExt cx="1268" cy="1267"/>
          </a:xfrm>
        </p:grpSpPr>
        <p:sp>
          <p:nvSpPr>
            <p:cNvPr id="324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6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7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3248" name="Textfeld 3247"/>
          <p:cNvSpPr txBox="1"/>
          <p:nvPr/>
        </p:nvSpPr>
        <p:spPr>
          <a:xfrm>
            <a:off x="1807596" y="5262303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1"/>
              </a:solidFill>
              <a:latin typeface="Roboto" panose="02000000000000000000" pitchFamily="2" charset="0"/>
            </a:endParaRPr>
          </a:p>
        </p:txBody>
      </p:sp>
      <p:sp>
        <p:nvSpPr>
          <p:cNvPr id="3249" name="Textfeld 3248"/>
          <p:cNvSpPr txBox="1"/>
          <p:nvPr/>
        </p:nvSpPr>
        <p:spPr>
          <a:xfrm>
            <a:off x="3344332" y="4795401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tx2"/>
              </a:solidFill>
              <a:latin typeface="Roboto" panose="02000000000000000000" pitchFamily="2" charset="0"/>
            </a:endParaRPr>
          </a:p>
        </p:txBody>
      </p:sp>
      <p:sp>
        <p:nvSpPr>
          <p:cNvPr id="3250" name="Textfeld 3249"/>
          <p:cNvSpPr txBox="1"/>
          <p:nvPr/>
        </p:nvSpPr>
        <p:spPr>
          <a:xfrm>
            <a:off x="4881068" y="4328498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bg2"/>
              </a:solidFill>
              <a:latin typeface="Roboto" panose="02000000000000000000" pitchFamily="2" charset="0"/>
            </a:endParaRPr>
          </a:p>
        </p:txBody>
      </p:sp>
      <p:sp>
        <p:nvSpPr>
          <p:cNvPr id="3251" name="Textfeld 3250"/>
          <p:cNvSpPr txBox="1"/>
          <p:nvPr/>
        </p:nvSpPr>
        <p:spPr>
          <a:xfrm>
            <a:off x="6417804" y="3861595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6"/>
              </a:solidFill>
              <a:latin typeface="Roboto" panose="02000000000000000000" pitchFamily="2" charset="0"/>
            </a:endParaRPr>
          </a:p>
        </p:txBody>
      </p:sp>
      <p:sp>
        <p:nvSpPr>
          <p:cNvPr id="3252" name="Textfeld 3251"/>
          <p:cNvSpPr txBox="1"/>
          <p:nvPr/>
        </p:nvSpPr>
        <p:spPr>
          <a:xfrm>
            <a:off x="7954540" y="3394692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5"/>
              </a:solidFill>
              <a:latin typeface="Roboto" panose="02000000000000000000" pitchFamily="2" charset="0"/>
            </a:endParaRPr>
          </a:p>
        </p:txBody>
      </p:sp>
      <p:sp>
        <p:nvSpPr>
          <p:cNvPr id="3253" name="Textfeld 3252"/>
          <p:cNvSpPr txBox="1"/>
          <p:nvPr/>
        </p:nvSpPr>
        <p:spPr>
          <a:xfrm>
            <a:off x="9491274" y="2927789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4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546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C7E209-638D-09A2-673B-26793B7306E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32"/>
          <p:cNvSpPr txBox="1">
            <a:spLocks/>
          </p:cNvSpPr>
          <p:nvPr/>
        </p:nvSpPr>
        <p:spPr>
          <a:xfrm>
            <a:off x="1819174" y="2060848"/>
            <a:ext cx="2664970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Lorem</a:t>
            </a:r>
            <a:r>
              <a:rPr lang="de-DE" sz="1200" dirty="0"/>
              <a:t> </a:t>
            </a:r>
            <a:r>
              <a:rPr lang="de-DE" sz="1200" dirty="0" err="1"/>
              <a:t>ipsum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 </a:t>
            </a:r>
            <a:r>
              <a:rPr lang="de-DE" sz="1200" dirty="0" err="1"/>
              <a:t>sit</a:t>
            </a:r>
            <a:r>
              <a:rPr lang="de-DE" sz="1200" dirty="0"/>
              <a:t> </a:t>
            </a:r>
            <a:r>
              <a:rPr lang="de-DE" sz="1200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quam</a:t>
            </a:r>
            <a:r>
              <a:rPr lang="de-DE" sz="1200" dirty="0"/>
              <a:t> </a:t>
            </a:r>
            <a:r>
              <a:rPr lang="de-DE" sz="1200" dirty="0" err="1"/>
              <a:t>felis</a:t>
            </a:r>
            <a:r>
              <a:rPr lang="de-DE" sz="1200" dirty="0"/>
              <a:t>,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/>
              <a:t>In </a:t>
            </a:r>
            <a:r>
              <a:rPr lang="de-DE" sz="1200" dirty="0" err="1"/>
              <a:t>enim</a:t>
            </a:r>
            <a:r>
              <a:rPr lang="de-DE" sz="1200" dirty="0"/>
              <a:t> </a:t>
            </a:r>
            <a:r>
              <a:rPr lang="de-DE" sz="1200" dirty="0" err="1"/>
              <a:t>justo,Curabitur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DCC48F6-146A-A530-5DFF-47C8F630C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9499325"/>
              </p:ext>
            </p:extLst>
          </p:nvPr>
        </p:nvGraphicFramePr>
        <p:xfrm>
          <a:off x="6241408" y="1862356"/>
          <a:ext cx="4387443" cy="4295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804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Ellipse 68"/>
          <p:cNvSpPr/>
          <p:nvPr/>
        </p:nvSpPr>
        <p:spPr>
          <a:xfrm>
            <a:off x="4844073" y="3124147"/>
            <a:ext cx="1896081" cy="1896081"/>
          </a:xfrm>
          <a:prstGeom prst="ellipse">
            <a:avLst/>
          </a:prstGeom>
          <a:solidFill>
            <a:schemeClr val="accent6">
              <a:lumMod val="60000"/>
              <a:lumOff val="4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8" name="Titel 18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5065E5-27B8-2809-2CA5-99DC6E0A02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8" name="Textfeld 257"/>
          <p:cNvSpPr txBox="1"/>
          <p:nvPr/>
        </p:nvSpPr>
        <p:spPr>
          <a:xfrm>
            <a:off x="1810063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1" name="Ellipse 10"/>
          <p:cNvSpPr/>
          <p:nvPr/>
        </p:nvSpPr>
        <p:spPr>
          <a:xfrm>
            <a:off x="1780708" y="3124147"/>
            <a:ext cx="1896081" cy="1896081"/>
          </a:xfrm>
          <a:prstGeom prst="ellipse">
            <a:avLst/>
          </a:prstGeom>
          <a:solidFill>
            <a:schemeClr val="tx2">
              <a:lumMod val="60000"/>
              <a:lumOff val="4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3312391" y="3124147"/>
            <a:ext cx="1896081" cy="1896081"/>
          </a:xfrm>
          <a:prstGeom prst="ellipse">
            <a:avLst/>
          </a:prstGeom>
          <a:solidFill>
            <a:schemeClr val="bg2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3" name="Ellipse 92"/>
          <p:cNvSpPr/>
          <p:nvPr/>
        </p:nvSpPr>
        <p:spPr>
          <a:xfrm>
            <a:off x="6375756" y="3124147"/>
            <a:ext cx="1896081" cy="1896081"/>
          </a:xfrm>
          <a:prstGeom prst="ellipse">
            <a:avLst/>
          </a:prstGeom>
          <a:solidFill>
            <a:schemeClr val="accent5">
              <a:lumMod val="60000"/>
              <a:lumOff val="4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7907438" y="3124147"/>
            <a:ext cx="1896081" cy="1896081"/>
          </a:xfrm>
          <a:prstGeom prst="ellipse">
            <a:avLst/>
          </a:prstGeom>
          <a:solidFill>
            <a:srgbClr val="CE50A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9439119" y="3124147"/>
            <a:ext cx="1896081" cy="1896081"/>
          </a:xfrm>
          <a:prstGeom prst="ellipse">
            <a:avLst/>
          </a:prstGeom>
          <a:solidFill>
            <a:schemeClr val="accent4">
              <a:lumMod val="60000"/>
              <a:lumOff val="4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7" name="Ellipse 136"/>
          <p:cNvSpPr/>
          <p:nvPr/>
        </p:nvSpPr>
        <p:spPr>
          <a:xfrm>
            <a:off x="2132856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0" name="Ellipse 139"/>
          <p:cNvSpPr/>
          <p:nvPr/>
        </p:nvSpPr>
        <p:spPr>
          <a:xfrm>
            <a:off x="3664539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5196221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727904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8259586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9791267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50" name="Textfeld 149"/>
          <p:cNvSpPr txBox="1"/>
          <p:nvPr/>
        </p:nvSpPr>
        <p:spPr>
          <a:xfrm>
            <a:off x="4942431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1" name="Textfeld 150"/>
          <p:cNvSpPr txBox="1"/>
          <p:nvPr/>
        </p:nvSpPr>
        <p:spPr>
          <a:xfrm>
            <a:off x="8074799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rgbClr val="CE50A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rgbClr val="CE50A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2" name="Textfeld 151"/>
          <p:cNvSpPr txBox="1"/>
          <p:nvPr/>
        </p:nvSpPr>
        <p:spPr>
          <a:xfrm>
            <a:off x="3381074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3" name="Textfeld 152"/>
          <p:cNvSpPr txBox="1"/>
          <p:nvPr/>
        </p:nvSpPr>
        <p:spPr>
          <a:xfrm>
            <a:off x="6513442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9" name="Textfeld 158"/>
          <p:cNvSpPr txBox="1"/>
          <p:nvPr/>
        </p:nvSpPr>
        <p:spPr>
          <a:xfrm>
            <a:off x="9645810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51241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goals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5B42C5D-3519-01AC-FEDE-D716A0343C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0" name="Textfeld 79"/>
          <p:cNvSpPr txBox="1"/>
          <p:nvPr/>
        </p:nvSpPr>
        <p:spPr>
          <a:xfrm>
            <a:off x="1819174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9" name="Textfeld 48"/>
          <p:cNvSpPr txBox="1"/>
          <p:nvPr/>
        </p:nvSpPr>
        <p:spPr>
          <a:xfrm>
            <a:off x="3785419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5751664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1" name="Textfeld 50"/>
          <p:cNvSpPr txBox="1"/>
          <p:nvPr/>
        </p:nvSpPr>
        <p:spPr>
          <a:xfrm>
            <a:off x="7717909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2" name="Textfeld 51"/>
          <p:cNvSpPr txBox="1"/>
          <p:nvPr/>
        </p:nvSpPr>
        <p:spPr>
          <a:xfrm>
            <a:off x="9684153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819174" y="2060848"/>
            <a:ext cx="604467" cy="604467"/>
          </a:xfrm>
          <a:prstGeom prst="ellipse">
            <a:avLst/>
          </a:prstGeom>
          <a:solidFill>
            <a:srgbClr val="05A8D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54" name="Ellipse 53"/>
          <p:cNvSpPr/>
          <p:nvPr/>
        </p:nvSpPr>
        <p:spPr>
          <a:xfrm>
            <a:off x="3785419" y="2060848"/>
            <a:ext cx="604467" cy="604467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55" name="Ellipse 54"/>
          <p:cNvSpPr/>
          <p:nvPr/>
        </p:nvSpPr>
        <p:spPr>
          <a:xfrm>
            <a:off x="5751664" y="2060848"/>
            <a:ext cx="604467" cy="604467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56" name="Ellipse 55"/>
          <p:cNvSpPr/>
          <p:nvPr/>
        </p:nvSpPr>
        <p:spPr>
          <a:xfrm>
            <a:off x="7717909" y="2060848"/>
            <a:ext cx="604467" cy="60446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57" name="Ellipse 56"/>
          <p:cNvSpPr/>
          <p:nvPr/>
        </p:nvSpPr>
        <p:spPr>
          <a:xfrm>
            <a:off x="9684153" y="2060848"/>
            <a:ext cx="604467" cy="6044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2580633" y="2327309"/>
            <a:ext cx="1047794" cy="71544"/>
            <a:chOff x="2324315" y="5311909"/>
            <a:chExt cx="1047794" cy="71544"/>
          </a:xfrm>
        </p:grpSpPr>
        <p:sp>
          <p:nvSpPr>
            <p:cNvPr id="65" name="Ellipse 64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78" name="Ellipse 77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1" name="Ellipse 80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2" name="Ellipse 81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3" name="Ellipse 82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5" name="Ellipse 84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86" name="Gruppieren 85"/>
          <p:cNvGrpSpPr/>
          <p:nvPr/>
        </p:nvGrpSpPr>
        <p:grpSpPr>
          <a:xfrm>
            <a:off x="4546878" y="2327309"/>
            <a:ext cx="1047794" cy="71544"/>
            <a:chOff x="2324315" y="5311909"/>
            <a:chExt cx="1047794" cy="71544"/>
          </a:xfrm>
        </p:grpSpPr>
        <p:sp>
          <p:nvSpPr>
            <p:cNvPr id="87" name="Ellipse 86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8" name="Ellipse 87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9" name="Ellipse 88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0" name="Ellipse 89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1" name="Ellipse 90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2" name="Ellipse 91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93" name="Gruppieren 92"/>
          <p:cNvGrpSpPr/>
          <p:nvPr/>
        </p:nvGrpSpPr>
        <p:grpSpPr>
          <a:xfrm>
            <a:off x="6513123" y="2327309"/>
            <a:ext cx="1047794" cy="71544"/>
            <a:chOff x="2324315" y="5311909"/>
            <a:chExt cx="1047794" cy="71544"/>
          </a:xfrm>
        </p:grpSpPr>
        <p:sp>
          <p:nvSpPr>
            <p:cNvPr id="94" name="Ellipse 93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5" name="Ellipse 94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6" name="Ellipse 95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7" name="Ellipse 96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1" name="Ellipse 100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2" name="Ellipse 101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103" name="Gruppieren 102"/>
          <p:cNvGrpSpPr/>
          <p:nvPr/>
        </p:nvGrpSpPr>
        <p:grpSpPr>
          <a:xfrm>
            <a:off x="8479368" y="2327309"/>
            <a:ext cx="1047794" cy="71544"/>
            <a:chOff x="2324315" y="5311909"/>
            <a:chExt cx="1047794" cy="71544"/>
          </a:xfrm>
        </p:grpSpPr>
        <p:sp>
          <p:nvSpPr>
            <p:cNvPr id="104" name="Ellipse 103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9" name="Ellipse 108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0" name="Ellipse 109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1" name="Ellipse 110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2" name="Ellipse 111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3" name="Ellipse 112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sp>
        <p:nvSpPr>
          <p:cNvPr id="114" name="Textfeld 113"/>
          <p:cNvSpPr txBox="1"/>
          <p:nvPr/>
        </p:nvSpPr>
        <p:spPr>
          <a:xfrm>
            <a:off x="1819174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5" name="Textfeld 114"/>
          <p:cNvSpPr txBox="1"/>
          <p:nvPr/>
        </p:nvSpPr>
        <p:spPr>
          <a:xfrm>
            <a:off x="3785419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1" name="Textfeld 120"/>
          <p:cNvSpPr txBox="1"/>
          <p:nvPr/>
        </p:nvSpPr>
        <p:spPr>
          <a:xfrm>
            <a:off x="5751664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4" name="Textfeld 123"/>
          <p:cNvSpPr txBox="1"/>
          <p:nvPr/>
        </p:nvSpPr>
        <p:spPr>
          <a:xfrm>
            <a:off x="7717909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5" name="Textfeld 124"/>
          <p:cNvSpPr txBox="1"/>
          <p:nvPr/>
        </p:nvSpPr>
        <p:spPr>
          <a:xfrm>
            <a:off x="9684153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70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504A68-C108-469B-7327-3FE3B141F3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8" name="Abgerundetes Rechteck 97"/>
          <p:cNvSpPr>
            <a:spLocks/>
          </p:cNvSpPr>
          <p:nvPr/>
        </p:nvSpPr>
        <p:spPr>
          <a:xfrm>
            <a:off x="1869394" y="3025844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9" name="Abgerundetes Rechteck 98"/>
          <p:cNvSpPr>
            <a:spLocks/>
          </p:cNvSpPr>
          <p:nvPr/>
        </p:nvSpPr>
        <p:spPr>
          <a:xfrm>
            <a:off x="1869394" y="3480725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0" name="Abgerundetes Rechteck 99"/>
          <p:cNvSpPr>
            <a:spLocks/>
          </p:cNvSpPr>
          <p:nvPr/>
        </p:nvSpPr>
        <p:spPr>
          <a:xfrm>
            <a:off x="1869394" y="3935606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5" name="Abgerundetes Rechteck 104"/>
          <p:cNvSpPr>
            <a:spLocks/>
          </p:cNvSpPr>
          <p:nvPr/>
        </p:nvSpPr>
        <p:spPr>
          <a:xfrm>
            <a:off x="1869394" y="4390487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6" name="Abgerundetes Rechteck 105"/>
          <p:cNvSpPr>
            <a:spLocks/>
          </p:cNvSpPr>
          <p:nvPr/>
        </p:nvSpPr>
        <p:spPr>
          <a:xfrm>
            <a:off x="1869394" y="4845368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7" name="Abgerundetes Rechteck 106"/>
          <p:cNvSpPr>
            <a:spLocks/>
          </p:cNvSpPr>
          <p:nvPr/>
        </p:nvSpPr>
        <p:spPr>
          <a:xfrm>
            <a:off x="1869394" y="5300249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8" name="Abgerundetes Rechteck 107"/>
          <p:cNvSpPr>
            <a:spLocks/>
          </p:cNvSpPr>
          <p:nvPr/>
        </p:nvSpPr>
        <p:spPr>
          <a:xfrm>
            <a:off x="1869394" y="5755131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7175377" y="4901314"/>
            <a:ext cx="1924784" cy="303685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179563" y="2463865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/>
          <p:cNvSpPr txBox="1"/>
          <p:nvPr/>
        </p:nvSpPr>
        <p:spPr>
          <a:xfrm>
            <a:off x="212766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8843378" y="5004871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58" name="Gerader Verbinder 57"/>
          <p:cNvCxnSpPr/>
          <p:nvPr/>
        </p:nvCxnSpPr>
        <p:spPr>
          <a:xfrm>
            <a:off x="11332947" y="2463865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5032243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318225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23683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5291418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6346002" y="2560979"/>
            <a:ext cx="580942" cy="3136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740058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45517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950975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1056433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69" name="Gerader Verbinder 68"/>
          <p:cNvCxnSpPr/>
          <p:nvPr/>
        </p:nvCxnSpPr>
        <p:spPr>
          <a:xfrm>
            <a:off x="3975047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2923918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1872789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81821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/>
          <p:cNvCxnSpPr/>
          <p:nvPr/>
        </p:nvCxnSpPr>
        <p:spPr>
          <a:xfrm>
            <a:off x="5026176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/>
          <p:cNvCxnSpPr/>
          <p:nvPr/>
        </p:nvCxnSpPr>
        <p:spPr>
          <a:xfrm>
            <a:off x="7128434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077305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/>
          <p:cNvCxnSpPr/>
          <p:nvPr/>
        </p:nvCxnSpPr>
        <p:spPr>
          <a:xfrm>
            <a:off x="9230692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bgerundetes Rechteck 116"/>
          <p:cNvSpPr>
            <a:spLocks/>
          </p:cNvSpPr>
          <p:nvPr/>
        </p:nvSpPr>
        <p:spPr>
          <a:xfrm>
            <a:off x="3304816" y="3078017"/>
            <a:ext cx="1432615" cy="30368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4092964" y="3532898"/>
            <a:ext cx="1984338" cy="303685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3" name="Abgerundetes Rechteck 122"/>
          <p:cNvSpPr>
            <a:spLocks/>
          </p:cNvSpPr>
          <p:nvPr/>
        </p:nvSpPr>
        <p:spPr>
          <a:xfrm>
            <a:off x="10795760" y="5807304"/>
            <a:ext cx="486235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3665006" y="3987779"/>
            <a:ext cx="4472763" cy="303685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4970180" y="4442660"/>
            <a:ext cx="2779416" cy="30368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293005" y="5352422"/>
            <a:ext cx="1904810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6478119" y="5807304"/>
            <a:ext cx="1453941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4007809" y="3179472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4836750" y="3634409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148391" y="4073275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536201" y="4537423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0" name="Ellipse 149"/>
          <p:cNvSpPr/>
          <p:nvPr/>
        </p:nvSpPr>
        <p:spPr>
          <a:xfrm>
            <a:off x="8891612" y="544729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7689945" y="591335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5000947" y="2060848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MVP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79" name="Textfeld 78"/>
          <p:cNvSpPr txBox="1"/>
          <p:nvPr/>
        </p:nvSpPr>
        <p:spPr>
          <a:xfrm>
            <a:off x="8100824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ROLL OUT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1831640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CONCEPT</a:t>
            </a:r>
            <a:endParaRPr lang="de-DE" sz="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78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lila, Farbigkeit, Magenta, violett enthält.&#10;&#10;Automatisch generierte Beschreibung">
            <a:extLst>
              <a:ext uri="{FF2B5EF4-FFF2-40B4-BE49-F238E27FC236}">
                <a16:creationId xmlns:a16="http://schemas.microsoft.com/office/drawing/2014/main" id="{82C785E3-DCEE-25C1-14D2-EE7646F1DD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3767800"/>
            <a:ext cx="6858000" cy="6858000"/>
          </a:xfrm>
          <a:prstGeom prst="rect">
            <a:avLst/>
          </a:prstGeom>
        </p:spPr>
      </p:pic>
      <p:pic>
        <p:nvPicPr>
          <p:cNvPr id="6" name="Grafik 5" descr="Ein Bild, das Farbigkeit, lila, violett, Magenta enthält.&#10;&#10;Automatisch generierte Beschreibung">
            <a:extLst>
              <a:ext uri="{FF2B5EF4-FFF2-40B4-BE49-F238E27FC236}">
                <a16:creationId xmlns:a16="http://schemas.microsoft.com/office/drawing/2014/main" id="{9D3AA2A5-210E-29D3-D05E-434277C2994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-3429000"/>
            <a:ext cx="6858000" cy="6858000"/>
          </a:xfrm>
          <a:prstGeom prst="rect">
            <a:avLst/>
          </a:prstGeom>
        </p:spPr>
      </p:pic>
      <p:pic>
        <p:nvPicPr>
          <p:cNvPr id="7" name="Grafik 6" descr="Ein Bild, das Wasser, Screenshot, Blau, Türkis enthält.&#10;&#10;Automatisch generierte Beschreibung">
            <a:extLst>
              <a:ext uri="{FF2B5EF4-FFF2-40B4-BE49-F238E27FC236}">
                <a16:creationId xmlns:a16="http://schemas.microsoft.com/office/drawing/2014/main" id="{FF893CF2-58B8-68E6-4A13-AB5CC334C6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4201" y="3767800"/>
            <a:ext cx="6858000" cy="6858000"/>
          </a:xfrm>
          <a:prstGeom prst="rect">
            <a:avLst/>
          </a:prstGeom>
        </p:spPr>
      </p:pic>
      <p:pic>
        <p:nvPicPr>
          <p:cNvPr id="8" name="Grafik 7" descr="Ein Bild, das orange, Bernstein, gelb, Farbigkeit enthält.&#10;&#10;Automatisch generierte Beschreibung">
            <a:extLst>
              <a:ext uri="{FF2B5EF4-FFF2-40B4-BE49-F238E27FC236}">
                <a16:creationId xmlns:a16="http://schemas.microsoft.com/office/drawing/2014/main" id="{536127B7-9BE5-EAF3-2D27-CEA6C859ED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4201" y="-3429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36862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2113</Words>
  <Application>Microsoft Macintosh PowerPoint</Application>
  <PresentationFormat>Breitbild</PresentationFormat>
  <Paragraphs>202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Roboto</vt:lpstr>
      <vt:lpstr>Arial</vt:lpstr>
      <vt:lpstr>Calibri</vt:lpstr>
      <vt:lpstr>Roboto Black</vt:lpstr>
      <vt:lpstr>Wingdings</vt:lpstr>
      <vt:lpstr>mgm Master</vt:lpstr>
      <vt:lpstr>mgm tp/sp/ip title</vt:lpstr>
      <vt:lpstr>Agenda</vt:lpstr>
      <vt:lpstr>Lorem ipsum dolor sit amet, consectetuer adipiscing elit</vt:lpstr>
      <vt:lpstr>PowerPoint-Präsentation</vt:lpstr>
      <vt:lpstr>Icons</vt:lpstr>
      <vt:lpstr>Table</vt:lpstr>
      <vt:lpstr>Lorem ipsum dolor sit amet, consectetuer adipiscing elit</vt:lpstr>
      <vt:lpstr>Lorem ipsum dolor sit amet, consectetuer adipiscing</vt:lpstr>
      <vt:lpstr>Aenean massa cum sociis nato que penatibus et magnis dis.</vt:lpstr>
      <vt:lpstr>Lorem ipsum dolor </vt:lpstr>
      <vt:lpstr>Infographics</vt:lpstr>
      <vt:lpstr>Maecenas tempus, tellus eget</vt:lpstr>
      <vt:lpstr>Maecenas tempus, tellus eget</vt:lpstr>
      <vt:lpstr>Aenean commodo ligu eget dolor</vt:lpstr>
      <vt:lpstr>Steps</vt:lpstr>
      <vt:lpstr>Consequat massa quis enim </vt:lpstr>
      <vt:lpstr>Steps: Nulla consequat massa quis enim </vt:lpstr>
      <vt:lpstr>Consequat massa quis enim </vt:lpstr>
      <vt:lpstr>Nulla consequat massa quis </vt:lpstr>
      <vt:lpstr>Project goals</vt:lpstr>
      <vt:lpstr>Timeline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Ansgar Knipschild</cp:lastModifiedBy>
  <cp:revision>232</cp:revision>
  <dcterms:created xsi:type="dcterms:W3CDTF">2023-03-17T12:25:06Z</dcterms:created>
  <dcterms:modified xsi:type="dcterms:W3CDTF">2026-03-13T07:27:41Z</dcterms:modified>
</cp:coreProperties>
</file>